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theme/theme6.xml" ContentType="application/vnd.openxmlformats-officedocument.theme+xml"/>
  <Override PartName="/ppt/slideLayouts/slideLayout1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 id="2147483660" r:id="rId2"/>
    <p:sldMasterId id="2147483661" r:id="rId3"/>
    <p:sldMasterId id="2147483662" r:id="rId4"/>
    <p:sldMasterId id="2147483663" r:id="rId5"/>
    <p:sldMasterId id="2147483664" r:id="rId6"/>
    <p:sldMasterId id="2147483665" r:id="rId7"/>
  </p:sldMasterIdLst>
  <p:notesMasterIdLst>
    <p:notesMasterId r:id="rId28"/>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8000" type="screen4x3"/>
  <p:notesSz cx="7315200" cy="9601200"/>
  <p:embeddedFontLst>
    <p:embeddedFont>
      <p:font typeface="Corbel" panose="020B050302020402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234"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slideMaster" Target="slideMasters/slideMaster3.xml"/><Relationship Id="rId21" Type="http://schemas.openxmlformats.org/officeDocument/2006/relationships/slide" Target="slides/slide14.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font" Target="fonts/font4.fntdata"/><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font" Target="fonts/font3.fntdata"/><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4143375" y="0"/>
            <a:ext cx="3170237" cy="479425"/>
          </a:xfrm>
          <a:prstGeom prst="rect">
            <a:avLst/>
          </a:prstGeom>
          <a:noFill/>
          <a:ln>
            <a:noFill/>
          </a:ln>
        </p:spPr>
        <p:txBody>
          <a:bodyPr spcFirstLastPara="1" wrap="square" lIns="96650" tIns="48325" rIns="96650" bIns="48325"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120187"/>
            <a:ext cx="3170237" cy="479425"/>
          </a:xfrm>
          <a:prstGeom prst="rect">
            <a:avLst/>
          </a:prstGeom>
          <a:noFill/>
          <a:ln>
            <a:noFill/>
          </a:ln>
        </p:spPr>
        <p:txBody>
          <a:bodyPr spcFirstLastPara="1" wrap="square" lIns="96650" tIns="48325" rIns="96650" bIns="48325"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rgbClr val="000000"/>
                </a:solidFill>
                <a:latin typeface="Arial"/>
                <a:ea typeface="Arial"/>
                <a:cs typeface="Arial"/>
                <a:sym typeface="Arial"/>
              </a:rPr>
              <a:t>‹#›</a:t>
            </a:fld>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39" name="Google Shape;139;p1: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chemeClr val="lt1"/>
              </a:buClr>
              <a:buSzPts val="1300"/>
              <a:buFont typeface="Arial"/>
              <a:buNone/>
            </a:pPr>
            <a:fld id="{00000000-1234-1234-1234-123412341234}" type="slidenum">
              <a:rPr lang="en-US" sz="1300" b="0" i="0" u="none">
                <a:solidFill>
                  <a:schemeClr val="lt1"/>
                </a:solidFill>
                <a:latin typeface="Arial"/>
                <a:ea typeface="Arial"/>
                <a:cs typeface="Arial"/>
                <a:sym typeface="Arial"/>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45" name="Google Shape;145;p2: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4" name="Google Shape;154;p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55" name="Google Shape;155;p3: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65" name="Google Shape;165;p4: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p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75" name="Google Shape;175;p5: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4" name="Google Shape;184;p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85" name="Google Shape;185;p6: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4" name="Google Shape;194;p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195" name="Google Shape;195;p7: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05" name="Google Shape;205;p8: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chemeClr val="lt1"/>
              </a:buClr>
              <a:buSzPts val="1300"/>
              <a:buFont typeface="Arial"/>
              <a:buNone/>
            </a:pPr>
            <a:fld id="{00000000-1234-1234-1234-123412341234}" type="slidenum">
              <a:rPr lang="en-US" sz="1300" b="0" i="0" u="none">
                <a:solidFill>
                  <a:schemeClr val="lt1"/>
                </a:solidFill>
                <a:latin typeface="Arial"/>
                <a:ea typeface="Arial"/>
                <a:cs typeface="Arial"/>
                <a:sym typeface="Arial"/>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12" name="Google Shape;212;p9: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1" name="Google Shape;221;p1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22" name="Google Shape;222;p10: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11: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32" name="Google Shape;232;p11: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2: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1" name="Google Shape;241;p12: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42" name="Google Shape;242;p12: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3: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1" name="Google Shape;251;p13: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52" name="Google Shape;252;p13: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4: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4: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62" name="Google Shape;262;p14: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5: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1" name="Google Shape;271;p15: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72" name="Google Shape;272;p15: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6: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1" name="Google Shape;281;p16: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82" name="Google Shape;282;p16: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7: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1" name="Google Shape;291;p17: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292" name="Google Shape;292;p17: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8: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1" name="Google Shape;301;p18: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02" name="Google Shape;302;p18: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9: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1" name="Google Shape;311;p19: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12" name="Google Shape;312;p19: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0: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1" name="Google Shape;321;p20:notes"/>
          <p:cNvSpPr txBox="1">
            <a:spLocks noGrp="1"/>
          </p:cNvSpPr>
          <p:nvPr>
            <p:ph type="body" idx="1"/>
          </p:nvPr>
        </p:nvSpPr>
        <p:spPr>
          <a:xfrm>
            <a:off x="731837" y="4560887"/>
            <a:ext cx="5851525" cy="4319587"/>
          </a:xfrm>
          <a:prstGeom prst="rect">
            <a:avLst/>
          </a:prstGeom>
          <a:noFill/>
          <a:ln>
            <a:noFill/>
          </a:ln>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322" name="Google Shape;322;p20:notes"/>
          <p:cNvSpPr txBox="1"/>
          <p:nvPr/>
        </p:nvSpPr>
        <p:spPr>
          <a:xfrm>
            <a:off x="4143375" y="9120187"/>
            <a:ext cx="3170237" cy="479425"/>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a:solidFill>
                  <a:srgbClr val="000000"/>
                </a:solidFill>
                <a:latin typeface="Arial"/>
                <a:ea typeface="Arial"/>
                <a:cs typeface="Arial"/>
                <a:sym typeface="Arial"/>
              </a:rPr>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3355848"/>
            <a:ext cx="8077200" cy="1673352"/>
          </a:xfrm>
          <a:prstGeom prst="rect">
            <a:avLst/>
          </a:prstGeom>
          <a:noFill/>
          <a:ln>
            <a:noFill/>
          </a:ln>
        </p:spPr>
        <p:txBody>
          <a:bodyPr spcFirstLastPara="1" wrap="square" lIns="91425" tIns="0" rIns="45700" bIns="0" anchor="t" anchorCtr="0">
            <a:normAutofit/>
          </a:bodyPr>
          <a:lstStyle>
            <a:lvl1pPr lvl="0" algn="l">
              <a:spcBef>
                <a:spcPts val="0"/>
              </a:spcBef>
              <a:spcAft>
                <a:spcPts val="0"/>
              </a:spcAft>
              <a:buSzPts val="1400"/>
              <a:buNone/>
              <a:defRPr sz="47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1828800"/>
            <a:ext cx="8077200" cy="1499616"/>
          </a:xfrm>
          <a:prstGeom prst="rect">
            <a:avLst/>
          </a:prstGeom>
          <a:noFill/>
          <a:ln>
            <a:noFill/>
          </a:ln>
        </p:spPr>
        <p:txBody>
          <a:bodyPr spcFirstLastPara="1" wrap="square" lIns="118850" tIns="0" rIns="45700" bIns="0" anchor="b" anchorCtr="0">
            <a:noAutofit/>
          </a:bodyPr>
          <a:lstStyle>
            <a:lvl1pPr lvl="0" algn="l">
              <a:spcBef>
                <a:spcPts val="0"/>
              </a:spcBef>
              <a:spcAft>
                <a:spcPts val="0"/>
              </a:spcAft>
              <a:buSzPts val="1600"/>
              <a:buNone/>
              <a:defRPr sz="2000">
                <a:solidFill>
                  <a:srgbClr val="FFFFFF"/>
                </a:solidFill>
              </a:defRPr>
            </a:lvl1pPr>
            <a:lvl2pPr lvl="1" algn="ctr">
              <a:spcBef>
                <a:spcPts val="560"/>
              </a:spcBef>
              <a:spcAft>
                <a:spcPts val="0"/>
              </a:spcAft>
              <a:buSzPts val="2520"/>
              <a:buNone/>
              <a:defRPr>
                <a:solidFill>
                  <a:schemeClr val="lt1"/>
                </a:solidFill>
              </a:defRPr>
            </a:lvl2pPr>
            <a:lvl3pPr lvl="2" algn="ctr">
              <a:spcBef>
                <a:spcPts val="480"/>
              </a:spcBef>
              <a:spcAft>
                <a:spcPts val="0"/>
              </a:spcAft>
              <a:buSzPts val="2400"/>
              <a:buNone/>
              <a:defRPr>
                <a:solidFill>
                  <a:schemeClr val="lt1"/>
                </a:solidFill>
              </a:defRPr>
            </a:lvl3pPr>
            <a:lvl4pPr lvl="3" algn="ctr">
              <a:spcBef>
                <a:spcPts val="400"/>
              </a:spcBef>
              <a:spcAft>
                <a:spcPts val="0"/>
              </a:spcAft>
              <a:buSzPts val="2000"/>
              <a:buNone/>
              <a:defRPr>
                <a:solidFill>
                  <a:schemeClr val="lt1"/>
                </a:solidFill>
              </a:defRPr>
            </a:lvl4pPr>
            <a:lvl5pPr lvl="4" algn="ctr">
              <a:spcBef>
                <a:spcPts val="400"/>
              </a:spcBef>
              <a:spcAft>
                <a:spcPts val="0"/>
              </a:spcAft>
              <a:buSzPts val="2000"/>
              <a:buNone/>
              <a:defRPr>
                <a:solidFill>
                  <a:schemeClr val="lt1"/>
                </a:solidFill>
              </a:defRPr>
            </a:lvl5pPr>
            <a:lvl6pPr lvl="5" algn="ctr">
              <a:spcBef>
                <a:spcPts val="400"/>
              </a:spcBef>
              <a:spcAft>
                <a:spcPts val="0"/>
              </a:spcAft>
              <a:buSzPts val="2000"/>
              <a:buNone/>
              <a:defRPr>
                <a:solidFill>
                  <a:schemeClr val="lt1"/>
                </a:solidFill>
              </a:defRPr>
            </a:lvl6pPr>
            <a:lvl7pPr lvl="6" algn="ctr">
              <a:spcBef>
                <a:spcPts val="360"/>
              </a:spcBef>
              <a:spcAft>
                <a:spcPts val="0"/>
              </a:spcAft>
              <a:buSzPts val="1800"/>
              <a:buNone/>
              <a:defRPr>
                <a:solidFill>
                  <a:schemeClr val="lt1"/>
                </a:solidFill>
              </a:defRPr>
            </a:lvl7pPr>
            <a:lvl8pPr lvl="7" algn="ctr">
              <a:spcBef>
                <a:spcPts val="360"/>
              </a:spcBef>
              <a:spcAft>
                <a:spcPts val="0"/>
              </a:spcAft>
              <a:buSzPts val="1800"/>
              <a:buNone/>
              <a:defRPr>
                <a:solidFill>
                  <a:schemeClr val="lt1"/>
                </a:solidFill>
              </a:defRPr>
            </a:lvl8pPr>
            <a:lvl9pPr lvl="8" algn="ctr">
              <a:spcBef>
                <a:spcPts val="360"/>
              </a:spcBef>
              <a:spcAft>
                <a:spcPts val="0"/>
              </a:spcAft>
              <a:buSzPts val="1800"/>
              <a:buNone/>
              <a:defRPr>
                <a:solidFill>
                  <a:schemeClr val="lt1"/>
                </a:solidFill>
              </a:defRPr>
            </a:lvl9pPr>
          </a:lstStyle>
          <a:p>
            <a:endParaRPr/>
          </a:p>
        </p:txBody>
      </p:sp>
      <p:sp>
        <p:nvSpPr>
          <p:cNvPr id="20" name="Google Shape;20;p2"/>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p4"/>
          <p:cNvSpPr txBox="1">
            <a:spLocks noGrp="1"/>
          </p:cNvSpPr>
          <p:nvPr>
            <p:ph type="title"/>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4" name="Google Shape;34;p4"/>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body" idx="1"/>
          </p:nvPr>
        </p:nvSpPr>
        <p:spPr>
          <a:xfrm rot="5400000">
            <a:off x="2259013" y="-26987"/>
            <a:ext cx="4625975" cy="8229600"/>
          </a:xfrm>
          <a:prstGeom prst="rect">
            <a:avLst/>
          </a:prstGeom>
          <a:noFill/>
          <a:ln>
            <a:noFill/>
          </a:ln>
        </p:spPr>
        <p:txBody>
          <a:bodyPr spcFirstLastPara="1" wrap="square" lIns="54850" tIns="91425" rIns="91425" bIns="45700" anchor="t" anchorCtr="0">
            <a:no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5"/>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5"/>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5"/>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6"/>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6"/>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7"/>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
          <p:cNvSpPr txBox="1">
            <a:spLocks noGrp="1"/>
          </p:cNvSpPr>
          <p:nvPr>
            <p:ph type="body" idx="1"/>
          </p:nvPr>
        </p:nvSpPr>
        <p:spPr>
          <a:xfrm>
            <a:off x="457200" y="1698987"/>
            <a:ext cx="4040188" cy="715355"/>
          </a:xfrm>
          <a:prstGeom prst="rect">
            <a:avLst/>
          </a:prstGeom>
          <a:noFill/>
          <a:ln>
            <a:noFill/>
          </a:ln>
        </p:spPr>
        <p:txBody>
          <a:bodyPr spcFirstLastPara="1" wrap="square" lIns="146300" tIns="91425" rIns="91425" bIns="45700" anchor="ctr" anchorCtr="0">
            <a:noAutofit/>
          </a:bodyPr>
          <a:lstStyle>
            <a:lvl1pPr marL="457200" lvl="0" indent="-228600" algn="l">
              <a:spcBef>
                <a:spcPts val="0"/>
              </a:spcBef>
              <a:spcAft>
                <a:spcPts val="0"/>
              </a:spcAft>
              <a:buSzPts val="1840"/>
              <a:buNone/>
              <a:defRPr sz="2300" b="1" cap="none"/>
            </a:lvl1pPr>
            <a:lvl2pPr marL="914400" lvl="1" indent="-228600" algn="l">
              <a:spcBef>
                <a:spcPts val="400"/>
              </a:spcBef>
              <a:spcAft>
                <a:spcPts val="0"/>
              </a:spcAft>
              <a:buSzPts val="18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1" name="Google Shape;51;p7"/>
          <p:cNvSpPr txBox="1">
            <a:spLocks noGrp="1"/>
          </p:cNvSpPr>
          <p:nvPr>
            <p:ph type="body" idx="2"/>
          </p:nvPr>
        </p:nvSpPr>
        <p:spPr>
          <a:xfrm>
            <a:off x="457200" y="2449512"/>
            <a:ext cx="4040188" cy="3951288"/>
          </a:xfrm>
          <a:prstGeom prst="rect">
            <a:avLst/>
          </a:prstGeom>
          <a:noFill/>
          <a:ln>
            <a:noFill/>
          </a:ln>
        </p:spPr>
        <p:txBody>
          <a:bodyPr spcFirstLastPara="1" wrap="square" lIns="54850" tIns="91425" rIns="91425" bIns="45700" anchor="t" anchorCtr="0">
            <a:noAutofit/>
          </a:bodyPr>
          <a:lstStyle>
            <a:lvl1pPr marL="457200" lvl="0" indent="-350520" algn="l">
              <a:spcBef>
                <a:spcPts val="0"/>
              </a:spcBef>
              <a:spcAft>
                <a:spcPts val="0"/>
              </a:spcAft>
              <a:buSzPts val="192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2" name="Google Shape;52;p7"/>
          <p:cNvSpPr txBox="1">
            <a:spLocks noGrp="1"/>
          </p:cNvSpPr>
          <p:nvPr>
            <p:ph type="body" idx="3"/>
          </p:nvPr>
        </p:nvSpPr>
        <p:spPr>
          <a:xfrm>
            <a:off x="4645025" y="1698987"/>
            <a:ext cx="4041775" cy="715355"/>
          </a:xfrm>
          <a:prstGeom prst="rect">
            <a:avLst/>
          </a:prstGeom>
          <a:noFill/>
          <a:ln>
            <a:noFill/>
          </a:ln>
        </p:spPr>
        <p:txBody>
          <a:bodyPr spcFirstLastPara="1" wrap="square" lIns="146300" tIns="91425" rIns="91425" bIns="45700" anchor="ctr" anchorCtr="0">
            <a:noAutofit/>
          </a:bodyPr>
          <a:lstStyle>
            <a:lvl1pPr marL="457200" lvl="0" indent="-228600" algn="l">
              <a:spcBef>
                <a:spcPts val="0"/>
              </a:spcBef>
              <a:spcAft>
                <a:spcPts val="0"/>
              </a:spcAft>
              <a:buSzPts val="1840"/>
              <a:buNone/>
              <a:defRPr sz="2300" b="1" cap="none"/>
            </a:lvl1pPr>
            <a:lvl2pPr marL="914400" lvl="1" indent="-228600" algn="l">
              <a:spcBef>
                <a:spcPts val="400"/>
              </a:spcBef>
              <a:spcAft>
                <a:spcPts val="0"/>
              </a:spcAft>
              <a:buSzPts val="18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3" name="Google Shape;53;p7"/>
          <p:cNvSpPr txBox="1">
            <a:spLocks noGrp="1"/>
          </p:cNvSpPr>
          <p:nvPr>
            <p:ph type="body" idx="4"/>
          </p:nvPr>
        </p:nvSpPr>
        <p:spPr>
          <a:xfrm>
            <a:off x="4645025" y="2449512"/>
            <a:ext cx="4041775" cy="3951288"/>
          </a:xfrm>
          <a:prstGeom prst="rect">
            <a:avLst/>
          </a:prstGeom>
          <a:noFill/>
          <a:ln>
            <a:noFill/>
          </a:ln>
        </p:spPr>
        <p:txBody>
          <a:bodyPr spcFirstLastPara="1" wrap="square" lIns="54850" tIns="91425" rIns="91425" bIns="45700" anchor="t" anchorCtr="0">
            <a:noAutofit/>
          </a:bodyPr>
          <a:lstStyle>
            <a:lvl1pPr marL="457200" lvl="0" indent="-350520" algn="l">
              <a:spcBef>
                <a:spcPts val="0"/>
              </a:spcBef>
              <a:spcAft>
                <a:spcPts val="0"/>
              </a:spcAft>
              <a:buSzPts val="1920"/>
              <a:buChar char="◼"/>
              <a:defRPr sz="2400"/>
            </a:lvl1pPr>
            <a:lvl2pPr marL="914400" lvl="1" indent="-342900" algn="l">
              <a:spcBef>
                <a:spcPts val="400"/>
              </a:spcBef>
              <a:spcAft>
                <a:spcPts val="0"/>
              </a:spcAft>
              <a:buSzPts val="18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4" name="Google Shape;54;p7"/>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body" idx="1"/>
          </p:nvPr>
        </p:nvSpPr>
        <p:spPr>
          <a:xfrm>
            <a:off x="457200" y="1773936"/>
            <a:ext cx="4038600" cy="4623816"/>
          </a:xfrm>
          <a:prstGeom prst="rect">
            <a:avLst/>
          </a:prstGeom>
          <a:noFill/>
          <a:ln>
            <a:noFill/>
          </a:ln>
        </p:spPr>
        <p:txBody>
          <a:bodyPr spcFirstLastPara="1" wrap="square" lIns="91425" tIns="91425" rIns="91425" bIns="45700" anchor="t" anchorCtr="0">
            <a:noAutofit/>
          </a:bodyPr>
          <a:lstStyle>
            <a:lvl1pPr marL="457200" lvl="0" indent="-370840" algn="l">
              <a:spcBef>
                <a:spcPts val="0"/>
              </a:spcBef>
              <a:spcAft>
                <a:spcPts val="0"/>
              </a:spcAft>
              <a:buSzPts val="2240"/>
              <a:buChar char="◼"/>
              <a:defRPr sz="2800"/>
            </a:lvl1pPr>
            <a:lvl2pPr marL="914400" lvl="1" indent="-365760" algn="l">
              <a:spcBef>
                <a:spcPts val="480"/>
              </a:spcBef>
              <a:spcAft>
                <a:spcPts val="0"/>
              </a:spcAft>
              <a:buSzPts val="216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60" name="Google Shape;60;p8"/>
          <p:cNvSpPr txBox="1">
            <a:spLocks noGrp="1"/>
          </p:cNvSpPr>
          <p:nvPr>
            <p:ph type="body" idx="2"/>
          </p:nvPr>
        </p:nvSpPr>
        <p:spPr>
          <a:xfrm>
            <a:off x="4648200" y="1773936"/>
            <a:ext cx="4038600" cy="4623816"/>
          </a:xfrm>
          <a:prstGeom prst="rect">
            <a:avLst/>
          </a:prstGeom>
          <a:noFill/>
          <a:ln>
            <a:noFill/>
          </a:ln>
        </p:spPr>
        <p:txBody>
          <a:bodyPr spcFirstLastPara="1" wrap="square" lIns="54850" tIns="91425" rIns="91425" bIns="45700" anchor="t" anchorCtr="0">
            <a:noAutofit/>
          </a:bodyPr>
          <a:lstStyle>
            <a:lvl1pPr marL="457200" lvl="0" indent="-370840" algn="l">
              <a:spcBef>
                <a:spcPts val="0"/>
              </a:spcBef>
              <a:spcAft>
                <a:spcPts val="0"/>
              </a:spcAft>
              <a:buSzPts val="2240"/>
              <a:buChar char="◼"/>
              <a:defRPr sz="2800"/>
            </a:lvl1pPr>
            <a:lvl2pPr marL="914400" lvl="1" indent="-365760" algn="l">
              <a:spcBef>
                <a:spcPts val="480"/>
              </a:spcBef>
              <a:spcAft>
                <a:spcPts val="0"/>
              </a:spcAft>
              <a:buSzPts val="216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61" name="Google Shape;61;p8"/>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8"/>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72"/>
        <p:cNvGrpSpPr/>
        <p:nvPr/>
      </p:nvGrpSpPr>
      <p:grpSpPr>
        <a:xfrm>
          <a:off x="0" y="0"/>
          <a:ext cx="0" cy="0"/>
          <a:chOff x="0" y="0"/>
          <a:chExt cx="0" cy="0"/>
        </a:xfrm>
      </p:grpSpPr>
      <p:sp>
        <p:nvSpPr>
          <p:cNvPr id="73" name="Google Shape;73;p10"/>
          <p:cNvSpPr txBox="1">
            <a:spLocks noGrp="1"/>
          </p:cNvSpPr>
          <p:nvPr>
            <p:ph type="title"/>
          </p:nvPr>
        </p:nvSpPr>
        <p:spPr>
          <a:xfrm>
            <a:off x="749808" y="118872"/>
            <a:ext cx="8013192" cy="1636776"/>
          </a:xfrm>
          <a:prstGeom prst="rect">
            <a:avLst/>
          </a:prstGeom>
          <a:noFill/>
          <a:ln>
            <a:noFill/>
          </a:ln>
        </p:spPr>
        <p:txBody>
          <a:bodyPr spcFirstLastPara="1" wrap="square" lIns="91425" tIns="0" rIns="91425" bIns="0" anchor="b" anchorCtr="0">
            <a:normAutofit/>
          </a:bodyPr>
          <a:lstStyle>
            <a:lvl1pPr lvl="0" algn="l">
              <a:spcBef>
                <a:spcPts val="0"/>
              </a:spcBef>
              <a:spcAft>
                <a:spcPts val="0"/>
              </a:spcAft>
              <a:buSzPts val="1400"/>
              <a:buNone/>
              <a:defRPr sz="47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body" idx="1"/>
          </p:nvPr>
        </p:nvSpPr>
        <p:spPr>
          <a:xfrm>
            <a:off x="740664" y="1828800"/>
            <a:ext cx="8022336" cy="685800"/>
          </a:xfrm>
          <a:prstGeom prst="rect">
            <a:avLst/>
          </a:prstGeom>
          <a:noFill/>
          <a:ln>
            <a:noFill/>
          </a:ln>
        </p:spPr>
        <p:txBody>
          <a:bodyPr spcFirstLastPara="1" wrap="square" lIns="146300" tIns="0" rIns="45700" bIns="0" anchor="t" anchorCtr="0">
            <a:noAutofit/>
          </a:bodyPr>
          <a:lstStyle>
            <a:lvl1pPr marL="457200" lvl="0" indent="-228600" algn="l">
              <a:spcBef>
                <a:spcPts val="0"/>
              </a:spcBef>
              <a:spcAft>
                <a:spcPts val="0"/>
              </a:spcAft>
              <a:buSzPts val="1600"/>
              <a:buNone/>
              <a:defRPr sz="2000">
                <a:solidFill>
                  <a:srgbClr val="FFFFFF"/>
                </a:solidFill>
              </a:defRPr>
            </a:lvl1pPr>
            <a:lvl2pPr marL="914400" lvl="1" indent="-228600" algn="l">
              <a:spcBef>
                <a:spcPts val="360"/>
              </a:spcBef>
              <a:spcAft>
                <a:spcPts val="0"/>
              </a:spcAft>
              <a:buSzPts val="1620"/>
              <a:buNone/>
              <a:defRPr sz="1800">
                <a:solidFill>
                  <a:schemeClr val="lt1"/>
                </a:solidFill>
              </a:defRPr>
            </a:lvl2pPr>
            <a:lvl3pPr marL="1371600" lvl="2" indent="-228600" algn="l">
              <a:spcBef>
                <a:spcPts val="320"/>
              </a:spcBef>
              <a:spcAft>
                <a:spcPts val="0"/>
              </a:spcAft>
              <a:buSzPts val="1600"/>
              <a:buNone/>
              <a:defRPr sz="1600">
                <a:solidFill>
                  <a:schemeClr val="lt1"/>
                </a:solidFill>
              </a:defRPr>
            </a:lvl3pPr>
            <a:lvl4pPr marL="1828800" lvl="3" indent="-228600" algn="l">
              <a:spcBef>
                <a:spcPts val="280"/>
              </a:spcBef>
              <a:spcAft>
                <a:spcPts val="0"/>
              </a:spcAft>
              <a:buSzPts val="1400"/>
              <a:buNone/>
              <a:defRPr sz="1400">
                <a:solidFill>
                  <a:schemeClr val="lt1"/>
                </a:solidFill>
              </a:defRPr>
            </a:lvl4pPr>
            <a:lvl5pPr marL="2286000" lvl="4" indent="-228600" algn="l">
              <a:spcBef>
                <a:spcPts val="280"/>
              </a:spcBef>
              <a:spcAft>
                <a:spcPts val="0"/>
              </a:spcAft>
              <a:buSzPts val="1400"/>
              <a:buNone/>
              <a:defRPr sz="1400">
                <a:solidFill>
                  <a:schemeClr val="lt1"/>
                </a:solidFill>
              </a:defRPr>
            </a:lvl5pPr>
            <a:lvl6pPr marL="2743200" lvl="5" indent="-228600" algn="l">
              <a:spcBef>
                <a:spcPts val="280"/>
              </a:spcBef>
              <a:spcAft>
                <a:spcPts val="0"/>
              </a:spcAft>
              <a:buSzPts val="1400"/>
              <a:buNone/>
              <a:defRPr sz="1400">
                <a:solidFill>
                  <a:schemeClr val="lt1"/>
                </a:solidFill>
              </a:defRPr>
            </a:lvl6pPr>
            <a:lvl7pPr marL="3200400" lvl="6" indent="-228600" algn="l">
              <a:spcBef>
                <a:spcPts val="280"/>
              </a:spcBef>
              <a:spcAft>
                <a:spcPts val="0"/>
              </a:spcAft>
              <a:buSzPts val="1400"/>
              <a:buNone/>
              <a:defRPr sz="1400">
                <a:solidFill>
                  <a:schemeClr val="lt1"/>
                </a:solidFill>
              </a:defRPr>
            </a:lvl7pPr>
            <a:lvl8pPr marL="3657600" lvl="7" indent="-228600" algn="l">
              <a:spcBef>
                <a:spcPts val="280"/>
              </a:spcBef>
              <a:spcAft>
                <a:spcPts val="0"/>
              </a:spcAft>
              <a:buSzPts val="1400"/>
              <a:buNone/>
              <a:defRPr sz="1400">
                <a:solidFill>
                  <a:schemeClr val="lt1"/>
                </a:solidFill>
              </a:defRPr>
            </a:lvl8pPr>
            <a:lvl9pPr marL="4114800" lvl="8" indent="-228600" algn="l">
              <a:spcBef>
                <a:spcPts val="280"/>
              </a:spcBef>
              <a:spcAft>
                <a:spcPts val="0"/>
              </a:spcAft>
              <a:buSzPts val="1400"/>
              <a:buNone/>
              <a:defRPr sz="1400">
                <a:solidFill>
                  <a:schemeClr val="lt1"/>
                </a:solidFill>
              </a:defRPr>
            </a:lvl9pPr>
          </a:lstStyle>
          <a:p>
            <a:endParaRPr/>
          </a:p>
        </p:txBody>
      </p:sp>
      <p:sp>
        <p:nvSpPr>
          <p:cNvPr id="75" name="Google Shape;75;p10"/>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84"/>
        <p:cNvGrpSpPr/>
        <p:nvPr/>
      </p:nvGrpSpPr>
      <p:grpSpPr>
        <a:xfrm>
          <a:off x="0" y="0"/>
          <a:ext cx="0" cy="0"/>
          <a:chOff x="0" y="0"/>
          <a:chExt cx="0" cy="0"/>
        </a:xfrm>
      </p:grpSpPr>
      <p:sp>
        <p:nvSpPr>
          <p:cNvPr id="85" name="Google Shape;85;p12"/>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2"/>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2"/>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167838" y="152400"/>
            <a:ext cx="2523744" cy="978408"/>
          </a:xfrm>
          <a:prstGeom prst="rect">
            <a:avLst/>
          </a:prstGeom>
          <a:noFill/>
          <a:ln>
            <a:noFill/>
          </a:ln>
        </p:spPr>
        <p:txBody>
          <a:bodyPr spcFirstLastPara="1" wrap="square" lIns="73150" tIns="45700" rIns="45700" bIns="0" anchor="b" anchorCtr="0">
            <a:normAutofit/>
          </a:bodyPr>
          <a:lstStyle>
            <a:lvl1pPr lvl="0" algn="l">
              <a:spcBef>
                <a:spcPts val="0"/>
              </a:spcBef>
              <a:spcAft>
                <a:spcPts val="0"/>
              </a:spcAft>
              <a:buSzPts val="1400"/>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4"/>
          <p:cNvSpPr txBox="1">
            <a:spLocks noGrp="1"/>
          </p:cNvSpPr>
          <p:nvPr>
            <p:ph type="body" idx="1"/>
          </p:nvPr>
        </p:nvSpPr>
        <p:spPr>
          <a:xfrm>
            <a:off x="3019377" y="1743133"/>
            <a:ext cx="5920641" cy="4558885"/>
          </a:xfrm>
          <a:prstGeom prst="rect">
            <a:avLst/>
          </a:prstGeom>
          <a:noFill/>
          <a:ln>
            <a:noFill/>
          </a:ln>
        </p:spPr>
        <p:txBody>
          <a:bodyPr spcFirstLastPara="1" wrap="square" lIns="54850" tIns="91425" rIns="91425" bIns="45700" anchor="t" anchorCtr="0">
            <a:noAutofit/>
          </a:bodyPr>
          <a:lstStyle>
            <a:lvl1pPr marL="457200" lvl="0" indent="-391160" algn="l">
              <a:spcBef>
                <a:spcPts val="0"/>
              </a:spcBef>
              <a:spcAft>
                <a:spcPts val="0"/>
              </a:spcAft>
              <a:buSzPts val="2560"/>
              <a:buChar char="◼"/>
              <a:defRPr sz="3200"/>
            </a:lvl1pPr>
            <a:lvl2pPr marL="914400" lvl="1" indent="-388619" algn="l">
              <a:spcBef>
                <a:spcPts val="560"/>
              </a:spcBef>
              <a:spcAft>
                <a:spcPts val="0"/>
              </a:spcAft>
              <a:buSzPts val="252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101" name="Google Shape;101;p14"/>
          <p:cNvSpPr txBox="1">
            <a:spLocks noGrp="1"/>
          </p:cNvSpPr>
          <p:nvPr>
            <p:ph type="body" idx="2"/>
          </p:nvPr>
        </p:nvSpPr>
        <p:spPr>
          <a:xfrm>
            <a:off x="167838" y="1730018"/>
            <a:ext cx="2468880" cy="4572000"/>
          </a:xfrm>
          <a:prstGeom prst="rect">
            <a:avLst/>
          </a:prstGeom>
          <a:noFill/>
          <a:ln>
            <a:noFill/>
          </a:ln>
        </p:spPr>
        <p:txBody>
          <a:bodyPr spcFirstLastPara="1" wrap="square" lIns="54850" tIns="91425" rIns="91425" bIns="45700" anchor="t" anchorCtr="0">
            <a:noAutofit/>
          </a:bodyPr>
          <a:lstStyle>
            <a:lvl1pPr marL="457200" lvl="0" indent="-228600" algn="l">
              <a:spcBef>
                <a:spcPts val="0"/>
              </a:spcBef>
              <a:spcAft>
                <a:spcPts val="0"/>
              </a:spcAft>
              <a:buSzPts val="1120"/>
              <a:buNone/>
              <a:defRPr sz="1400"/>
            </a:lvl1pPr>
            <a:lvl2pPr marL="914400" lvl="1" indent="-228600" algn="l">
              <a:spcBef>
                <a:spcPts val="240"/>
              </a:spcBef>
              <a:spcAft>
                <a:spcPts val="0"/>
              </a:spcAft>
              <a:buSzPts val="108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102" name="Google Shape;102;p14"/>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4"/>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4"/>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xfrm>
            <a:off x="164592" y="155448"/>
            <a:ext cx="2525150" cy="978408"/>
          </a:xfrm>
          <a:prstGeom prst="rect">
            <a:avLst/>
          </a:prstGeom>
          <a:noFill/>
          <a:ln>
            <a:noFill/>
          </a:ln>
        </p:spPr>
        <p:txBody>
          <a:bodyPr spcFirstLastPara="1" wrap="square" lIns="73150" tIns="45700" rIns="45700" bIns="0" anchor="b" anchorCtr="0">
            <a:normAutofit/>
          </a:bodyPr>
          <a:lstStyle>
            <a:lvl1pPr lvl="0" algn="l">
              <a:spcBef>
                <a:spcPts val="0"/>
              </a:spcBef>
              <a:spcAft>
                <a:spcPts val="0"/>
              </a:spcAft>
              <a:buSzPts val="1400"/>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6"/>
          <p:cNvSpPr>
            <a:spLocks noGrp="1"/>
          </p:cNvSpPr>
          <p:nvPr>
            <p:ph type="pic" idx="2"/>
          </p:nvPr>
        </p:nvSpPr>
        <p:spPr>
          <a:xfrm>
            <a:off x="2903805" y="1484808"/>
            <a:ext cx="6247397" cy="5373192"/>
          </a:xfrm>
          <a:prstGeom prst="rect">
            <a:avLst/>
          </a:prstGeom>
          <a:solidFill>
            <a:srgbClr val="BABABB"/>
          </a:solidFill>
          <a:ln>
            <a:noFill/>
          </a:ln>
        </p:spPr>
      </p:sp>
      <p:sp>
        <p:nvSpPr>
          <p:cNvPr id="118" name="Google Shape;118;p16"/>
          <p:cNvSpPr txBox="1">
            <a:spLocks noGrp="1"/>
          </p:cNvSpPr>
          <p:nvPr>
            <p:ph type="body" idx="1"/>
          </p:nvPr>
        </p:nvSpPr>
        <p:spPr>
          <a:xfrm>
            <a:off x="164592" y="1728216"/>
            <a:ext cx="2468880" cy="4572000"/>
          </a:xfrm>
          <a:prstGeom prst="rect">
            <a:avLst/>
          </a:prstGeom>
          <a:noFill/>
          <a:ln>
            <a:noFill/>
          </a:ln>
        </p:spPr>
        <p:txBody>
          <a:bodyPr spcFirstLastPara="1" wrap="square" lIns="54850" tIns="91425" rIns="91425" bIns="45700" anchor="t" anchorCtr="0">
            <a:noAutofit/>
          </a:bodyPr>
          <a:lstStyle>
            <a:lvl1pPr marL="457200" lvl="0" indent="-228600" algn="l">
              <a:spcBef>
                <a:spcPts val="0"/>
              </a:spcBef>
              <a:spcAft>
                <a:spcPts val="0"/>
              </a:spcAft>
              <a:buSzPts val="1120"/>
              <a:buNone/>
              <a:defRPr sz="1400"/>
            </a:lvl1pPr>
            <a:lvl2pPr marL="914400" lvl="1" indent="-228600" algn="l">
              <a:spcBef>
                <a:spcPts val="240"/>
              </a:spcBef>
              <a:spcAft>
                <a:spcPts val="0"/>
              </a:spcAft>
              <a:buSzPts val="108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119" name="Google Shape;119;p16"/>
          <p:cNvSpPr txBox="1">
            <a:spLocks noGrp="1"/>
          </p:cNvSpPr>
          <p:nvPr>
            <p:ph type="dt" idx="10"/>
          </p:nvPr>
        </p:nvSpPr>
        <p:spPr>
          <a:xfrm>
            <a:off x="165100" y="1169987"/>
            <a:ext cx="2522537" cy="201612"/>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16"/>
          <p:cNvSpPr txBox="1">
            <a:spLocks noGrp="1"/>
          </p:cNvSpPr>
          <p:nvPr>
            <p:ph type="ftr" idx="11"/>
          </p:nvPr>
        </p:nvSpPr>
        <p:spPr>
          <a:xfrm>
            <a:off x="3035300" y="1169987"/>
            <a:ext cx="5194300" cy="201612"/>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BCBCB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6"/>
          <p:cNvSpPr txBox="1">
            <a:spLocks noGrp="1"/>
          </p:cNvSpPr>
          <p:nvPr>
            <p:ph type="sldNum" idx="12"/>
          </p:nvPr>
        </p:nvSpPr>
        <p:spPr>
          <a:xfrm>
            <a:off x="8339137" y="1169987"/>
            <a:ext cx="733425" cy="201612"/>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0"/>
        <p:cNvGrpSpPr/>
        <p:nvPr/>
      </p:nvGrpSpPr>
      <p:grpSpPr>
        <a:xfrm>
          <a:off x="0" y="0"/>
          <a:ext cx="0" cy="0"/>
          <a:chOff x="0" y="0"/>
          <a:chExt cx="0" cy="0"/>
        </a:xfrm>
      </p:grpSpPr>
      <p:sp>
        <p:nvSpPr>
          <p:cNvPr id="131" name="Google Shape;131;p18"/>
          <p:cNvSpPr txBox="1">
            <a:spLocks noGrp="1"/>
          </p:cNvSpPr>
          <p:nvPr>
            <p:ph type="title"/>
          </p:nvPr>
        </p:nvSpPr>
        <p:spPr>
          <a:xfrm rot="5400000">
            <a:off x="4808538" y="2247903"/>
            <a:ext cx="5851525" cy="1905000"/>
          </a:xfrm>
          <a:prstGeom prst="rect">
            <a:avLst/>
          </a:prstGeom>
          <a:noFill/>
          <a:ln>
            <a:noFill/>
          </a:ln>
        </p:spPr>
        <p:txBody>
          <a:bodyPr spcFirstLastPara="1" wrap="square" lIns="91425" tIns="45700" rIns="45700" bIns="45700" anchor="ctr"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8"/>
          <p:cNvSpPr txBox="1">
            <a:spLocks noGrp="1"/>
          </p:cNvSpPr>
          <p:nvPr>
            <p:ph type="body" idx="1"/>
          </p:nvPr>
        </p:nvSpPr>
        <p:spPr>
          <a:xfrm rot="5400000">
            <a:off x="541338" y="220662"/>
            <a:ext cx="5851525" cy="6019800"/>
          </a:xfrm>
          <a:prstGeom prst="rect">
            <a:avLst/>
          </a:prstGeom>
          <a:noFill/>
          <a:ln>
            <a:noFill/>
          </a:ln>
        </p:spPr>
        <p:txBody>
          <a:bodyPr spcFirstLastPara="1" wrap="square" lIns="54850" tIns="91425" rIns="91425" bIns="45700" anchor="t" anchorCtr="0">
            <a:noAutofit/>
          </a:bodyPr>
          <a:lstStyle>
            <a:lvl1pPr marL="457200" lvl="0" indent="-320040" algn="l">
              <a:spcBef>
                <a:spcPts val="0"/>
              </a:spcBef>
              <a:spcAft>
                <a:spcPts val="0"/>
              </a:spcAft>
              <a:buSzPts val="1440"/>
              <a:buChar char="◼"/>
              <a:defRPr/>
            </a:lvl1pPr>
            <a:lvl2pPr marL="914400" lvl="1" indent="-331469" algn="l">
              <a:spcBef>
                <a:spcPts val="360"/>
              </a:spcBef>
              <a:spcAft>
                <a:spcPts val="0"/>
              </a:spcAft>
              <a:buSzPts val="162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33" name="Google Shape;133;p18"/>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18"/>
          <p:cNvSpPr txBox="1">
            <a:spLocks noGrp="1"/>
          </p:cNvSpPr>
          <p:nvPr>
            <p:ph type="ftr" idx="11"/>
          </p:nvPr>
        </p:nvSpPr>
        <p:spPr>
          <a:xfrm>
            <a:off x="2640012" y="6376987"/>
            <a:ext cx="3836987" cy="365125"/>
          </a:xfrm>
          <a:prstGeom prst="rect">
            <a:avLst/>
          </a:prstGeom>
          <a:noFill/>
          <a:ln>
            <a:noFill/>
          </a:ln>
        </p:spPr>
        <p:txBody>
          <a:bodyPr spcFirstLastPara="1" wrap="square" lIns="45700" tIns="45700" rIns="45700" bIns="0" anchor="b" anchorCtr="0">
            <a:noAutofit/>
          </a:bodyPr>
          <a:lstStyle>
            <a:lvl1pPr lvl="0" algn="l">
              <a:lnSpc>
                <a:spcPct val="100000"/>
              </a:lnSpc>
              <a:spcBef>
                <a:spcPts val="0"/>
              </a:spcBef>
              <a:spcAft>
                <a:spcPts val="0"/>
              </a:spcAft>
              <a:buSzPts val="1400"/>
              <a:buNone/>
              <a:defRPr sz="1200">
                <a:solidFill>
                  <a:srgbClr val="3F3F3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18"/>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0.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p:nvPr/>
        </p:nvSpPr>
        <p:spPr>
          <a:xfrm>
            <a:off x="0" y="0"/>
            <a:ext cx="9144000" cy="5135562"/>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1" name="Google Shape;11;p1"/>
          <p:cNvSpPr txBox="1"/>
          <p:nvPr/>
        </p:nvSpPr>
        <p:spPr>
          <a:xfrm>
            <a:off x="0" y="5127625"/>
            <a:ext cx="9144000" cy="46037"/>
          </a:xfrm>
          <a:prstGeom prst="rect">
            <a:avLst/>
          </a:prstGeom>
          <a:solidFill>
            <a:srgbClr val="FFFFFF"/>
          </a:solidFill>
          <a:ln>
            <a:noFill/>
          </a:ln>
          <a:effectLst>
            <a:outerShdw blurRad="63500" dist="10160" dir="54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12" name="Google Shape;12;p1"/>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13" name="Google Shape;13;p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lt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lt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lt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lt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lt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lt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Corbel"/>
                <a:ea typeface="Corbel"/>
                <a:cs typeface="Corbel"/>
                <a:sym typeface="Corbel"/>
              </a:defRPr>
            </a:lvl9pPr>
          </a:lstStyle>
          <a:p>
            <a:endParaRPr/>
          </a:p>
        </p:txBody>
      </p:sp>
      <p:sp>
        <p:nvSpPr>
          <p:cNvPr id="14" name="Google Shape;14;p1"/>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FFFFF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1"/>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FFFFF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6" name="Google Shape;16;p1"/>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
        <p:nvSpPr>
          <p:cNvPr id="24" name="Google Shape;24;p3"/>
          <p:cNvSpPr txBox="1"/>
          <p:nvPr/>
        </p:nvSpPr>
        <p:spPr>
          <a:xfrm>
            <a:off x="0" y="1436687"/>
            <a:ext cx="9144000" cy="44450"/>
          </a:xfrm>
          <a:prstGeom prst="rect">
            <a:avLst/>
          </a:prstGeom>
          <a:solidFill>
            <a:srgbClr val="FFFFFF"/>
          </a:solidFill>
          <a:ln>
            <a:noFill/>
          </a:ln>
          <a:effectLst>
            <a:outerShdw blurRad="63500" dist="10160" dir="54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5" name="Google Shape;25;p3"/>
          <p:cNvSpPr txBox="1"/>
          <p:nvPr/>
        </p:nvSpPr>
        <p:spPr>
          <a:xfrm>
            <a:off x="0" y="0"/>
            <a:ext cx="9144000" cy="1433512"/>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26" name="Google Shape;26;p3"/>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27" name="Google Shape;27;p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28" name="Google Shape;28;p3"/>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3"/>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0" name="Google Shape;30;p3"/>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4"/>
        <p:cNvGrpSpPr/>
        <p:nvPr/>
      </p:nvGrpSpPr>
      <p:grpSpPr>
        <a:xfrm>
          <a:off x="0" y="0"/>
          <a:ext cx="0" cy="0"/>
          <a:chOff x="0" y="0"/>
          <a:chExt cx="0" cy="0"/>
        </a:xfrm>
      </p:grpSpPr>
      <p:sp>
        <p:nvSpPr>
          <p:cNvPr id="65" name="Google Shape;65;p9"/>
          <p:cNvSpPr txBox="1"/>
          <p:nvPr/>
        </p:nvSpPr>
        <p:spPr>
          <a:xfrm>
            <a:off x="0" y="0"/>
            <a:ext cx="9144000" cy="2601912"/>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66" name="Google Shape;66;p9"/>
          <p:cNvSpPr txBox="1"/>
          <p:nvPr/>
        </p:nvSpPr>
        <p:spPr>
          <a:xfrm>
            <a:off x="0" y="2601912"/>
            <a:ext cx="9144000" cy="46037"/>
          </a:xfrm>
          <a:prstGeom prst="rect">
            <a:avLst/>
          </a:prstGeom>
          <a:solidFill>
            <a:srgbClr val="FFFFFF"/>
          </a:solidFill>
          <a:ln>
            <a:noFill/>
          </a:ln>
          <a:effectLst>
            <a:outerShdw blurRad="63500" dist="10160" dir="54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lt1"/>
              </a:solidFill>
              <a:latin typeface="Arial"/>
              <a:ea typeface="Arial"/>
              <a:cs typeface="Arial"/>
              <a:sym typeface="Arial"/>
            </a:endParaRPr>
          </a:p>
        </p:txBody>
      </p:sp>
      <p:sp>
        <p:nvSpPr>
          <p:cNvPr id="67" name="Google Shape;67;p9"/>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68" name="Google Shape;68;p9"/>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lt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lt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lt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lt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lt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lt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lt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lt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lt1"/>
                </a:solidFill>
                <a:latin typeface="Corbel"/>
                <a:ea typeface="Corbel"/>
                <a:cs typeface="Corbel"/>
                <a:sym typeface="Corbel"/>
              </a:defRPr>
            </a:lvl9pPr>
          </a:lstStyle>
          <a:p>
            <a:endParaRPr/>
          </a:p>
        </p:txBody>
      </p:sp>
      <p:sp>
        <p:nvSpPr>
          <p:cNvPr id="69" name="Google Shape;69;p9"/>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FFFFF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70" name="Google Shape;70;p9"/>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FFFFF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71" name="Google Shape;71;p9"/>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1pPr>
            <a:lvl2pPr marL="0" marR="0" lvl="1"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2pPr>
            <a:lvl3pPr marL="0" marR="0" lvl="2"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3pPr>
            <a:lvl4pPr marL="0" marR="0" lvl="3"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4pPr>
            <a:lvl5pPr marL="0" marR="0" lvl="4"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5pPr>
            <a:lvl6pPr marL="0" marR="0" lvl="5"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6pPr>
            <a:lvl7pPr marL="0" marR="0" lvl="6"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7pPr>
            <a:lvl8pPr marL="0" marR="0" lvl="7"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8pPr>
            <a:lvl9pPr marL="0" marR="0" lvl="8" indent="0" algn="r" rtl="0">
              <a:lnSpc>
                <a:spcPct val="100000"/>
              </a:lnSpc>
              <a:spcBef>
                <a:spcPts val="0"/>
              </a:spcBef>
              <a:spcAft>
                <a:spcPts val="0"/>
              </a:spcAft>
              <a:buClr>
                <a:srgbClr val="FFFFFF"/>
              </a:buClr>
              <a:buSzPts val="1200"/>
              <a:buFont typeface="Arial"/>
              <a:buNone/>
              <a:defRPr sz="1200" b="0" i="0" u="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80" name="Google Shape;80;p11"/>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81" name="Google Shape;81;p11"/>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2" name="Google Shape;82;p11"/>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3" name="Google Shape;83;p11"/>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5"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13"/>
          <p:cNvSpPr txBox="1"/>
          <p:nvPr/>
        </p:nvSpPr>
        <p:spPr>
          <a:xfrm>
            <a:off x="0" y="1436687"/>
            <a:ext cx="9144000" cy="44450"/>
          </a:xfrm>
          <a:prstGeom prst="rect">
            <a:avLst/>
          </a:prstGeom>
          <a:solidFill>
            <a:srgbClr val="FFFFFF"/>
          </a:solidFill>
          <a:ln>
            <a:noFill/>
          </a:ln>
          <a:effectLst>
            <a:outerShdw blurRad="63500" dist="10160" dir="54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0" name="Google Shape;90;p13"/>
          <p:cNvSpPr txBox="1"/>
          <p:nvPr/>
        </p:nvSpPr>
        <p:spPr>
          <a:xfrm>
            <a:off x="0" y="0"/>
            <a:ext cx="9144000" cy="1433512"/>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1" name="Google Shape;91;p13"/>
          <p:cNvSpPr txBox="1"/>
          <p:nvPr/>
        </p:nvSpPr>
        <p:spPr>
          <a:xfrm>
            <a:off x="2855912"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2" name="Google Shape;92;p13"/>
          <p:cNvSpPr txBox="1"/>
          <p:nvPr/>
        </p:nvSpPr>
        <p:spPr>
          <a:xfrm>
            <a:off x="2855912" y="0"/>
            <a:ext cx="46037" cy="145415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93" name="Google Shape;93;p13"/>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94" name="Google Shape;94;p1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95" name="Google Shape;95;p13"/>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6" name="Google Shape;96;p13"/>
          <p:cNvSpPr txBox="1">
            <a:spLocks noGrp="1"/>
          </p:cNvSpPr>
          <p:nvPr>
            <p:ph type="ftr" idx="11"/>
          </p:nvPr>
        </p:nvSpPr>
        <p:spPr>
          <a:xfrm>
            <a:off x="2640012" y="6477000"/>
            <a:ext cx="5508625" cy="274637"/>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7" name="Google Shape;97;p13"/>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6"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5"/>
        <p:cNvGrpSpPr/>
        <p:nvPr/>
      </p:nvGrpSpPr>
      <p:grpSpPr>
        <a:xfrm>
          <a:off x="0" y="0"/>
          <a:ext cx="0" cy="0"/>
          <a:chOff x="0" y="0"/>
          <a:chExt cx="0" cy="0"/>
        </a:xfrm>
      </p:grpSpPr>
      <p:sp>
        <p:nvSpPr>
          <p:cNvPr id="106" name="Google Shape;106;p15"/>
          <p:cNvSpPr txBox="1"/>
          <p:nvPr/>
        </p:nvSpPr>
        <p:spPr>
          <a:xfrm>
            <a:off x="0" y="1436687"/>
            <a:ext cx="9144000" cy="44450"/>
          </a:xfrm>
          <a:prstGeom prst="rect">
            <a:avLst/>
          </a:prstGeom>
          <a:solidFill>
            <a:srgbClr val="FFFFFF"/>
          </a:solidFill>
          <a:ln>
            <a:noFill/>
          </a:ln>
          <a:effectLst>
            <a:outerShdw blurRad="63500" dist="10160" dir="54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7" name="Google Shape;107;p15"/>
          <p:cNvSpPr txBox="1"/>
          <p:nvPr/>
        </p:nvSpPr>
        <p:spPr>
          <a:xfrm>
            <a:off x="0" y="0"/>
            <a:ext cx="9144000" cy="1433512"/>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8" name="Google Shape;108;p15"/>
          <p:cNvSpPr txBox="1"/>
          <p:nvPr/>
        </p:nvSpPr>
        <p:spPr>
          <a:xfrm>
            <a:off x="2855912"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09" name="Google Shape;109;p15"/>
          <p:cNvSpPr txBox="1"/>
          <p:nvPr/>
        </p:nvSpPr>
        <p:spPr>
          <a:xfrm>
            <a:off x="2855912" y="0"/>
            <a:ext cx="46037"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10" name="Google Shape;110;p15"/>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111" name="Google Shape;111;p15"/>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112" name="Google Shape;112;p15"/>
          <p:cNvSpPr txBox="1">
            <a:spLocks noGrp="1"/>
          </p:cNvSpPr>
          <p:nvPr>
            <p:ph type="dt" idx="10"/>
          </p:nvPr>
        </p:nvSpPr>
        <p:spPr>
          <a:xfrm>
            <a:off x="165100" y="1169987"/>
            <a:ext cx="2522537" cy="201612"/>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3" name="Google Shape;113;p15"/>
          <p:cNvSpPr txBox="1">
            <a:spLocks noGrp="1"/>
          </p:cNvSpPr>
          <p:nvPr>
            <p:ph type="ftr" idx="11"/>
          </p:nvPr>
        </p:nvSpPr>
        <p:spPr>
          <a:xfrm>
            <a:off x="3035300" y="1169987"/>
            <a:ext cx="5194300" cy="201612"/>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BCBCBC"/>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14" name="Google Shape;114;p15"/>
          <p:cNvSpPr txBox="1">
            <a:spLocks noGrp="1"/>
          </p:cNvSpPr>
          <p:nvPr>
            <p:ph type="sldNum" idx="12"/>
          </p:nvPr>
        </p:nvSpPr>
        <p:spPr>
          <a:xfrm>
            <a:off x="8339137" y="1169987"/>
            <a:ext cx="733425" cy="201612"/>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7"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
        <p:cNvGrpSpPr/>
        <p:nvPr/>
      </p:nvGrpSpPr>
      <p:grpSpPr>
        <a:xfrm>
          <a:off x="0" y="0"/>
          <a:ext cx="0" cy="0"/>
          <a:chOff x="0" y="0"/>
          <a:chExt cx="0" cy="0"/>
        </a:xfrm>
      </p:grpSpPr>
      <p:sp>
        <p:nvSpPr>
          <p:cNvPr id="123" name="Google Shape;123;p17"/>
          <p:cNvSpPr txBox="1"/>
          <p:nvPr/>
        </p:nvSpPr>
        <p:spPr>
          <a:xfrm>
            <a:off x="6599237" y="0"/>
            <a:ext cx="46037" cy="6858000"/>
          </a:xfrm>
          <a:prstGeom prst="rect">
            <a:avLst/>
          </a:prstGeom>
          <a:solidFill>
            <a:srgbClr val="FFFFFF"/>
          </a:solidFill>
          <a:ln>
            <a:noFill/>
          </a:ln>
          <a:effectLst>
            <a:outerShdw blurRad="63500" dist="10160" dir="10800000">
              <a:srgbClr val="000000">
                <a:alpha val="59607"/>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4" name="Google Shape;124;p17"/>
          <p:cNvSpPr txBox="1"/>
          <p:nvPr/>
        </p:nvSpPr>
        <p:spPr>
          <a:xfrm>
            <a:off x="6648450" y="0"/>
            <a:ext cx="2514600" cy="68580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Arial"/>
              <a:ea typeface="Arial"/>
              <a:cs typeface="Arial"/>
              <a:sym typeface="Arial"/>
            </a:endParaRPr>
          </a:p>
        </p:txBody>
      </p:sp>
      <p:sp>
        <p:nvSpPr>
          <p:cNvPr id="125" name="Google Shape;125;p17"/>
          <p:cNvSpPr txBox="1">
            <a:spLocks noGrp="1"/>
          </p:cNvSpPr>
          <p:nvPr>
            <p:ph type="title"/>
          </p:nvPr>
        </p:nvSpPr>
        <p:spPr>
          <a:xfrm>
            <a:off x="457200" y="152400"/>
            <a:ext cx="8229600" cy="1250950"/>
          </a:xfrm>
          <a:prstGeom prst="rect">
            <a:avLst/>
          </a:prstGeom>
          <a:noFill/>
          <a:ln>
            <a:noFill/>
          </a:ln>
        </p:spPr>
        <p:txBody>
          <a:bodyPr spcFirstLastPara="1" wrap="square" lIns="91425" tIns="45700" rIns="45700" bIns="45700" anchor="ctr" anchorCtr="0">
            <a:normAutofit/>
          </a:bodyPr>
          <a:lstStyle>
            <a:lvl1pPr marR="0" lvl="0" algn="l" rtl="0">
              <a:spcBef>
                <a:spcPts val="0"/>
              </a:spcBef>
              <a:spcAft>
                <a:spcPts val="0"/>
              </a:spcAft>
              <a:buSzPts val="1400"/>
              <a:buNone/>
              <a:defRPr sz="4500" b="1" i="0" u="none" strike="noStrike" cap="none">
                <a:solidFill>
                  <a:srgbClr val="FFC800"/>
                </a:solidFill>
                <a:latin typeface="Corbel"/>
                <a:ea typeface="Corbel"/>
                <a:cs typeface="Corbel"/>
                <a:sym typeface="Corbel"/>
              </a:defRPr>
            </a:lvl1pPr>
            <a:lvl2pPr marR="0" lvl="1" algn="l" rtl="0">
              <a:spcBef>
                <a:spcPts val="0"/>
              </a:spcBef>
              <a:spcAft>
                <a:spcPts val="0"/>
              </a:spcAft>
              <a:buSzPts val="1400"/>
              <a:buNone/>
              <a:defRPr sz="4500" b="1" i="0" u="none" strike="noStrike" cap="none">
                <a:solidFill>
                  <a:srgbClr val="FFC800"/>
                </a:solidFill>
                <a:latin typeface="Corbel"/>
                <a:ea typeface="Corbel"/>
                <a:cs typeface="Corbel"/>
                <a:sym typeface="Corbel"/>
              </a:defRPr>
            </a:lvl2pPr>
            <a:lvl3pPr marR="0" lvl="2" algn="l" rtl="0">
              <a:spcBef>
                <a:spcPts val="0"/>
              </a:spcBef>
              <a:spcAft>
                <a:spcPts val="0"/>
              </a:spcAft>
              <a:buSzPts val="1400"/>
              <a:buNone/>
              <a:defRPr sz="4500" b="1" i="0" u="none" strike="noStrike" cap="none">
                <a:solidFill>
                  <a:srgbClr val="FFC800"/>
                </a:solidFill>
                <a:latin typeface="Corbel"/>
                <a:ea typeface="Corbel"/>
                <a:cs typeface="Corbel"/>
                <a:sym typeface="Corbel"/>
              </a:defRPr>
            </a:lvl3pPr>
            <a:lvl4pPr marR="0" lvl="3" algn="l" rtl="0">
              <a:spcBef>
                <a:spcPts val="0"/>
              </a:spcBef>
              <a:spcAft>
                <a:spcPts val="0"/>
              </a:spcAft>
              <a:buSzPts val="1400"/>
              <a:buNone/>
              <a:defRPr sz="4500" b="1" i="0" u="none" strike="noStrike" cap="none">
                <a:solidFill>
                  <a:srgbClr val="FFC800"/>
                </a:solidFill>
                <a:latin typeface="Corbel"/>
                <a:ea typeface="Corbel"/>
                <a:cs typeface="Corbel"/>
                <a:sym typeface="Corbel"/>
              </a:defRPr>
            </a:lvl4pPr>
            <a:lvl5pPr marR="0" lvl="4" algn="l" rtl="0">
              <a:spcBef>
                <a:spcPts val="0"/>
              </a:spcBef>
              <a:spcAft>
                <a:spcPts val="0"/>
              </a:spcAft>
              <a:buSzPts val="1400"/>
              <a:buNone/>
              <a:defRPr sz="4500" b="1" i="0" u="none" strike="noStrike" cap="none">
                <a:solidFill>
                  <a:srgbClr val="FFC800"/>
                </a:solidFill>
                <a:latin typeface="Corbel"/>
                <a:ea typeface="Corbel"/>
                <a:cs typeface="Corbel"/>
                <a:sym typeface="Corbel"/>
              </a:defRPr>
            </a:lvl5pPr>
            <a:lvl6pPr marR="0" lvl="5" algn="l" rtl="0">
              <a:spcBef>
                <a:spcPts val="0"/>
              </a:spcBef>
              <a:spcAft>
                <a:spcPts val="0"/>
              </a:spcAft>
              <a:buSzPts val="1400"/>
              <a:buNone/>
              <a:defRPr sz="4500" b="1" i="0" u="none" strike="noStrike" cap="none">
                <a:solidFill>
                  <a:srgbClr val="FFC800"/>
                </a:solidFill>
                <a:latin typeface="Corbel"/>
                <a:ea typeface="Corbel"/>
                <a:cs typeface="Corbel"/>
                <a:sym typeface="Corbel"/>
              </a:defRPr>
            </a:lvl6pPr>
            <a:lvl7pPr marR="0" lvl="6" algn="l" rtl="0">
              <a:spcBef>
                <a:spcPts val="0"/>
              </a:spcBef>
              <a:spcAft>
                <a:spcPts val="0"/>
              </a:spcAft>
              <a:buSzPts val="1400"/>
              <a:buNone/>
              <a:defRPr sz="4500" b="1" i="0" u="none" strike="noStrike" cap="none">
                <a:solidFill>
                  <a:srgbClr val="FFC800"/>
                </a:solidFill>
                <a:latin typeface="Corbel"/>
                <a:ea typeface="Corbel"/>
                <a:cs typeface="Corbel"/>
                <a:sym typeface="Corbel"/>
              </a:defRPr>
            </a:lvl7pPr>
            <a:lvl8pPr marR="0" lvl="7" algn="l" rtl="0">
              <a:spcBef>
                <a:spcPts val="0"/>
              </a:spcBef>
              <a:spcAft>
                <a:spcPts val="0"/>
              </a:spcAft>
              <a:buSzPts val="1400"/>
              <a:buNone/>
              <a:defRPr sz="4500" b="1" i="0" u="none" strike="noStrike" cap="none">
                <a:solidFill>
                  <a:srgbClr val="FFC800"/>
                </a:solidFill>
                <a:latin typeface="Corbel"/>
                <a:ea typeface="Corbel"/>
                <a:cs typeface="Corbel"/>
                <a:sym typeface="Corbel"/>
              </a:defRPr>
            </a:lvl8pPr>
            <a:lvl9pPr marR="0" lvl="8" algn="l" rtl="0">
              <a:spcBef>
                <a:spcPts val="0"/>
              </a:spcBef>
              <a:spcAft>
                <a:spcPts val="0"/>
              </a:spcAft>
              <a:buSzPts val="1400"/>
              <a:buNone/>
              <a:defRPr sz="4500" b="1" i="0" u="none" strike="noStrike" cap="none">
                <a:solidFill>
                  <a:srgbClr val="FFC800"/>
                </a:solidFill>
                <a:latin typeface="Corbel"/>
                <a:ea typeface="Corbel"/>
                <a:cs typeface="Corbel"/>
                <a:sym typeface="Corbel"/>
              </a:defRPr>
            </a:lvl9pPr>
          </a:lstStyle>
          <a:p>
            <a:endParaRPr/>
          </a:p>
        </p:txBody>
      </p:sp>
      <p:sp>
        <p:nvSpPr>
          <p:cNvPr id="126" name="Google Shape;126;p17"/>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lvl1pPr marL="457200" marR="0" lvl="0" indent="-391160" algn="l" rtl="0">
              <a:spcBef>
                <a:spcPts val="0"/>
              </a:spcBef>
              <a:spcAft>
                <a:spcPts val="0"/>
              </a:spcAft>
              <a:buClr>
                <a:schemeClr val="accent1"/>
              </a:buClr>
              <a:buSzPts val="2560"/>
              <a:buFont typeface="Noto Sans Symbols"/>
              <a:buChar char="◼"/>
              <a:defRPr sz="3200" b="0" i="0" u="none" strike="noStrike" cap="none">
                <a:solidFill>
                  <a:schemeClr val="dk1"/>
                </a:solidFill>
                <a:latin typeface="Corbel"/>
                <a:ea typeface="Corbel"/>
                <a:cs typeface="Corbel"/>
                <a:sym typeface="Corbel"/>
              </a:defRPr>
            </a:lvl1pPr>
            <a:lvl2pPr marL="914400" marR="0" lvl="1" indent="-388619" algn="l" rtl="0">
              <a:spcBef>
                <a:spcPts val="560"/>
              </a:spcBef>
              <a:spcAft>
                <a:spcPts val="0"/>
              </a:spcAft>
              <a:buClr>
                <a:schemeClr val="accent2"/>
              </a:buClr>
              <a:buSzPts val="2520"/>
              <a:buFont typeface="Noto Sans Symbols"/>
              <a:buChar char="▪"/>
              <a:defRPr sz="2800" b="0" i="0" u="none" strike="noStrike" cap="none">
                <a:solidFill>
                  <a:schemeClr val="dk1"/>
                </a:solidFill>
                <a:latin typeface="Corbel"/>
                <a:ea typeface="Corbel"/>
                <a:cs typeface="Corbel"/>
                <a:sym typeface="Corbel"/>
              </a:defRPr>
            </a:lvl2pPr>
            <a:lvl3pPr marL="1371600" marR="0" lvl="2" indent="-381000" algn="l" rtl="0">
              <a:spcBef>
                <a:spcPts val="480"/>
              </a:spcBef>
              <a:spcAft>
                <a:spcPts val="0"/>
              </a:spcAft>
              <a:buClr>
                <a:srgbClr val="E66C7D"/>
              </a:buClr>
              <a:buSzPts val="2400"/>
              <a:buFont typeface="Arial"/>
              <a:buChar char="▪"/>
              <a:defRPr sz="2400" b="0" i="0" u="none" strike="noStrike" cap="none">
                <a:solidFill>
                  <a:schemeClr val="dk1"/>
                </a:solidFill>
                <a:latin typeface="Corbel"/>
                <a:ea typeface="Corbel"/>
                <a:cs typeface="Corbel"/>
                <a:sym typeface="Corbel"/>
              </a:defRPr>
            </a:lvl3pPr>
            <a:lvl4pPr marL="1828800" marR="0" lvl="3" indent="-355600" algn="l" rtl="0">
              <a:spcBef>
                <a:spcPts val="400"/>
              </a:spcBef>
              <a:spcAft>
                <a:spcPts val="0"/>
              </a:spcAft>
              <a:buClr>
                <a:srgbClr val="6BB76D"/>
              </a:buClr>
              <a:buSzPts val="2000"/>
              <a:buFont typeface="Arial"/>
              <a:buChar char="▪"/>
              <a:defRPr sz="2000" b="0" i="0" u="none" strike="noStrike" cap="none">
                <a:solidFill>
                  <a:schemeClr val="dk1"/>
                </a:solidFill>
                <a:latin typeface="Corbel"/>
                <a:ea typeface="Corbel"/>
                <a:cs typeface="Corbel"/>
                <a:sym typeface="Corbel"/>
              </a:defRPr>
            </a:lvl4pPr>
            <a:lvl5pPr marL="2286000" marR="0" lvl="4" indent="-355600" algn="l" rtl="0">
              <a:spcBef>
                <a:spcPts val="400"/>
              </a:spcBef>
              <a:spcAft>
                <a:spcPts val="0"/>
              </a:spcAft>
              <a:buClr>
                <a:srgbClr val="E88651"/>
              </a:buClr>
              <a:buSzPts val="2000"/>
              <a:buFont typeface="Noto Sans Symbols"/>
              <a:buChar char="🢝"/>
              <a:defRPr sz="2000" b="0" i="0" u="none" strike="noStrike" cap="none">
                <a:solidFill>
                  <a:schemeClr val="dk1"/>
                </a:solidFill>
                <a:latin typeface="Corbel"/>
                <a:ea typeface="Corbel"/>
                <a:cs typeface="Corbel"/>
                <a:sym typeface="Corbel"/>
              </a:defRPr>
            </a:lvl5pPr>
            <a:lvl6pPr marL="2743200" marR="0" lvl="5" indent="-355600" algn="l" rtl="0">
              <a:spcBef>
                <a:spcPts val="400"/>
              </a:spcBef>
              <a:spcAft>
                <a:spcPts val="0"/>
              </a:spcAft>
              <a:buClr>
                <a:schemeClr val="accent6"/>
              </a:buClr>
              <a:buSzPts val="2000"/>
              <a:buFont typeface="Noto Sans Symbols"/>
              <a:buChar char="●"/>
              <a:defRPr sz="2000" b="0" i="0" u="none" strike="noStrike" cap="none">
                <a:solidFill>
                  <a:schemeClr val="dk1"/>
                </a:solidFill>
                <a:latin typeface="Corbel"/>
                <a:ea typeface="Corbel"/>
                <a:cs typeface="Corbel"/>
                <a:sym typeface="Corbel"/>
              </a:defRPr>
            </a:lvl6pPr>
            <a:lvl7pPr marL="3200400" marR="0" lvl="6" indent="-342900" algn="l" rtl="0">
              <a:spcBef>
                <a:spcPts val="360"/>
              </a:spcBef>
              <a:spcAft>
                <a:spcPts val="0"/>
              </a:spcAft>
              <a:buClr>
                <a:schemeClr val="accent1"/>
              </a:buClr>
              <a:buSzPts val="1800"/>
              <a:buFont typeface="Noto Sans Symbols"/>
              <a:buChar char="●"/>
              <a:defRPr sz="1800" b="0" i="0" u="none" strike="noStrike" cap="none">
                <a:solidFill>
                  <a:schemeClr val="dk1"/>
                </a:solidFill>
                <a:latin typeface="Corbel"/>
                <a:ea typeface="Corbel"/>
                <a:cs typeface="Corbel"/>
                <a:sym typeface="Corbel"/>
              </a:defRPr>
            </a:lvl7pPr>
            <a:lvl8pPr marL="3657600" marR="0" lvl="7" indent="-342900" algn="l" rtl="0">
              <a:spcBef>
                <a:spcPts val="360"/>
              </a:spcBef>
              <a:spcAft>
                <a:spcPts val="0"/>
              </a:spcAft>
              <a:buClr>
                <a:schemeClr val="accent2"/>
              </a:buClr>
              <a:buSzPts val="1800"/>
              <a:buFont typeface="Noto Sans Symbols"/>
              <a:buChar char="●"/>
              <a:defRPr sz="1800" b="0" i="0" u="none" strike="noStrike" cap="none">
                <a:solidFill>
                  <a:schemeClr val="dk1"/>
                </a:solidFill>
                <a:latin typeface="Corbel"/>
                <a:ea typeface="Corbel"/>
                <a:cs typeface="Corbel"/>
                <a:sym typeface="Corbel"/>
              </a:defRPr>
            </a:lvl8pPr>
            <a:lvl9pPr marL="4114800" marR="0" lvl="8" indent="-342900" algn="l" rtl="0">
              <a:spcBef>
                <a:spcPts val="360"/>
              </a:spcBef>
              <a:spcAft>
                <a:spcPts val="0"/>
              </a:spcAft>
              <a:buClr>
                <a:schemeClr val="accent3"/>
              </a:buClr>
              <a:buSzPts val="1800"/>
              <a:buFont typeface="Noto Sans Symbols"/>
              <a:buChar char="●"/>
              <a:defRPr sz="1800" b="0" i="0" u="none" strike="noStrike" cap="none">
                <a:solidFill>
                  <a:schemeClr val="dk1"/>
                </a:solidFill>
                <a:latin typeface="Corbel"/>
                <a:ea typeface="Corbel"/>
                <a:cs typeface="Corbel"/>
                <a:sym typeface="Corbel"/>
              </a:defRPr>
            </a:lvl9pPr>
          </a:lstStyle>
          <a:p>
            <a:endParaRPr/>
          </a:p>
        </p:txBody>
      </p:sp>
      <p:sp>
        <p:nvSpPr>
          <p:cNvPr id="127" name="Google Shape;127;p17"/>
          <p:cNvSpPr txBox="1">
            <a:spLocks noGrp="1"/>
          </p:cNvSpPr>
          <p:nvPr>
            <p:ph type="dt" idx="10"/>
          </p:nvPr>
        </p:nvSpPr>
        <p:spPr>
          <a:xfrm>
            <a:off x="457200" y="6477000"/>
            <a:ext cx="2133600" cy="274637"/>
          </a:xfrm>
          <a:prstGeom prst="rect">
            <a:avLst/>
          </a:prstGeom>
          <a:noFill/>
          <a:ln>
            <a:noFill/>
          </a:ln>
        </p:spPr>
        <p:txBody>
          <a:bodyPr spcFirstLastPara="1" wrap="square" lIns="109725"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8" name="Google Shape;128;p17"/>
          <p:cNvSpPr txBox="1">
            <a:spLocks noGrp="1"/>
          </p:cNvSpPr>
          <p:nvPr>
            <p:ph type="ftr" idx="11"/>
          </p:nvPr>
        </p:nvSpPr>
        <p:spPr>
          <a:xfrm>
            <a:off x="2640012" y="6376987"/>
            <a:ext cx="3836987" cy="365125"/>
          </a:xfrm>
          <a:prstGeom prst="rect">
            <a:avLst/>
          </a:prstGeom>
          <a:noFill/>
          <a:ln>
            <a:noFill/>
          </a:ln>
        </p:spPr>
        <p:txBody>
          <a:bodyPr spcFirstLastPara="1" wrap="square" lIns="45700" tIns="45700" rIns="45700" bIns="0" anchor="b" anchorCtr="0">
            <a:noAutofit/>
          </a:bodyPr>
          <a:lstStyle>
            <a:lvl1pPr marR="0" lvl="0" algn="l" rtl="0">
              <a:lnSpc>
                <a:spcPct val="100000"/>
              </a:lnSpc>
              <a:spcBef>
                <a:spcPts val="0"/>
              </a:spcBef>
              <a:spcAft>
                <a:spcPts val="0"/>
              </a:spcAft>
              <a:buSzPts val="1400"/>
              <a:buNone/>
              <a:defRPr sz="1200" b="0" i="0" u="none">
                <a:solidFill>
                  <a:srgbClr val="3F3F3F"/>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9" name="Google Shape;129;p17"/>
          <p:cNvSpPr txBox="1">
            <a:spLocks noGrp="1"/>
          </p:cNvSpPr>
          <p:nvPr>
            <p:ph type="sldNum" idx="12"/>
          </p:nvPr>
        </p:nvSpPr>
        <p:spPr>
          <a:xfrm>
            <a:off x="8204200" y="6477000"/>
            <a:ext cx="733425" cy="274637"/>
          </a:xfrm>
          <a:prstGeom prst="rect">
            <a:avLst/>
          </a:prstGeom>
          <a:noFill/>
          <a:ln>
            <a:noFill/>
          </a:ln>
        </p:spPr>
        <p:txBody>
          <a:bodyPr spcFirstLastPara="1" wrap="square" lIns="91425" tIns="45700" rIns="91425" bIns="0" anchor="b" anchorCtr="0">
            <a:noAutofit/>
          </a:bodyPr>
          <a:lstStyle>
            <a:lvl1pPr marL="0" marR="0" lvl="0"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1pPr>
            <a:lvl2pPr marL="0" marR="0" lvl="1"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2pPr>
            <a:lvl3pPr marL="0" marR="0" lvl="2"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3pPr>
            <a:lvl4pPr marL="0" marR="0" lvl="3"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4pPr>
            <a:lvl5pPr marL="0" marR="0" lvl="4"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5pPr>
            <a:lvl6pPr marL="0" marR="0" lvl="5"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6pPr>
            <a:lvl7pPr marL="0" marR="0" lvl="6"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7pPr>
            <a:lvl8pPr marL="0" marR="0" lvl="7"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8pPr>
            <a:lvl9pPr marL="0" marR="0" lvl="8" indent="0" algn="r" rtl="0">
              <a:lnSpc>
                <a:spcPct val="100000"/>
              </a:lnSpc>
              <a:spcBef>
                <a:spcPts val="0"/>
              </a:spcBef>
              <a:spcAft>
                <a:spcPts val="0"/>
              </a:spcAft>
              <a:buClr>
                <a:srgbClr val="3F3F3F"/>
              </a:buClr>
              <a:buSzPts val="1200"/>
              <a:buFont typeface="Arial"/>
              <a:buNone/>
              <a:defRPr sz="1200" b="0" i="0" u="none">
                <a:solidFill>
                  <a:srgbClr val="3F3F3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58"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19"/>
          <p:cNvSpPr txBox="1">
            <a:spLocks noGrp="1"/>
          </p:cNvSpPr>
          <p:nvPr>
            <p:ph type="ctrTitle" idx="4294967295"/>
          </p:nvPr>
        </p:nvSpPr>
        <p:spPr>
          <a:xfrm>
            <a:off x="228600" y="1427163"/>
            <a:ext cx="8458200" cy="1609725"/>
          </a:xfrm>
          <a:prstGeom prst="rect">
            <a:avLst/>
          </a:prstGeom>
          <a:noFill/>
          <a:ln>
            <a:noFill/>
          </a:ln>
        </p:spPr>
        <p:txBody>
          <a:bodyPr spcFirstLastPara="1" wrap="square" lIns="91425" tIns="0" rIns="45700" bIns="0" anchor="t" anchorCtr="0">
            <a:normAutofit fontScale="90000"/>
          </a:bodyPr>
          <a:lstStyle/>
          <a:p>
            <a:pPr marL="0" marR="0" lvl="0" indent="0" algn="ctr" rtl="0">
              <a:lnSpc>
                <a:spcPct val="100000"/>
              </a:lnSpc>
              <a:spcBef>
                <a:spcPts val="0"/>
              </a:spcBef>
              <a:spcAft>
                <a:spcPts val="0"/>
              </a:spcAft>
              <a:buClr>
                <a:srgbClr val="FFC700"/>
              </a:buClr>
              <a:buSzPct val="100000"/>
              <a:buFont typeface="Corbel"/>
              <a:buNone/>
            </a:pPr>
            <a:r>
              <a:rPr lang="en-US" sz="3100" b="1" i="0" u="none" strike="noStrike" cap="none">
                <a:solidFill>
                  <a:srgbClr val="FFC700"/>
                </a:solidFill>
                <a:latin typeface="Corbel"/>
                <a:ea typeface="Corbel"/>
                <a:cs typeface="Corbel"/>
                <a:sym typeface="Corbel"/>
              </a:rPr>
              <a:t>Professional Practices</a:t>
            </a:r>
            <a:br>
              <a:rPr lang="en-US" sz="3100" b="1" i="0" u="none" strike="noStrike" cap="none">
                <a:solidFill>
                  <a:srgbClr val="FFC700"/>
                </a:solidFill>
                <a:latin typeface="Corbel"/>
                <a:ea typeface="Corbel"/>
                <a:cs typeface="Corbel"/>
                <a:sym typeface="Corbel"/>
              </a:rPr>
            </a:br>
            <a:br>
              <a:rPr lang="en-US" sz="4000" b="1" i="0" u="none" strike="noStrike" cap="none">
                <a:solidFill>
                  <a:srgbClr val="FFC700"/>
                </a:solidFill>
                <a:latin typeface="Corbel"/>
                <a:ea typeface="Corbel"/>
                <a:cs typeface="Corbel"/>
                <a:sym typeface="Corbel"/>
              </a:rPr>
            </a:br>
            <a:r>
              <a:rPr lang="en-US" sz="4900" b="1" i="0" u="none" strike="noStrike" cap="none">
                <a:solidFill>
                  <a:srgbClr val="FFC700"/>
                </a:solidFill>
                <a:latin typeface="Corbel"/>
                <a:ea typeface="Corbel"/>
                <a:cs typeface="Corbel"/>
                <a:sym typeface="Corbel"/>
              </a:rPr>
              <a:t>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800"/>
              </a:buClr>
              <a:buSzPts val="4500"/>
              <a:buFont typeface="Corbel"/>
              <a:buNone/>
            </a:pPr>
            <a:r>
              <a:rPr lang="en-US" sz="4500" b="1" i="0" u="none" strike="noStrike" cap="none">
                <a:solidFill>
                  <a:srgbClr val="FFC800"/>
                </a:solidFill>
                <a:latin typeface="Corbel"/>
                <a:ea typeface="Corbel"/>
                <a:cs typeface="Corbel"/>
                <a:sym typeface="Corbel"/>
              </a:rPr>
              <a:t>Course Objectives</a:t>
            </a:r>
            <a:endParaRPr sz="4500" b="1" i="0" u="none" strike="noStrike" cap="none">
              <a:solidFill>
                <a:srgbClr val="FFC800"/>
              </a:solidFill>
              <a:latin typeface="Corbel"/>
              <a:ea typeface="Corbel"/>
              <a:cs typeface="Corbel"/>
              <a:sym typeface="Corbel"/>
            </a:endParaRPr>
          </a:p>
        </p:txBody>
      </p:sp>
      <p:sp>
        <p:nvSpPr>
          <p:cNvPr id="148" name="Google Shape;148;p20"/>
          <p:cNvSpPr txBox="1">
            <a:spLocks noGrp="1"/>
          </p:cNvSpPr>
          <p:nvPr>
            <p:ph type="body" idx="1"/>
          </p:nvPr>
        </p:nvSpPr>
        <p:spPr>
          <a:xfrm>
            <a:off x="0" y="1447800"/>
            <a:ext cx="9144000" cy="5943600"/>
          </a:xfrm>
          <a:prstGeom prst="rect">
            <a:avLst/>
          </a:prstGeom>
          <a:noFill/>
          <a:ln>
            <a:noFill/>
          </a:ln>
        </p:spPr>
        <p:txBody>
          <a:bodyPr spcFirstLastPara="1" wrap="square" lIns="54850" tIns="91425" rIns="91425" bIns="45700" anchor="t" anchorCtr="0">
            <a:noAutofit/>
          </a:bodyPr>
          <a:lstStyle/>
          <a:p>
            <a:pPr marL="868363" lvl="1" indent="-457200">
              <a:spcBef>
                <a:spcPts val="0"/>
              </a:spcBef>
              <a:buSzPts val="2520"/>
            </a:pPr>
            <a:r>
              <a:rPr lang="en-US" sz="2800" b="0" i="0" u="none" strike="noStrike" cap="none" dirty="0">
                <a:solidFill>
                  <a:schemeClr val="dk1"/>
                </a:solidFill>
                <a:latin typeface="Corbel"/>
                <a:ea typeface="Corbel"/>
                <a:cs typeface="Corbel"/>
                <a:sym typeface="Corbel"/>
              </a:rPr>
              <a:t>	The aim of this course is to develop </a:t>
            </a:r>
            <a:r>
              <a:rPr lang="en-US" sz="2800" b="1" i="0" u="none" strike="noStrike" cap="none" dirty="0">
                <a:solidFill>
                  <a:schemeClr val="dk1"/>
                </a:solidFill>
                <a:latin typeface="Corbel"/>
                <a:ea typeface="Corbel"/>
                <a:cs typeface="Corbel"/>
                <a:sym typeface="Corbel"/>
              </a:rPr>
              <a:t>an appreciation of what it means to be considered a professional in computer science and software engineering. </a:t>
            </a:r>
            <a:endParaRPr dirty="0"/>
          </a:p>
          <a:p>
            <a:pPr marL="868363" lvl="1" indent="-457200">
              <a:spcBef>
                <a:spcPts val="0"/>
              </a:spcBef>
              <a:buSzPts val="2520"/>
            </a:pPr>
            <a:r>
              <a:rPr lang="en-US" sz="2800" b="0" i="0" u="none" strike="noStrike" cap="none" dirty="0">
                <a:solidFill>
                  <a:schemeClr val="dk1"/>
                </a:solidFill>
                <a:latin typeface="Corbel"/>
                <a:ea typeface="Corbel"/>
                <a:cs typeface="Corbel"/>
                <a:sym typeface="Corbel"/>
              </a:rPr>
              <a:t>	To achieve this </a:t>
            </a:r>
            <a:r>
              <a:rPr lang="en-US" dirty="0"/>
              <a:t>aim</a:t>
            </a:r>
            <a:r>
              <a:rPr lang="en-US" sz="2800" b="0" i="0" u="none" strike="noStrike" cap="none" dirty="0">
                <a:solidFill>
                  <a:schemeClr val="dk1"/>
                </a:solidFill>
                <a:latin typeface="Corbel"/>
                <a:ea typeface="Corbel"/>
                <a:cs typeface="Corbel"/>
                <a:sym typeface="Corbel"/>
              </a:rPr>
              <a:t>, we will critically examine such issues as </a:t>
            </a:r>
          </a:p>
          <a:p>
            <a:pPr marL="1325563" lvl="2" indent="-457200">
              <a:spcBef>
                <a:spcPts val="0"/>
              </a:spcBef>
              <a:buSzPts val="2520"/>
            </a:pPr>
            <a:r>
              <a:rPr lang="en-US" b="1" dirty="0"/>
              <a:t>I</a:t>
            </a:r>
            <a:r>
              <a:rPr lang="en-US" b="1" i="0" u="none" strike="noStrike" cap="none" dirty="0">
                <a:solidFill>
                  <a:schemeClr val="dk1"/>
                </a:solidFill>
                <a:latin typeface="Corbel"/>
                <a:ea typeface="Corbel"/>
                <a:cs typeface="Corbel"/>
                <a:sym typeface="Corbel"/>
              </a:rPr>
              <a:t>ntellectual property and related legal aspects of software development</a:t>
            </a:r>
          </a:p>
          <a:p>
            <a:pPr marL="1325563" lvl="2" indent="-457200">
              <a:spcBef>
                <a:spcPts val="0"/>
              </a:spcBef>
              <a:buSzPts val="2520"/>
            </a:pPr>
            <a:r>
              <a:rPr lang="en-US" b="1" dirty="0"/>
              <a:t>C</a:t>
            </a:r>
            <a:r>
              <a:rPr lang="en-US" b="1" i="0" u="none" strike="noStrike" cap="none" dirty="0">
                <a:solidFill>
                  <a:schemeClr val="dk1"/>
                </a:solidFill>
                <a:latin typeface="Corbel"/>
                <a:ea typeface="Corbel"/>
                <a:cs typeface="Corbel"/>
                <a:sym typeface="Corbel"/>
              </a:rPr>
              <a:t>odes of practice and ethical principles in professional computer associations</a:t>
            </a:r>
          </a:p>
          <a:p>
            <a:pPr marL="1325563" lvl="2" indent="-457200">
              <a:spcBef>
                <a:spcPts val="0"/>
              </a:spcBef>
              <a:buSzPts val="2520"/>
            </a:pPr>
            <a:r>
              <a:rPr lang="en-US" b="1" dirty="0"/>
              <a:t>S</a:t>
            </a:r>
            <a:r>
              <a:rPr lang="en-US" b="1" i="0" u="none" strike="noStrike" cap="none" dirty="0">
                <a:solidFill>
                  <a:schemeClr val="dk1"/>
                </a:solidFill>
                <a:latin typeface="Corbel"/>
                <a:ea typeface="Corbel"/>
                <a:cs typeface="Corbel"/>
                <a:sym typeface="Corbel"/>
              </a:rPr>
              <a:t>ocial implications of IT in modern society</a:t>
            </a:r>
            <a:r>
              <a:rPr lang="en-US" b="0" i="0" u="none" strike="noStrike" cap="none" dirty="0">
                <a:solidFill>
                  <a:schemeClr val="dk1"/>
                </a:solidFill>
                <a:latin typeface="Corbel"/>
                <a:ea typeface="Corbel"/>
                <a:cs typeface="Corbel"/>
                <a:sym typeface="Corbel"/>
              </a:rPr>
              <a:t>. </a:t>
            </a:r>
            <a:endParaRPr dirty="0"/>
          </a:p>
        </p:txBody>
      </p:sp>
      <p:sp>
        <p:nvSpPr>
          <p:cNvPr id="149" name="Google Shape;149;p20"/>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a:t>
            </a:r>
            <a:endParaRPr/>
          </a:p>
        </p:txBody>
      </p:sp>
      <p:sp>
        <p:nvSpPr>
          <p:cNvPr id="150" name="Google Shape;150;p20"/>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151" name="Google Shape;151;p20"/>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1"/>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800"/>
              </a:buClr>
              <a:buSzPts val="4500"/>
              <a:buFont typeface="Corbel"/>
              <a:buNone/>
            </a:pPr>
            <a:r>
              <a:rPr lang="en-US" sz="4500" b="1" i="0" u="none" strike="noStrike" cap="none">
                <a:solidFill>
                  <a:srgbClr val="FFC800"/>
                </a:solidFill>
                <a:latin typeface="Corbel"/>
                <a:ea typeface="Corbel"/>
                <a:cs typeface="Corbel"/>
                <a:sym typeface="Corbel"/>
              </a:rPr>
              <a:t>Summary</a:t>
            </a:r>
            <a:endParaRPr sz="4500" b="1" i="0" u="none" strike="noStrike" cap="none">
              <a:solidFill>
                <a:srgbClr val="FFC800"/>
              </a:solidFill>
              <a:latin typeface="Corbel"/>
              <a:ea typeface="Corbel"/>
              <a:cs typeface="Corbel"/>
              <a:sym typeface="Corbel"/>
            </a:endParaRPr>
          </a:p>
        </p:txBody>
      </p:sp>
      <p:sp>
        <p:nvSpPr>
          <p:cNvPr id="158" name="Google Shape;158;p21"/>
          <p:cNvSpPr txBox="1">
            <a:spLocks noGrp="1"/>
          </p:cNvSpPr>
          <p:nvPr>
            <p:ph type="body" idx="1"/>
          </p:nvPr>
        </p:nvSpPr>
        <p:spPr>
          <a:xfrm>
            <a:off x="0" y="1447800"/>
            <a:ext cx="9144000" cy="5181600"/>
          </a:xfrm>
          <a:prstGeom prst="rect">
            <a:avLst/>
          </a:prstGeom>
          <a:noFill/>
          <a:ln>
            <a:noFill/>
          </a:ln>
        </p:spPr>
        <p:txBody>
          <a:bodyPr spcFirstLastPara="1" wrap="square" lIns="54850" tIns="91425" rIns="91425" bIns="45700" anchor="t" anchorCtr="0">
            <a:noAutofit/>
          </a:bodyPr>
          <a:lstStyle/>
          <a:p>
            <a:pPr marL="693739" lvl="1" indent="-457200">
              <a:spcBef>
                <a:spcPts val="0"/>
              </a:spcBef>
              <a:buSzPts val="2520"/>
            </a:pPr>
            <a:r>
              <a:rPr lang="en-US" sz="2800" b="0" i="0" u="none" strike="noStrike" cap="none" dirty="0">
                <a:solidFill>
                  <a:schemeClr val="dk1"/>
                </a:solidFill>
                <a:latin typeface="Corbel"/>
                <a:ea typeface="Corbel"/>
                <a:cs typeface="Corbel"/>
                <a:sym typeface="Corbel"/>
              </a:rPr>
              <a:t>Computing professionals need technical knowledge and skills </a:t>
            </a:r>
          </a:p>
          <a:p>
            <a:pPr marL="693739" lvl="1" indent="-457200">
              <a:spcBef>
                <a:spcPts val="0"/>
              </a:spcBef>
              <a:buSzPts val="2520"/>
            </a:pPr>
            <a:r>
              <a:rPr lang="en-US" dirty="0"/>
              <a:t>T</a:t>
            </a:r>
            <a:r>
              <a:rPr lang="en-US" sz="2800" b="0" i="0" u="none" strike="noStrike" cap="none" dirty="0">
                <a:solidFill>
                  <a:schemeClr val="dk1"/>
                </a:solidFill>
                <a:latin typeface="Corbel"/>
                <a:ea typeface="Corbel"/>
                <a:cs typeface="Corbel"/>
                <a:sym typeface="Corbel"/>
              </a:rPr>
              <a:t>hey also need </a:t>
            </a:r>
            <a:r>
              <a:rPr lang="en-US" sz="2800" b="1" i="0" u="none" strike="noStrike" cap="none" dirty="0">
                <a:solidFill>
                  <a:schemeClr val="dk1"/>
                </a:solidFill>
                <a:latin typeface="Corbel"/>
                <a:ea typeface="Corbel"/>
                <a:cs typeface="Corbel"/>
                <a:sym typeface="Corbel"/>
              </a:rPr>
              <a:t>understanding of the context they operate in</a:t>
            </a:r>
            <a:r>
              <a:rPr lang="en-US" sz="2800" b="0" i="0" u="none" strike="noStrike" cap="none" dirty="0">
                <a:solidFill>
                  <a:schemeClr val="dk1"/>
                </a:solidFill>
                <a:latin typeface="Corbel"/>
                <a:ea typeface="Corbel"/>
                <a:cs typeface="Corbel"/>
                <a:sym typeface="Corbel"/>
              </a:rPr>
              <a:t>. </a:t>
            </a:r>
            <a:endParaRPr dirty="0"/>
          </a:p>
          <a:p>
            <a:pPr marL="693739" lvl="1" indent="-457200">
              <a:spcBef>
                <a:spcPts val="560"/>
              </a:spcBef>
              <a:buSzPts val="2520"/>
            </a:pPr>
            <a:r>
              <a:rPr lang="en-US" sz="2800" b="0" i="0" u="none" strike="noStrike" cap="none" dirty="0">
                <a:solidFill>
                  <a:schemeClr val="dk1"/>
                </a:solidFill>
                <a:latin typeface="Corbel"/>
                <a:ea typeface="Corbel"/>
                <a:cs typeface="Corbel"/>
                <a:sym typeface="Corbel"/>
              </a:rPr>
              <a:t>Good understanding of the professional codes of conduct, legal and ethical issues, social impacts and relationship between technological change, society and law, and the powerful role of IT professionals in this technological era has become very essential.</a:t>
            </a:r>
          </a:p>
          <a:p>
            <a:pPr marL="693739" lvl="1" indent="-457200">
              <a:spcBef>
                <a:spcPts val="560"/>
              </a:spcBef>
              <a:buSzPts val="2520"/>
            </a:pPr>
            <a:r>
              <a:rPr lang="en-US" sz="2800" b="0" i="0" u="none" strike="noStrike" cap="none" dirty="0">
                <a:solidFill>
                  <a:schemeClr val="dk1"/>
                </a:solidFill>
                <a:latin typeface="Corbel"/>
                <a:ea typeface="Corbel"/>
                <a:cs typeface="Corbel"/>
                <a:sym typeface="Corbel"/>
              </a:rPr>
              <a:t> </a:t>
            </a:r>
            <a:r>
              <a:rPr lang="en-US" sz="2800" b="1" i="0" u="none" strike="noStrike" cap="none" dirty="0">
                <a:solidFill>
                  <a:schemeClr val="dk1"/>
                </a:solidFill>
                <a:latin typeface="Corbel"/>
                <a:ea typeface="Corbel"/>
                <a:cs typeface="Corbel"/>
                <a:sym typeface="Corbel"/>
              </a:rPr>
              <a:t>This course will help students to be capable in their professional area</a:t>
            </a:r>
            <a:r>
              <a:rPr lang="en-US" b="1" dirty="0"/>
              <a:t>.</a:t>
            </a:r>
            <a:endParaRPr dirty="0"/>
          </a:p>
        </p:txBody>
      </p:sp>
      <p:sp>
        <p:nvSpPr>
          <p:cNvPr id="159" name="Google Shape;159;p21"/>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a:t>
            </a:r>
            <a:endParaRPr/>
          </a:p>
        </p:txBody>
      </p:sp>
      <p:sp>
        <p:nvSpPr>
          <p:cNvPr id="160" name="Google Shape;160;p21"/>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161" name="Google Shape;161;p21"/>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2"/>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3800"/>
              <a:buFont typeface="Corbel"/>
              <a:buNone/>
            </a:pPr>
            <a:r>
              <a:rPr lang="en-US" sz="3800" b="1" i="0" u="none" strike="noStrike" cap="none">
                <a:solidFill>
                  <a:srgbClr val="FFC700"/>
                </a:solidFill>
                <a:latin typeface="Corbel"/>
                <a:ea typeface="Corbel"/>
                <a:cs typeface="Corbel"/>
                <a:sym typeface="Corbel"/>
              </a:rPr>
              <a:t>Purpose / Importance of the Course</a:t>
            </a:r>
            <a:endParaRPr/>
          </a:p>
        </p:txBody>
      </p:sp>
      <p:sp>
        <p:nvSpPr>
          <p:cNvPr id="168" name="Google Shape;168;p22"/>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strike="noStrike" cap="none">
                <a:solidFill>
                  <a:schemeClr val="dk1"/>
                </a:solidFill>
                <a:latin typeface="Corbel"/>
                <a:ea typeface="Corbel"/>
                <a:cs typeface="Corbel"/>
                <a:sym typeface="Corbel"/>
              </a:rPr>
              <a:t>Effective Performance and Growth</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Technical Knowledge</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Non-Technical / Broader Context</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Organizational Structures / Setup</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Professional Roles</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Professional Codes of Conduct</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Legal, Professional and Ethical Issues</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Social Impacts</a:t>
            </a:r>
            <a:endParaRPr/>
          </a:p>
          <a:p>
            <a:pPr marL="995362" marR="0" lvl="2" indent="-228599" algn="l" rtl="0">
              <a:lnSpc>
                <a:spcPct val="100000"/>
              </a:lnSpc>
              <a:spcBef>
                <a:spcPts val="480"/>
              </a:spcBef>
              <a:spcAft>
                <a:spcPts val="0"/>
              </a:spcAft>
              <a:buClr>
                <a:srgbClr val="E66C7D"/>
              </a:buClr>
              <a:buSzPts val="2400"/>
              <a:buFont typeface="Arial"/>
              <a:buChar char="▪"/>
            </a:pPr>
            <a:r>
              <a:rPr lang="en-US" sz="2400" b="0" i="0" u="none" strike="noStrike" cap="none">
                <a:solidFill>
                  <a:schemeClr val="dk1"/>
                </a:solidFill>
                <a:latin typeface="Corbel"/>
                <a:ea typeface="Corbel"/>
                <a:cs typeface="Corbel"/>
                <a:sym typeface="Corbel"/>
              </a:rPr>
              <a:t>Technological Changes – Society and Law</a:t>
            </a:r>
            <a:endParaRPr/>
          </a:p>
        </p:txBody>
      </p:sp>
      <p:sp>
        <p:nvSpPr>
          <p:cNvPr id="169" name="Google Shape;169;p22"/>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170" name="Google Shape;170;p22"/>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171" name="Google Shape;171;p22"/>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3"/>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Scope of the Course / Coverage</a:t>
            </a:r>
            <a:endParaRPr/>
          </a:p>
        </p:txBody>
      </p:sp>
      <p:sp>
        <p:nvSpPr>
          <p:cNvPr id="178" name="Google Shape;178;p23"/>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90000"/>
              </a:lnSpc>
              <a:spcBef>
                <a:spcPts val="0"/>
              </a:spcBef>
              <a:spcAft>
                <a:spcPts val="0"/>
              </a:spcAft>
              <a:buClr>
                <a:schemeClr val="accent1"/>
              </a:buClr>
              <a:buSzPts val="2240"/>
              <a:buFont typeface="Noto Sans Symbols"/>
              <a:buChar char="◼"/>
            </a:pPr>
            <a:r>
              <a:rPr lang="en-US" sz="2800" b="0" i="0" u="none" strike="noStrike" cap="none">
                <a:solidFill>
                  <a:schemeClr val="dk1"/>
                </a:solidFill>
                <a:latin typeface="Corbel"/>
                <a:ea typeface="Corbel"/>
                <a:cs typeface="Corbel"/>
                <a:sym typeface="Corbel"/>
              </a:rPr>
              <a:t>Professional Aspects</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Ethics</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Codes of Conduct</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Professional Bodies</a:t>
            </a:r>
            <a:endParaRPr/>
          </a:p>
          <a:p>
            <a:pPr marL="438150" marR="0" lvl="0" indent="-319087" algn="l" rtl="0">
              <a:lnSpc>
                <a:spcPct val="90000"/>
              </a:lnSpc>
              <a:spcBef>
                <a:spcPts val="0"/>
              </a:spcBef>
              <a:spcAft>
                <a:spcPts val="0"/>
              </a:spcAft>
              <a:buClr>
                <a:schemeClr val="accent1"/>
              </a:buClr>
              <a:buSzPts val="2240"/>
              <a:buFont typeface="Noto Sans Symbols"/>
              <a:buChar char="◼"/>
            </a:pPr>
            <a:r>
              <a:rPr lang="en-US" sz="2800" b="0" i="0" u="none" strike="noStrike" cap="none">
                <a:solidFill>
                  <a:schemeClr val="dk1"/>
                </a:solidFill>
                <a:latin typeface="Corbel"/>
                <a:ea typeface="Corbel"/>
                <a:cs typeface="Corbel"/>
                <a:sym typeface="Corbel"/>
              </a:rPr>
              <a:t>Legal Aspects</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Basics of Law</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Legal System</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Relevant Laws</a:t>
            </a:r>
            <a:endParaRPr/>
          </a:p>
          <a:p>
            <a:pPr marL="730250" marR="0" lvl="1" indent="-273050" algn="l" rtl="0">
              <a:lnSpc>
                <a:spcPct val="90000"/>
              </a:lnSpc>
              <a:spcBef>
                <a:spcPts val="0"/>
              </a:spcBef>
              <a:spcAft>
                <a:spcPts val="0"/>
              </a:spcAft>
              <a:buClr>
                <a:schemeClr val="accent2"/>
              </a:buClr>
              <a:buSzPts val="2160"/>
              <a:buFont typeface="Noto Sans Symbols"/>
              <a:buChar char="▪"/>
            </a:pPr>
            <a:r>
              <a:rPr lang="en-US" sz="2400" b="0" i="0" u="none" strike="noStrike" cap="none">
                <a:solidFill>
                  <a:schemeClr val="dk1"/>
                </a:solidFill>
                <a:latin typeface="Corbel"/>
                <a:ea typeface="Corbel"/>
                <a:cs typeface="Corbel"/>
                <a:sym typeface="Corbel"/>
              </a:rPr>
              <a:t>Regulatory Affairs</a:t>
            </a:r>
            <a:endParaRPr/>
          </a:p>
          <a:p>
            <a:pPr marL="730250" marR="0" lvl="1" indent="-273050" algn="l" rtl="0">
              <a:lnSpc>
                <a:spcPct val="90000"/>
              </a:lnSpc>
              <a:spcBef>
                <a:spcPts val="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Internet issues</a:t>
            </a:r>
            <a:endParaRPr/>
          </a:p>
          <a:p>
            <a:pPr marL="730250" marR="0" lvl="1" indent="-273050" algn="l" rtl="0">
              <a:lnSpc>
                <a:spcPct val="90000"/>
              </a:lnSpc>
              <a:spcBef>
                <a:spcPts val="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Computer Miss-use</a:t>
            </a:r>
            <a:endParaRPr/>
          </a:p>
        </p:txBody>
      </p:sp>
      <p:sp>
        <p:nvSpPr>
          <p:cNvPr id="179" name="Google Shape;179;p23"/>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180" name="Google Shape;180;p23"/>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181" name="Google Shape;181;p23"/>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4"/>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Scope of the Course / Coverage</a:t>
            </a:r>
            <a:endParaRPr/>
          </a:p>
        </p:txBody>
      </p:sp>
      <p:sp>
        <p:nvSpPr>
          <p:cNvPr id="188" name="Google Shape;188;p24"/>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strike="noStrike" cap="none">
                <a:solidFill>
                  <a:schemeClr val="dk1"/>
                </a:solidFill>
                <a:latin typeface="Corbel"/>
                <a:ea typeface="Corbel"/>
                <a:cs typeface="Corbel"/>
                <a:sym typeface="Corbel"/>
              </a:rPr>
              <a:t>Organizational Aspects</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Organization Types and Structures</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Legal Status of Organizations</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Financial Aspects of Organizations</a:t>
            </a:r>
            <a:endParaRPr/>
          </a:p>
          <a:p>
            <a:pPr marL="730250" marR="0" lvl="1" indent="-273050" algn="l" rtl="0">
              <a:lnSpc>
                <a:spcPct val="100000"/>
              </a:lnSpc>
              <a:spcBef>
                <a:spcPts val="560"/>
              </a:spcBef>
              <a:spcAft>
                <a:spcPts val="0"/>
              </a:spcAft>
              <a:buClr>
                <a:schemeClr val="accent2"/>
              </a:buClr>
              <a:buSzPts val="2520"/>
              <a:buFont typeface="Noto Sans Symbols"/>
              <a:buChar char="▪"/>
            </a:pPr>
            <a:r>
              <a:rPr lang="en-US" sz="2800" b="0" i="0" u="none" strike="noStrike" cap="none">
                <a:solidFill>
                  <a:schemeClr val="dk1"/>
                </a:solidFill>
                <a:latin typeface="Corbel"/>
                <a:ea typeface="Corbel"/>
                <a:cs typeface="Corbel"/>
                <a:sym typeface="Corbel"/>
              </a:rPr>
              <a:t>Financial issues for startups</a:t>
            </a:r>
            <a:endParaRPr/>
          </a:p>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strike="noStrike" cap="none">
                <a:solidFill>
                  <a:schemeClr val="dk1"/>
                </a:solidFill>
                <a:latin typeface="Corbel"/>
                <a:ea typeface="Corbel"/>
                <a:cs typeface="Corbel"/>
                <a:sym typeface="Corbel"/>
              </a:rPr>
              <a:t>Social Aspects of Computing</a:t>
            </a:r>
            <a:endParaRPr/>
          </a:p>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strike="noStrike" cap="none">
                <a:solidFill>
                  <a:schemeClr val="dk1"/>
                </a:solidFill>
                <a:latin typeface="Corbel"/>
                <a:ea typeface="Corbel"/>
                <a:cs typeface="Corbel"/>
                <a:sym typeface="Corbel"/>
              </a:rPr>
              <a:t>Human Resources Issues</a:t>
            </a:r>
            <a:endParaRPr/>
          </a:p>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strike="noStrike" cap="none">
                <a:solidFill>
                  <a:schemeClr val="dk1"/>
                </a:solidFill>
                <a:latin typeface="Corbel"/>
                <a:ea typeface="Corbel"/>
                <a:cs typeface="Corbel"/>
                <a:sym typeface="Corbel"/>
              </a:rPr>
              <a:t>Miscellaneous Topics</a:t>
            </a:r>
            <a:endParaRPr/>
          </a:p>
        </p:txBody>
      </p:sp>
      <p:sp>
        <p:nvSpPr>
          <p:cNvPr id="189" name="Google Shape;189;p24"/>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190" name="Google Shape;190;p24"/>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191" name="Google Shape;191;p24"/>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Code of Conduct</a:t>
            </a:r>
            <a:endParaRPr/>
          </a:p>
        </p:txBody>
      </p:sp>
      <p:sp>
        <p:nvSpPr>
          <p:cNvPr id="198" name="Google Shape;198;p25"/>
          <p:cNvSpPr txBox="1">
            <a:spLocks noGrp="1"/>
          </p:cNvSpPr>
          <p:nvPr>
            <p:ph type="body" idx="1"/>
          </p:nvPr>
        </p:nvSpPr>
        <p:spPr>
          <a:xfrm>
            <a:off x="457200" y="17748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Regularity</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Punctuality</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Discipline</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Positive Attitude</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High Level of Class Participation</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No Plagiarism, Cheating …</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No Change in Deadlines</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No Usage of Mobile / Other Devices</a:t>
            </a:r>
            <a:endParaRPr/>
          </a:p>
          <a:p>
            <a:pPr marL="438150" marR="0" lvl="0" indent="-319087" algn="l" rtl="0">
              <a:lnSpc>
                <a:spcPct val="9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a:t>
            </a:r>
            <a:endParaRPr/>
          </a:p>
        </p:txBody>
      </p:sp>
      <p:sp>
        <p:nvSpPr>
          <p:cNvPr id="199" name="Google Shape;199;p25"/>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00" name="Google Shape;200;p25"/>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01" name="Google Shape;201;p25"/>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a:spLocks noGrp="1"/>
          </p:cNvSpPr>
          <p:nvPr>
            <p:ph type="ctrTitle" idx="4294967295"/>
          </p:nvPr>
        </p:nvSpPr>
        <p:spPr>
          <a:xfrm>
            <a:off x="685800" y="3355848"/>
            <a:ext cx="8077200" cy="1673352"/>
          </a:xfrm>
          <a:prstGeom prst="rect">
            <a:avLst/>
          </a:prstGeom>
          <a:noFill/>
          <a:ln>
            <a:noFill/>
          </a:ln>
        </p:spPr>
        <p:txBody>
          <a:bodyPr spcFirstLastPara="1" wrap="square" lIns="91425" tIns="0" rIns="45700" bIns="0" anchor="t" anchorCtr="0">
            <a:normAutofit/>
          </a:bodyPr>
          <a:lstStyle/>
          <a:p>
            <a:pPr marL="0" marR="0" lvl="0" indent="0" algn="ctr" rtl="0">
              <a:lnSpc>
                <a:spcPct val="100000"/>
              </a:lnSpc>
              <a:spcBef>
                <a:spcPts val="0"/>
              </a:spcBef>
              <a:spcAft>
                <a:spcPts val="0"/>
              </a:spcAft>
              <a:buClr>
                <a:srgbClr val="FFC800"/>
              </a:buClr>
              <a:buSzPts val="4700"/>
              <a:buFont typeface="Corbel"/>
              <a:buNone/>
            </a:pPr>
            <a:r>
              <a:rPr lang="en-US" sz="4700" b="1" i="0" u="none" strike="noStrike" cap="none">
                <a:solidFill>
                  <a:srgbClr val="FFC800"/>
                </a:solidFill>
                <a:latin typeface="Corbel"/>
                <a:ea typeface="Corbel"/>
                <a:cs typeface="Corbel"/>
                <a:sym typeface="Corbel"/>
              </a:rPr>
              <a:t>The LAW</a:t>
            </a:r>
            <a:endParaRPr sz="4700" b="1" i="0" u="none" strike="noStrike" cap="none">
              <a:solidFill>
                <a:srgbClr val="FFC800"/>
              </a:solidFill>
              <a:latin typeface="Corbel"/>
              <a:ea typeface="Corbel"/>
              <a:cs typeface="Corbel"/>
              <a:sym typeface="Corbe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7"/>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What is LAW</a:t>
            </a:r>
            <a:endParaRPr/>
          </a:p>
        </p:txBody>
      </p:sp>
      <p:sp>
        <p:nvSpPr>
          <p:cNvPr id="215" name="Google Shape;215;p27"/>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Set of rules enforced</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Different in different countries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Difference in divorce or selling of alcohol</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From the point of IT Professionals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Rules in governing data protection, the rights of access of information and miss-use of computers</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Legal systems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Different legal systems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Different system of courts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Different rules for courts procedure</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Different procedures for appealing against courts decision</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Jurisdiction</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The area covered by single legal system and set of laws</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strike="noStrike" cap="none">
                <a:solidFill>
                  <a:schemeClr val="dk1"/>
                </a:solidFill>
                <a:latin typeface="Corbel"/>
                <a:ea typeface="Corbel"/>
                <a:cs typeface="Corbel"/>
                <a:sym typeface="Corbel"/>
              </a:rPr>
              <a:t>Different legal system and law in different areas within a country</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UK for instance, Scotland and Northern Island have different legal system and LAW</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As per our topic, all laws are same of England and Whales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Referring to UK law OR British law shall mean laws across UK</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Referring to Law of England and Whales shall mean, there is difference else where in UK</a:t>
            </a:r>
            <a:endParaRPr/>
          </a:p>
        </p:txBody>
      </p:sp>
      <p:sp>
        <p:nvSpPr>
          <p:cNvPr id="216" name="Google Shape;216;p27"/>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17" name="Google Shape;217;p27"/>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18" name="Google Shape;218;p27"/>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8"/>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Criminal and Civil Law</a:t>
            </a:r>
            <a:endParaRPr/>
          </a:p>
        </p:txBody>
      </p:sp>
      <p:sp>
        <p:nvSpPr>
          <p:cNvPr id="225" name="Google Shape;225;p28"/>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Criminal Law</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Set of mechanisms where law tries to punish wrongdoers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It defines what constitutes a crime, lays down the mechanisms for deciding if a person is guilty</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Specifies the range of punishments applicable of different categories of crime.</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Generally police is responsible for discovering of crime, collect the evidence and convincing the court</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The state in forms of court start prosecuting the person in criminal court. The court then decide a punishment, if guilty.</a:t>
            </a:r>
            <a:endParaRPr sz="1400" b="0" i="0" u="none" strike="noStrike" cap="none">
              <a:solidFill>
                <a:schemeClr val="dk1"/>
              </a:solidFill>
              <a:latin typeface="Corbel"/>
              <a:ea typeface="Corbel"/>
              <a:cs typeface="Corbel"/>
              <a:sym typeface="Corbel"/>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Civil Law</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Provide rules for settling disputes between two people/organization/company.</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The ways in an organization can get legal status</a:t>
            </a:r>
            <a:endParaRPr/>
          </a:p>
          <a:p>
            <a:pPr marL="995362" marR="0" lvl="2" indent="-228599" algn="l" rtl="0">
              <a:lnSpc>
                <a:spcPct val="80000"/>
              </a:lnSpc>
              <a:spcBef>
                <a:spcPts val="220"/>
              </a:spcBef>
              <a:spcAft>
                <a:spcPts val="0"/>
              </a:spcAft>
              <a:buClr>
                <a:srgbClr val="E66C7D"/>
              </a:buClr>
              <a:buSzPts val="1100"/>
              <a:buFont typeface="Arial"/>
              <a:buChar char="▪"/>
            </a:pPr>
            <a:r>
              <a:rPr lang="en-US" sz="1100" b="0" i="0" u="none" strike="noStrike" cap="none">
                <a:solidFill>
                  <a:schemeClr val="dk1"/>
                </a:solidFill>
                <a:latin typeface="Corbel"/>
                <a:ea typeface="Corbel"/>
                <a:cs typeface="Corbel"/>
                <a:sym typeface="Corbel"/>
              </a:rPr>
              <a:t>Act of parliament</a:t>
            </a:r>
            <a:endParaRPr/>
          </a:p>
          <a:p>
            <a:pPr marL="995362" marR="0" lvl="2" indent="-228599" algn="l" rtl="0">
              <a:lnSpc>
                <a:spcPct val="80000"/>
              </a:lnSpc>
              <a:spcBef>
                <a:spcPts val="220"/>
              </a:spcBef>
              <a:spcAft>
                <a:spcPts val="0"/>
              </a:spcAft>
              <a:buClr>
                <a:srgbClr val="E66C7D"/>
              </a:buClr>
              <a:buSzPts val="1100"/>
              <a:buFont typeface="Arial"/>
              <a:buChar char="▪"/>
            </a:pPr>
            <a:r>
              <a:rPr lang="en-US" sz="1100" b="0" i="0" u="none" strike="noStrike" cap="none">
                <a:solidFill>
                  <a:schemeClr val="dk1"/>
                </a:solidFill>
                <a:latin typeface="Corbel"/>
                <a:ea typeface="Corbel"/>
                <a:cs typeface="Corbel"/>
                <a:sym typeface="Corbel"/>
              </a:rPr>
              <a:t>Registering as a company</a:t>
            </a:r>
            <a:endParaRPr/>
          </a:p>
          <a:p>
            <a:pPr marL="995362" marR="0" lvl="2" indent="-228599" algn="l" rtl="0">
              <a:lnSpc>
                <a:spcPct val="80000"/>
              </a:lnSpc>
              <a:spcBef>
                <a:spcPts val="220"/>
              </a:spcBef>
              <a:spcAft>
                <a:spcPts val="0"/>
              </a:spcAft>
              <a:buClr>
                <a:srgbClr val="E66C7D"/>
              </a:buClr>
              <a:buSzPts val="1100"/>
              <a:buFont typeface="Arial"/>
              <a:buChar char="▪"/>
            </a:pPr>
            <a:r>
              <a:rPr lang="en-US" sz="1100" b="0" i="0" u="none" strike="noStrike" cap="none">
                <a:solidFill>
                  <a:schemeClr val="dk1"/>
                </a:solidFill>
                <a:latin typeface="Corbel"/>
                <a:ea typeface="Corbel"/>
                <a:cs typeface="Corbel"/>
                <a:sym typeface="Corbel"/>
              </a:rPr>
              <a:t>By the grant of royal charter</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Litigation: Court action under civil law</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Must be initiated by one of the parties in dispute</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Initiator is called Claimant</a:t>
            </a:r>
            <a:endParaRPr/>
          </a:p>
        </p:txBody>
      </p:sp>
      <p:sp>
        <p:nvSpPr>
          <p:cNvPr id="226" name="Google Shape;226;p28"/>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27" name="Google Shape;227;p28"/>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28" name="Google Shape;228;p28"/>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9"/>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Criminal and Civil Law</a:t>
            </a:r>
            <a:endParaRPr/>
          </a:p>
        </p:txBody>
      </p:sp>
      <p:sp>
        <p:nvSpPr>
          <p:cNvPr id="235" name="Google Shape;235;p29"/>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strike="noStrike" cap="none">
                <a:solidFill>
                  <a:schemeClr val="dk1"/>
                </a:solidFill>
                <a:latin typeface="Corbel"/>
                <a:ea typeface="Corbel"/>
                <a:cs typeface="Corbel"/>
                <a:sym typeface="Corbel"/>
              </a:rPr>
              <a:t>Difference between Civil and Criminal law</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Standard of proof and burden of proof</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Criminal case: burden of proof on prosecution</a:t>
            </a:r>
            <a:endParaRPr/>
          </a:p>
          <a:p>
            <a:pPr marL="730250" marR="0" lvl="1" indent="-273050" algn="l" rtl="0">
              <a:lnSpc>
                <a:spcPct val="80000"/>
              </a:lnSpc>
              <a:spcBef>
                <a:spcPts val="360"/>
              </a:spcBef>
              <a:spcAft>
                <a:spcPts val="0"/>
              </a:spcAft>
              <a:buClr>
                <a:schemeClr val="accent2"/>
              </a:buClr>
              <a:buSzPts val="1620"/>
              <a:buFont typeface="Noto Sans Symbols"/>
              <a:buChar char="▪"/>
            </a:pPr>
            <a:r>
              <a:rPr lang="en-US" sz="1800" b="0" i="0" u="none" strike="noStrike" cap="none">
                <a:solidFill>
                  <a:schemeClr val="dk1"/>
                </a:solidFill>
                <a:latin typeface="Corbel"/>
                <a:ea typeface="Corbel"/>
                <a:cs typeface="Corbel"/>
                <a:sym typeface="Corbel"/>
              </a:rPr>
              <a:t>Civil case: both parties argue and present their case</a:t>
            </a:r>
            <a:endParaRPr/>
          </a:p>
          <a:p>
            <a:pPr marL="438150" marR="0" lvl="0" indent="-227648" algn="l" rtl="0">
              <a:spcBef>
                <a:spcPts val="0"/>
              </a:spcBef>
              <a:spcAft>
                <a:spcPts val="0"/>
              </a:spcAft>
              <a:buClr>
                <a:schemeClr val="accent1"/>
              </a:buClr>
              <a:buSzPts val="1440"/>
              <a:buFont typeface="Noto Sans Symbols"/>
              <a:buNone/>
            </a:pPr>
            <a:endParaRPr sz="1800" b="0" i="0" u="none" strike="noStrike" cap="none">
              <a:solidFill>
                <a:schemeClr val="dk1"/>
              </a:solidFill>
              <a:latin typeface="Corbel"/>
              <a:ea typeface="Corbel"/>
              <a:cs typeface="Corbel"/>
              <a:sym typeface="Corbel"/>
            </a:endParaRPr>
          </a:p>
        </p:txBody>
      </p:sp>
      <p:sp>
        <p:nvSpPr>
          <p:cNvPr id="236" name="Google Shape;236;p29"/>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37" name="Google Shape;237;p29"/>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38" name="Google Shape;238;p29"/>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0"/>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Where does law come from?</a:t>
            </a:r>
            <a:endParaRPr/>
          </a:p>
        </p:txBody>
      </p:sp>
      <p:sp>
        <p:nvSpPr>
          <p:cNvPr id="245" name="Google Shape;245;p30"/>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Two main sources of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Common law and Statute law in England </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Common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Not written</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Precedents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All countries in commonwealth share same traditions. </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This tradition of common law is not found in Continental Europe, Germany and France has their on written codes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Statute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Legislation: Acts of parliament</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About two hundred years ago there was very little statute law, since then the situation has changed</a:t>
            </a:r>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246" name="Google Shape;246;p30"/>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47" name="Google Shape;247;p30"/>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48" name="Google Shape;248;p30"/>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1"/>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Where does law come from?</a:t>
            </a:r>
            <a:endParaRPr/>
          </a:p>
        </p:txBody>
      </p:sp>
      <p:sp>
        <p:nvSpPr>
          <p:cNvPr id="255" name="Google Shape;255;p31"/>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Statute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Legislation: Acts of parliament</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About two hundred years ago there was very little statute law, since then the situation has changed</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Technical development and social changes</a:t>
            </a:r>
            <a:endParaRPr/>
          </a:p>
          <a:p>
            <a:pPr marL="995362" marR="0" lvl="2" indent="-228599" algn="l" rtl="0">
              <a:lnSpc>
                <a:spcPct val="80000"/>
              </a:lnSpc>
              <a:spcBef>
                <a:spcPts val="320"/>
              </a:spcBef>
              <a:spcAft>
                <a:spcPts val="0"/>
              </a:spcAft>
              <a:buClr>
                <a:srgbClr val="E66C7D"/>
              </a:buClr>
              <a:buSzPts val="1600"/>
              <a:buFont typeface="Arial"/>
              <a:buChar char="▪"/>
            </a:pPr>
            <a:r>
              <a:rPr lang="en-US" sz="1600" b="0" i="0" u="none" strike="noStrike" cap="none">
                <a:solidFill>
                  <a:schemeClr val="dk1"/>
                </a:solidFill>
                <a:latin typeface="Corbel"/>
                <a:ea typeface="Corbel"/>
                <a:cs typeface="Corbel"/>
                <a:sym typeface="Corbel"/>
              </a:rPr>
              <a:t>Laws to regulate child labor</a:t>
            </a:r>
            <a:endParaRPr/>
          </a:p>
          <a:p>
            <a:pPr marL="995362" marR="0" lvl="2" indent="-228599" algn="l" rtl="0">
              <a:lnSpc>
                <a:spcPct val="80000"/>
              </a:lnSpc>
              <a:spcBef>
                <a:spcPts val="320"/>
              </a:spcBef>
              <a:spcAft>
                <a:spcPts val="0"/>
              </a:spcAft>
              <a:buClr>
                <a:srgbClr val="E66C7D"/>
              </a:buClr>
              <a:buSzPts val="1600"/>
              <a:buFont typeface="Arial"/>
              <a:buChar char="▪"/>
            </a:pPr>
            <a:r>
              <a:rPr lang="en-US" sz="1600" b="0" i="0" u="none" strike="noStrike" cap="none">
                <a:solidFill>
                  <a:schemeClr val="dk1"/>
                </a:solidFill>
                <a:latin typeface="Corbel"/>
                <a:ea typeface="Corbel"/>
                <a:cs typeface="Corbel"/>
                <a:sym typeface="Corbel"/>
              </a:rPr>
              <a:t>Miss use of Computers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Millions of common law judgments makes it hard to apply common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Parliament passes legislation to bring together common law into statute law</a:t>
            </a:r>
            <a:endParaRPr/>
          </a:p>
          <a:p>
            <a:pPr marL="730250" marR="0" lvl="1" indent="-273050" algn="l" rtl="0">
              <a:lnSpc>
                <a:spcPct val="80000"/>
              </a:lnSpc>
              <a:spcBef>
                <a:spcPts val="480"/>
              </a:spcBef>
              <a:spcAft>
                <a:spcPts val="0"/>
              </a:spcAft>
              <a:buClr>
                <a:schemeClr val="accent2"/>
              </a:buClr>
              <a:buSzPts val="2160"/>
              <a:buFont typeface="Noto Sans Symbols"/>
              <a:buChar char="▪"/>
            </a:pPr>
            <a:r>
              <a:rPr lang="en-US" sz="2400" b="1" i="0" u="none" strike="noStrike" cap="none">
                <a:solidFill>
                  <a:schemeClr val="dk1"/>
                </a:solidFill>
                <a:latin typeface="Corbel"/>
                <a:ea typeface="Corbel"/>
                <a:cs typeface="Corbel"/>
                <a:sym typeface="Corbel"/>
              </a:rPr>
              <a:t>A good example of this is the Theft Act 1968, which consolidated the common law provisions regarding crimes involving stealing.</a:t>
            </a:r>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256" name="Google Shape;256;p31"/>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57" name="Google Shape;257;p31"/>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58" name="Google Shape;258;p31"/>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2"/>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Legislation Process in UK</a:t>
            </a:r>
            <a:endParaRPr/>
          </a:p>
        </p:txBody>
      </p:sp>
      <p:sp>
        <p:nvSpPr>
          <p:cNvPr id="265" name="Google Shape;265;p32"/>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Two chamber or bicameral</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Legislature: Parliament</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House of Commons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Elected members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659 constituencies</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a:solidFill>
                  <a:schemeClr val="dk1"/>
                </a:solidFill>
                <a:latin typeface="Corbel"/>
                <a:ea typeface="Corbel"/>
                <a:cs typeface="Corbel"/>
                <a:sym typeface="Corbel"/>
              </a:rPr>
              <a:t>House of Lords</a:t>
            </a:r>
            <a:endParaRPr/>
          </a:p>
          <a:p>
            <a:pPr marL="730250" marR="0" lvl="1" indent="-273050" algn="l" rtl="0">
              <a:lnSpc>
                <a:spcPct val="80000"/>
              </a:lnSpc>
              <a:spcBef>
                <a:spcPts val="320"/>
              </a:spcBef>
              <a:spcAft>
                <a:spcPts val="0"/>
              </a:spcAft>
              <a:buClr>
                <a:schemeClr val="accent2"/>
              </a:buClr>
              <a:buSzPts val="1440"/>
              <a:buFont typeface="Noto Sans Symbols"/>
              <a:buChar char="▪"/>
            </a:pPr>
            <a:r>
              <a:rPr lang="en-US" sz="1600" b="0" i="0" u="none" strike="noStrike" cap="none">
                <a:solidFill>
                  <a:schemeClr val="dk1"/>
                </a:solidFill>
                <a:latin typeface="Corbel"/>
                <a:ea typeface="Corbel"/>
                <a:cs typeface="Corbel"/>
                <a:sym typeface="Corbel"/>
              </a:rPr>
              <a:t>Members are appointed</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a:solidFill>
                  <a:schemeClr val="dk1"/>
                </a:solidFill>
                <a:latin typeface="Corbel"/>
                <a:ea typeface="Corbel"/>
                <a:cs typeface="Corbel"/>
                <a:sym typeface="Corbel"/>
              </a:rPr>
              <a:t>British government is made up of both, house of commons and house of lords</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a:solidFill>
                  <a:schemeClr val="dk1"/>
                </a:solidFill>
                <a:latin typeface="Corbel"/>
                <a:ea typeface="Corbel"/>
                <a:cs typeface="Corbel"/>
                <a:sym typeface="Corbel"/>
              </a:rPr>
              <a:t>Members of house of lords are not in large number</a:t>
            </a:r>
            <a:endParaRPr/>
          </a:p>
          <a:p>
            <a:pPr marL="438150" marR="0" lvl="0" indent="-319087" algn="l" rtl="0">
              <a:lnSpc>
                <a:spcPct val="80000"/>
              </a:lnSpc>
              <a:spcBef>
                <a:spcPts val="0"/>
              </a:spcBef>
              <a:spcAft>
                <a:spcPts val="0"/>
              </a:spcAft>
              <a:buClr>
                <a:schemeClr val="accent1"/>
              </a:buClr>
              <a:buSzPts val="1600"/>
              <a:buFont typeface="Noto Sans Symbols"/>
              <a:buChar char="◼"/>
            </a:pPr>
            <a:r>
              <a:rPr lang="en-US" sz="2000" b="0" i="0" u="none">
                <a:solidFill>
                  <a:schemeClr val="dk1"/>
                </a:solidFill>
                <a:latin typeface="Corbel"/>
                <a:ea typeface="Corbel"/>
                <a:cs typeface="Corbel"/>
                <a:sym typeface="Corbel"/>
              </a:rPr>
              <a:t>Prime minister, Foreign Secretary and Home Secretary are from house of commons</a:t>
            </a:r>
            <a:endParaRPr/>
          </a:p>
          <a:p>
            <a:pPr marL="438150" marR="0" lvl="0" indent="-217487" algn="l" rtl="0">
              <a:spcBef>
                <a:spcPts val="0"/>
              </a:spcBef>
              <a:spcAft>
                <a:spcPts val="0"/>
              </a:spcAft>
              <a:buClr>
                <a:schemeClr val="accent1"/>
              </a:buClr>
              <a:buSzPts val="1600"/>
              <a:buFont typeface="Noto Sans Symbols"/>
              <a:buNone/>
            </a:pPr>
            <a:endParaRPr sz="2000" b="0" i="0" u="none">
              <a:solidFill>
                <a:schemeClr val="dk1"/>
              </a:solidFill>
              <a:latin typeface="Corbel"/>
              <a:ea typeface="Corbel"/>
              <a:cs typeface="Corbel"/>
              <a:sym typeface="Corbel"/>
            </a:endParaRPr>
          </a:p>
        </p:txBody>
      </p:sp>
      <p:sp>
        <p:nvSpPr>
          <p:cNvPr id="266" name="Google Shape;266;p32"/>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67" name="Google Shape;267;p32"/>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68" name="Google Shape;268;p32"/>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3"/>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Legislation Process in UK</a:t>
            </a:r>
            <a:endParaRPr/>
          </a:p>
        </p:txBody>
      </p:sp>
      <p:sp>
        <p:nvSpPr>
          <p:cNvPr id="275" name="Google Shape;275;p33"/>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Bill</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New legislation is initiated by government as well as any member</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First in house of commons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If approved, then house of lords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If approved, it becomes ACT of Parliament</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It is then passed to QUEEN for approval, then becomes LAW</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House of commons has the power to override any changes suggested by house of lords</a:t>
            </a:r>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276" name="Google Shape;276;p33"/>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77" name="Google Shape;277;p33"/>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78" name="Google Shape;278;p33"/>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4"/>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fontScale="90000"/>
          </a:bodyPr>
          <a:lstStyle/>
          <a:p>
            <a:pPr marL="0" marR="0" lvl="0" indent="0" algn="l" rtl="0">
              <a:lnSpc>
                <a:spcPct val="100000"/>
              </a:lnSpc>
              <a:spcBef>
                <a:spcPts val="0"/>
              </a:spcBef>
              <a:spcAft>
                <a:spcPts val="0"/>
              </a:spcAft>
              <a:buClr>
                <a:srgbClr val="FFC700"/>
              </a:buClr>
              <a:buSzPct val="100000"/>
              <a:buFont typeface="Corbel"/>
              <a:buNone/>
            </a:pPr>
            <a:r>
              <a:rPr lang="en-US" sz="4500" b="1" i="0" u="none" strike="noStrike" cap="none">
                <a:solidFill>
                  <a:srgbClr val="FFC700"/>
                </a:solidFill>
                <a:latin typeface="Corbel"/>
                <a:ea typeface="Corbel"/>
                <a:cs typeface="Corbel"/>
                <a:sym typeface="Corbel"/>
              </a:rPr>
              <a:t>Legislation Process in other countries</a:t>
            </a:r>
            <a:endParaRPr/>
          </a:p>
        </p:txBody>
      </p:sp>
      <p:sp>
        <p:nvSpPr>
          <p:cNvPr id="285" name="Google Shape;285;p34"/>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In USA legislature known as Congress. Senate and House of representatives.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Both houses’ members are elected but on different terms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House of representatives for 2 years (1 for each district)</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Senators are elected for 7 years (2 for each state)</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Legislation must be approved by both houses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President must also give his assent before act becomes law</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President can veto legislation</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As in other countries, supreme court can also strike out legislation on finding it against constitution</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Unlike in UK courts cannot override legislation, although can override secondary legislation</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Members of government of US are not members of congress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President elected by public</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Members of government appointed by president, approved by congress</a:t>
            </a:r>
            <a:endParaRPr/>
          </a:p>
          <a:p>
            <a:pPr marL="730250" marR="0" lvl="1" indent="-113030" algn="l" rtl="0">
              <a:lnSpc>
                <a:spcPct val="80000"/>
              </a:lnSpc>
              <a:spcBef>
                <a:spcPts val="560"/>
              </a:spcBef>
              <a:spcAft>
                <a:spcPts val="0"/>
              </a:spcAft>
              <a:buClr>
                <a:schemeClr val="accent2"/>
              </a:buClr>
              <a:buSzPts val="2520"/>
              <a:buFont typeface="Noto Sans Symbols"/>
              <a:buNone/>
            </a:pPr>
            <a:endParaRPr sz="2800" b="0" i="0" u="none" strike="noStrike" cap="none">
              <a:solidFill>
                <a:schemeClr val="dk1"/>
              </a:solidFill>
              <a:latin typeface="Corbel"/>
              <a:ea typeface="Corbel"/>
              <a:cs typeface="Corbel"/>
              <a:sym typeface="Corbel"/>
            </a:endParaRPr>
          </a:p>
          <a:p>
            <a:pPr marL="438150" marR="0" lvl="0" indent="-319087" algn="l" rtl="0">
              <a:lnSpc>
                <a:spcPct val="100000"/>
              </a:lnSpc>
              <a:spcBef>
                <a:spcPts val="0"/>
              </a:spcBef>
              <a:spcAft>
                <a:spcPts val="0"/>
              </a:spcAft>
              <a:buClr>
                <a:schemeClr val="accent1"/>
              </a:buClr>
              <a:buSzPts val="2560"/>
              <a:buFont typeface="Noto Sans Symbols"/>
              <a:buChar char="◼"/>
            </a:pPr>
            <a:r>
              <a:rPr lang="en-US" sz="3200" b="0" i="0" u="none">
                <a:solidFill>
                  <a:schemeClr val="dk1"/>
                </a:solidFill>
                <a:latin typeface="Corbel"/>
                <a:ea typeface="Corbel"/>
                <a:cs typeface="Corbel"/>
                <a:sym typeface="Corbel"/>
              </a:rPr>
              <a:t> </a:t>
            </a:r>
            <a:endParaRPr sz="4000" b="0" i="0" u="none">
              <a:solidFill>
                <a:schemeClr val="dk1"/>
              </a:solidFill>
              <a:latin typeface="Corbel"/>
              <a:ea typeface="Corbel"/>
              <a:cs typeface="Corbel"/>
              <a:sym typeface="Corbel"/>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286" name="Google Shape;286;p34"/>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87" name="Google Shape;287;p34"/>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88" name="Google Shape;288;p34"/>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35"/>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fontScale="90000"/>
          </a:bodyPr>
          <a:lstStyle/>
          <a:p>
            <a:pPr marL="0" marR="0" lvl="0" indent="0" algn="l" rtl="0">
              <a:lnSpc>
                <a:spcPct val="100000"/>
              </a:lnSpc>
              <a:spcBef>
                <a:spcPts val="0"/>
              </a:spcBef>
              <a:spcAft>
                <a:spcPts val="0"/>
              </a:spcAft>
              <a:buClr>
                <a:srgbClr val="FFC700"/>
              </a:buClr>
              <a:buSzPct val="100000"/>
              <a:buFont typeface="Corbel"/>
              <a:buNone/>
            </a:pPr>
            <a:r>
              <a:rPr lang="en-US" sz="4500" b="1" i="0" u="none" strike="noStrike" cap="none">
                <a:solidFill>
                  <a:srgbClr val="FFC700"/>
                </a:solidFill>
                <a:latin typeface="Corbel"/>
                <a:ea typeface="Corbel"/>
                <a:cs typeface="Corbel"/>
                <a:sym typeface="Corbel"/>
              </a:rPr>
              <a:t>Legislation Process in other countries</a:t>
            </a:r>
            <a:endParaRPr/>
          </a:p>
        </p:txBody>
      </p:sp>
      <p:sp>
        <p:nvSpPr>
          <p:cNvPr id="295" name="Google Shape;295;p35"/>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Members of government of US are not members of congress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President elected by public</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Members of government appointed by president, approved by congress</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Important separation of 3 functions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Legislature -&gt; congress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Judiciary -&gt;applies and forces these laws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Executive -&gt; the government, runs the state</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US is a country of 50 states. </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Each has its own legislature and government</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On some topics each state can make its own laws but in other laws are made at federal level</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E.g each state has its own laws about who can call themselves engineer</a:t>
            </a:r>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296" name="Google Shape;296;p35"/>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297" name="Google Shape;297;p35"/>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298" name="Google Shape;298;p35"/>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6"/>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fontScale="90000"/>
          </a:bodyPr>
          <a:lstStyle/>
          <a:p>
            <a:pPr marL="0" marR="0" lvl="0" indent="0" algn="l" rtl="0">
              <a:lnSpc>
                <a:spcPct val="100000"/>
              </a:lnSpc>
              <a:spcBef>
                <a:spcPts val="0"/>
              </a:spcBef>
              <a:spcAft>
                <a:spcPts val="0"/>
              </a:spcAft>
              <a:buClr>
                <a:srgbClr val="FFC700"/>
              </a:buClr>
              <a:buSzPct val="100000"/>
              <a:buFont typeface="Corbel"/>
              <a:buNone/>
            </a:pPr>
            <a:r>
              <a:rPr lang="en-US" sz="4500" b="1" i="0" u="none" strike="noStrike" cap="none">
                <a:solidFill>
                  <a:srgbClr val="FFC700"/>
                </a:solidFill>
                <a:latin typeface="Corbel"/>
                <a:ea typeface="Corbel"/>
                <a:cs typeface="Corbel"/>
                <a:sym typeface="Corbel"/>
              </a:rPr>
              <a:t>Legislation Process in other countries</a:t>
            </a:r>
            <a:endParaRPr/>
          </a:p>
        </p:txBody>
      </p:sp>
      <p:sp>
        <p:nvSpPr>
          <p:cNvPr id="305" name="Google Shape;305;p36"/>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US is a country of 50 states. </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Each has its own legislature and government</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On some topics each state can make its own laws but in other laws are made at federal level</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E.g each state has its own laws about who can call themselves engineer</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The issue on how much an individual state can override federal laws is ongoing debate</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E.g supreme court has declared laws unconstitutional to regulate the use of internet</a:t>
            </a:r>
            <a:endParaRPr sz="2400" b="0" i="0" u="none" strike="noStrike" cap="none">
              <a:solidFill>
                <a:schemeClr val="dk1"/>
              </a:solidFill>
              <a:latin typeface="Corbel"/>
              <a:ea typeface="Corbel"/>
              <a:cs typeface="Corbel"/>
              <a:sym typeface="Corbel"/>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306" name="Google Shape;306;p36"/>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307" name="Google Shape;307;p36"/>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308" name="Google Shape;308;p36"/>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37"/>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Laws across borders</a:t>
            </a:r>
            <a:endParaRPr/>
          </a:p>
        </p:txBody>
      </p:sp>
      <p:sp>
        <p:nvSpPr>
          <p:cNvPr id="315" name="Google Shape;315;p37"/>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to deal with a spy who passed on secrets to an enemy country, even though the passing on of the secrets took place on foreign soil</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The development of the web and other innovations in the field of telecommunications has, however, created further problems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E.g If a hacker sitting in an apartment in New York hacks into a European air traffic control computer located in the Netherlands so as to cause a mid-air collision over Denmark, where was the crime committed and which country’s laws and legal procedures should be used in prosecuting the crime? What happens about an action that is criminal in some of the countries it affects but not in others – publishing obscene material over the internet is a case in point?</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Extradition</a:t>
            </a:r>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316" name="Google Shape;316;p37"/>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317" name="Google Shape;317;p37"/>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318" name="Google Shape;318;p37"/>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8"/>
          <p:cNvSpPr txBox="1">
            <a:spLocks noGrp="1"/>
          </p:cNvSpPr>
          <p:nvPr>
            <p:ph type="title" idx="4294967295"/>
          </p:nvPr>
        </p:nvSpPr>
        <p:spPr>
          <a:xfrm>
            <a:off x="457200" y="155448"/>
            <a:ext cx="8229600" cy="1252728"/>
          </a:xfrm>
          <a:prstGeom prst="rect">
            <a:avLst/>
          </a:prstGeom>
          <a:noFill/>
          <a:ln>
            <a:noFill/>
          </a:ln>
        </p:spPr>
        <p:txBody>
          <a:bodyPr spcFirstLastPara="1" wrap="square" lIns="91425" tIns="45700" rIns="45700" bIns="45700" anchor="ctr" anchorCtr="0">
            <a:normAutofit/>
          </a:bodyPr>
          <a:lstStyle/>
          <a:p>
            <a:pPr marL="0" marR="0" lvl="0" indent="0" algn="l" rtl="0">
              <a:lnSpc>
                <a:spcPct val="100000"/>
              </a:lnSpc>
              <a:spcBef>
                <a:spcPts val="0"/>
              </a:spcBef>
              <a:spcAft>
                <a:spcPts val="0"/>
              </a:spcAft>
              <a:buClr>
                <a:srgbClr val="FFC700"/>
              </a:buClr>
              <a:buSzPts val="4500"/>
              <a:buFont typeface="Corbel"/>
              <a:buNone/>
            </a:pPr>
            <a:r>
              <a:rPr lang="en-US" sz="4500" b="1" i="0" u="none" strike="noStrike" cap="none">
                <a:solidFill>
                  <a:srgbClr val="FFC700"/>
                </a:solidFill>
                <a:latin typeface="Corbel"/>
                <a:ea typeface="Corbel"/>
                <a:cs typeface="Corbel"/>
                <a:sym typeface="Corbel"/>
              </a:rPr>
              <a:t>Laws across borders</a:t>
            </a:r>
            <a:endParaRPr/>
          </a:p>
        </p:txBody>
      </p:sp>
      <p:sp>
        <p:nvSpPr>
          <p:cNvPr id="325" name="Google Shape;325;p38"/>
          <p:cNvSpPr txBox="1">
            <a:spLocks noGrp="1"/>
          </p:cNvSpPr>
          <p:nvPr>
            <p:ph type="body" idx="1"/>
          </p:nvPr>
        </p:nvSpPr>
        <p:spPr>
          <a:xfrm>
            <a:off x="457200" y="1851025"/>
            <a:ext cx="8229600" cy="4625975"/>
          </a:xfrm>
          <a:prstGeom prst="rect">
            <a:avLst/>
          </a:prstGeom>
          <a:noFill/>
          <a:ln>
            <a:noFill/>
          </a:ln>
        </p:spPr>
        <p:txBody>
          <a:bodyPr spcFirstLastPara="1" wrap="square" lIns="54850" tIns="91425" rIns="91425" bIns="45700" anchor="t" anchorCtr="0">
            <a:noAutofit/>
          </a:bodyPr>
          <a:lstStyle/>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Civil cases are simpler</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Claimant has to decided, which country to initiate action</a:t>
            </a:r>
            <a:endParaRPr/>
          </a:p>
          <a:p>
            <a:pPr marL="438150" marR="0" lvl="0" indent="-319087" algn="l" rtl="0">
              <a:lnSpc>
                <a:spcPct val="80000"/>
              </a:lnSpc>
              <a:spcBef>
                <a:spcPts val="0"/>
              </a:spcBef>
              <a:spcAft>
                <a:spcPts val="0"/>
              </a:spcAft>
              <a:buClr>
                <a:schemeClr val="accent1"/>
              </a:buClr>
              <a:buSzPts val="1920"/>
              <a:buFont typeface="Noto Sans Symbols"/>
              <a:buChar char="◼"/>
            </a:pPr>
            <a:r>
              <a:rPr lang="en-US" sz="2400" b="0" i="0" u="none">
                <a:solidFill>
                  <a:schemeClr val="dk1"/>
                </a:solidFill>
                <a:latin typeface="Corbel"/>
                <a:ea typeface="Corbel"/>
                <a:cs typeface="Corbel"/>
                <a:sym typeface="Corbel"/>
              </a:rPr>
              <a:t>The decision will depend</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Circumstances of the case</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Influenced by the reputation of country’s courts</a:t>
            </a:r>
            <a:endParaRPr/>
          </a:p>
          <a:p>
            <a:pPr marL="730250" marR="0" lvl="1" indent="-273050" algn="l" rtl="0">
              <a:lnSpc>
                <a:spcPct val="80000"/>
              </a:lnSpc>
              <a:spcBef>
                <a:spcPts val="400"/>
              </a:spcBef>
              <a:spcAft>
                <a:spcPts val="0"/>
              </a:spcAft>
              <a:buClr>
                <a:schemeClr val="accent2"/>
              </a:buClr>
              <a:buSzPts val="1800"/>
              <a:buFont typeface="Noto Sans Symbols"/>
              <a:buChar char="▪"/>
            </a:pPr>
            <a:r>
              <a:rPr lang="en-US" sz="2000" b="0" i="0" u="none" strike="noStrike" cap="none">
                <a:solidFill>
                  <a:schemeClr val="dk1"/>
                </a:solidFill>
                <a:latin typeface="Corbel"/>
                <a:ea typeface="Corbel"/>
                <a:cs typeface="Corbel"/>
                <a:sym typeface="Corbel"/>
              </a:rPr>
              <a:t>How favorable its laws will be to the claimant’s case</a:t>
            </a:r>
            <a:endParaRPr/>
          </a:p>
          <a:p>
            <a:pPr marL="730250" marR="0" lvl="1" indent="-158750" algn="l" rtl="0">
              <a:lnSpc>
                <a:spcPct val="80000"/>
              </a:lnSpc>
              <a:spcBef>
                <a:spcPts val="400"/>
              </a:spcBef>
              <a:spcAft>
                <a:spcPts val="0"/>
              </a:spcAft>
              <a:buClr>
                <a:schemeClr val="accent2"/>
              </a:buClr>
              <a:buSzPts val="1800"/>
              <a:buFont typeface="Noto Sans Symbols"/>
              <a:buNone/>
            </a:pPr>
            <a:endParaRPr sz="2000" b="0" i="0" u="none" strike="noStrike" cap="none">
              <a:solidFill>
                <a:schemeClr val="dk1"/>
              </a:solidFill>
              <a:latin typeface="Corbel"/>
              <a:ea typeface="Corbel"/>
              <a:cs typeface="Corbel"/>
              <a:sym typeface="Corbel"/>
            </a:endParaRPr>
          </a:p>
          <a:p>
            <a:pPr marL="438150" marR="0" lvl="0" indent="-217487" algn="l" rtl="0">
              <a:spcBef>
                <a:spcPts val="0"/>
              </a:spcBef>
              <a:spcAft>
                <a:spcPts val="0"/>
              </a:spcAft>
              <a:buClr>
                <a:schemeClr val="accent1"/>
              </a:buClr>
              <a:buSzPts val="1600"/>
              <a:buFont typeface="Noto Sans Symbols"/>
              <a:buNone/>
            </a:pPr>
            <a:endParaRPr sz="2000" b="0" i="0" u="none" strike="noStrike" cap="none">
              <a:solidFill>
                <a:schemeClr val="dk1"/>
              </a:solidFill>
              <a:latin typeface="Corbel"/>
              <a:ea typeface="Corbel"/>
              <a:cs typeface="Corbel"/>
              <a:sym typeface="Corbel"/>
            </a:endParaRPr>
          </a:p>
        </p:txBody>
      </p:sp>
      <p:sp>
        <p:nvSpPr>
          <p:cNvPr id="326" name="Google Shape;326;p38"/>
          <p:cNvSpPr txBox="1"/>
          <p:nvPr/>
        </p:nvSpPr>
        <p:spPr>
          <a:xfrm>
            <a:off x="457200" y="6477000"/>
            <a:ext cx="2133600" cy="274637"/>
          </a:xfrm>
          <a:prstGeom prst="rect">
            <a:avLst/>
          </a:prstGeom>
          <a:noFill/>
          <a:ln>
            <a:noFill/>
          </a:ln>
        </p:spPr>
        <p:txBody>
          <a:bodyPr spcFirstLastPara="1" wrap="square" lIns="109725"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NU-FAST, Islamabad</a:t>
            </a:r>
            <a:endParaRPr/>
          </a:p>
        </p:txBody>
      </p:sp>
      <p:sp>
        <p:nvSpPr>
          <p:cNvPr id="327" name="Google Shape;327;p38"/>
          <p:cNvSpPr txBox="1"/>
          <p:nvPr/>
        </p:nvSpPr>
        <p:spPr>
          <a:xfrm>
            <a:off x="2640012" y="6477000"/>
            <a:ext cx="5508625" cy="274637"/>
          </a:xfrm>
          <a:prstGeom prst="rect">
            <a:avLst/>
          </a:prstGeom>
          <a:noFill/>
          <a:ln>
            <a:noFill/>
          </a:ln>
        </p:spPr>
        <p:txBody>
          <a:bodyPr spcFirstLastPara="1" wrap="square" lIns="45700" tIns="45700" rIns="45700" bIns="0" anchor="b" anchorCtr="0">
            <a:noAutofit/>
          </a:bodyPr>
          <a:lstStyle/>
          <a:p>
            <a:pPr marL="0" marR="0" lvl="0" indent="0" algn="l" rtl="0">
              <a:lnSpc>
                <a:spcPct val="100000"/>
              </a:lnSpc>
              <a:spcBef>
                <a:spcPts val="0"/>
              </a:spcBef>
              <a:spcAft>
                <a:spcPts val="0"/>
              </a:spcAft>
              <a:buClr>
                <a:srgbClr val="3F3F3F"/>
              </a:buClr>
              <a:buSzPts val="1200"/>
              <a:buFont typeface="Arial"/>
              <a:buNone/>
            </a:pPr>
            <a:r>
              <a:rPr lang="en-US" sz="1200" b="0" i="0" u="none">
                <a:solidFill>
                  <a:srgbClr val="3F3F3F"/>
                </a:solidFill>
                <a:latin typeface="Arial"/>
                <a:ea typeface="Arial"/>
                <a:cs typeface="Arial"/>
                <a:sym typeface="Arial"/>
              </a:rPr>
              <a:t>Professional Issues in IT</a:t>
            </a:r>
            <a:endParaRPr/>
          </a:p>
        </p:txBody>
      </p:sp>
      <p:sp>
        <p:nvSpPr>
          <p:cNvPr id="328" name="Google Shape;328;p38"/>
          <p:cNvSpPr txBox="1"/>
          <p:nvPr/>
        </p:nvSpPr>
        <p:spPr>
          <a:xfrm>
            <a:off x="8204200" y="6477000"/>
            <a:ext cx="733425" cy="274637"/>
          </a:xfrm>
          <a:prstGeom prst="rect">
            <a:avLst/>
          </a:prstGeom>
          <a:noFill/>
          <a:ln>
            <a:noFill/>
          </a:ln>
        </p:spPr>
        <p:txBody>
          <a:bodyPr spcFirstLastPara="1" wrap="square" lIns="91425" tIns="45700" rIns="91425" bIns="0" anchor="b" anchorCtr="0">
            <a:noAutofit/>
          </a:bodyPr>
          <a:lstStyle/>
          <a:p>
            <a:pPr marL="0" marR="0" lvl="0" indent="0" algn="r" rtl="0">
              <a:lnSpc>
                <a:spcPct val="100000"/>
              </a:lnSpc>
              <a:spcBef>
                <a:spcPts val="0"/>
              </a:spcBef>
              <a:spcAft>
                <a:spcPts val="0"/>
              </a:spcAft>
              <a:buClr>
                <a:srgbClr val="3F3F3F"/>
              </a:buClr>
              <a:buSzPts val="1200"/>
              <a:buFont typeface="Arial"/>
              <a:buNone/>
            </a:pPr>
            <a:fld id="{00000000-1234-1234-1234-123412341234}" type="slidenum">
              <a:rPr lang="en-US" sz="1200" b="0" i="0" u="none">
                <a:solidFill>
                  <a:srgbClr val="3F3F3F"/>
                </a:solidFill>
                <a:latin typeface="Arial"/>
                <a:ea typeface="Arial"/>
                <a:cs typeface="Arial"/>
                <a:sym typeface="Arial"/>
              </a:rPr>
              <a:t>20</a:t>
            </a:fld>
            <a:endParaRPr/>
          </a:p>
        </p:txBody>
      </p:sp>
    </p:spTree>
  </p:cSld>
  <p:clrMapOvr>
    <a:masterClrMapping/>
  </p:clrMapOvr>
</p:sld>
</file>

<file path=ppt/theme/theme1.xml><?xml version="1.0" encoding="utf-8"?>
<a:theme xmlns:a="http://schemas.openxmlformats.org/drawingml/2006/main" name="1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Module">
  <a:themeElements>
    <a:clrScheme name="Module">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1546</Words>
  <Application>Microsoft Office PowerPoint</Application>
  <PresentationFormat>On-screen Show (4:3)</PresentationFormat>
  <Paragraphs>256</Paragraphs>
  <Slides>20</Slides>
  <Notes>20</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20</vt:i4>
      </vt:variant>
    </vt:vector>
  </HeadingPairs>
  <TitlesOfParts>
    <vt:vector size="30" baseType="lpstr">
      <vt:lpstr>Arial</vt:lpstr>
      <vt:lpstr>Corbel</vt:lpstr>
      <vt:lpstr>Noto Sans Symbols</vt:lpstr>
      <vt:lpstr>1_Module</vt:lpstr>
      <vt:lpstr>Module</vt:lpstr>
      <vt:lpstr>2_Module</vt:lpstr>
      <vt:lpstr>3_Module</vt:lpstr>
      <vt:lpstr>4_Module</vt:lpstr>
      <vt:lpstr>5_Module</vt:lpstr>
      <vt:lpstr>6_Module</vt:lpstr>
      <vt:lpstr>Professional Practices  Introduction</vt:lpstr>
      <vt:lpstr>Course Objectives</vt:lpstr>
      <vt:lpstr>Summary</vt:lpstr>
      <vt:lpstr>Purpose / Importance of the Course</vt:lpstr>
      <vt:lpstr>Scope of the Course / Coverage</vt:lpstr>
      <vt:lpstr>Scope of the Course / Coverage</vt:lpstr>
      <vt:lpstr>Code of Conduct</vt:lpstr>
      <vt:lpstr>The LAW</vt:lpstr>
      <vt:lpstr>What is LAW</vt:lpstr>
      <vt:lpstr>Criminal and Civil Law</vt:lpstr>
      <vt:lpstr>Criminal and Civil Law</vt:lpstr>
      <vt:lpstr>Where does law come from?</vt:lpstr>
      <vt:lpstr>Where does law come from?</vt:lpstr>
      <vt:lpstr>Legislation Process in UK</vt:lpstr>
      <vt:lpstr>Legislation Process in UK</vt:lpstr>
      <vt:lpstr>Legislation Process in other countries</vt:lpstr>
      <vt:lpstr>Legislation Process in other countries</vt:lpstr>
      <vt:lpstr>Legislation Process in other countries</vt:lpstr>
      <vt:lpstr>Laws across borders</vt:lpstr>
      <vt:lpstr>Laws across borders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Junaid Hocane</cp:lastModifiedBy>
  <cp:revision>2</cp:revision>
  <dcterms:modified xsi:type="dcterms:W3CDTF">2025-08-18T13:03:00Z</dcterms:modified>
</cp:coreProperties>
</file>