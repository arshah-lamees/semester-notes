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84" r:id="rId2"/>
    <p:sldId id="285" r:id="rId3"/>
    <p:sldId id="286" r:id="rId4"/>
    <p:sldId id="295" r:id="rId5"/>
    <p:sldId id="313" r:id="rId6"/>
    <p:sldId id="297" r:id="rId7"/>
    <p:sldId id="296" r:id="rId8"/>
    <p:sldId id="301" r:id="rId9"/>
    <p:sldId id="302" r:id="rId10"/>
    <p:sldId id="294" r:id="rId11"/>
    <p:sldId id="257" r:id="rId12"/>
    <p:sldId id="292" r:id="rId13"/>
    <p:sldId id="287" r:id="rId14"/>
    <p:sldId id="293" r:id="rId15"/>
    <p:sldId id="259" r:id="rId16"/>
    <p:sldId id="307" r:id="rId17"/>
    <p:sldId id="306" r:id="rId18"/>
    <p:sldId id="311" r:id="rId19"/>
    <p:sldId id="322" r:id="rId20"/>
    <p:sldId id="321" r:id="rId21"/>
    <p:sldId id="323" r:id="rId22"/>
    <p:sldId id="324" r:id="rId23"/>
    <p:sldId id="325" r:id="rId24"/>
    <p:sldId id="326" r:id="rId25"/>
    <p:sldId id="327" r:id="rId26"/>
    <p:sldId id="328" r:id="rId27"/>
    <p:sldId id="329" r:id="rId28"/>
    <p:sldId id="330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1" autoAdjust="0"/>
    <p:restoredTop sz="94660"/>
  </p:normalViewPr>
  <p:slideViewPr>
    <p:cSldViewPr snapToGrid="0">
      <p:cViewPr varScale="1">
        <p:scale>
          <a:sx n="50" d="100"/>
          <a:sy n="50" d="100"/>
        </p:scale>
        <p:origin x="78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20C339-95BB-49C2-961F-EA9EBC3491D6}" type="datetimeFigureOut">
              <a:rPr lang="en-US" smtClean="0"/>
              <a:t>11/17/2024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69556E-E8D7-4BE8-AB02-564CBF8A91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1720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r>
              <a:rPr lang="en-US" dirty="0"/>
              <a:t>Bad postures</a:t>
            </a:r>
            <a:r>
              <a:rPr lang="en-US" baseline="0" dirty="0"/>
              <a:t> in an interview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67079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r>
              <a:rPr lang="en-US" dirty="0"/>
              <a:t>Correct sitting postures for Men and Women</a:t>
            </a:r>
          </a:p>
        </p:txBody>
      </p:sp>
    </p:spTree>
    <p:extLst>
      <p:ext uri="{BB962C8B-B14F-4D97-AF65-F5344CB8AC3E}">
        <p14:creationId xmlns:p14="http://schemas.microsoft.com/office/powerpoint/2010/main" val="15444555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747584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859286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474519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r>
              <a:rPr lang="en-US" dirty="0"/>
              <a:t>Audience sections</a:t>
            </a:r>
          </a:p>
        </p:txBody>
      </p:sp>
    </p:spTree>
    <p:extLst>
      <p:ext uri="{BB962C8B-B14F-4D97-AF65-F5344CB8AC3E}">
        <p14:creationId xmlns:p14="http://schemas.microsoft.com/office/powerpoint/2010/main" val="9449230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r>
              <a:rPr lang="en-US" dirty="0"/>
              <a:t>“Visuals have the greatest, longest lasting impact – show as much or more visually as what you say”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10276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D2922-2E2B-48D3-95BD-B371C16051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1138CF-B704-4EE1-803E-E27770CB14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8D6D36-5CC8-4C42-9F92-0CCC919E00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0E2F2-2285-4569-96A7-D8D4635F3B7D}" type="datetimeFigureOut">
              <a:rPr lang="en-US" smtClean="0"/>
              <a:t>11/17/2024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4FC8B1-906A-43CF-9545-AB6E20A8D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864250-1AB6-4C3A-B8B7-F1748CE57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DFF86-69B6-42C6-A405-098171D9FA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4928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18F7B-33F2-4374-A279-2B261688F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997041-67F9-46DD-A50F-DA01244413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00F51-26B7-414A-94B9-5790F306F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0E2F2-2285-4569-96A7-D8D4635F3B7D}" type="datetimeFigureOut">
              <a:rPr lang="en-US" smtClean="0"/>
              <a:t>11/17/2024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00039A-46CE-4CF7-A35E-2E7AA6BB0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48BBFC-9635-48D5-B937-A4EE4B927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DFF86-69B6-42C6-A405-098171D9FA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987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60A27-4D1A-4AEF-9953-1349CFD69E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4082FE-BC03-4CBF-BB0E-CE4F5B0542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A6DB4A-2B4E-4D45-B69B-5F7EBB64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0E2F2-2285-4569-96A7-D8D4635F3B7D}" type="datetimeFigureOut">
              <a:rPr lang="en-US" smtClean="0"/>
              <a:t>11/17/2024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762423-157F-4C64-8C6E-4005DDDA0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605ECE-0BB3-48AB-BCFB-FB730E92D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DFF86-69B6-42C6-A405-098171D9FA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4227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E43F4-44FC-482A-80BE-E325C8997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134929-46A5-4D57-9486-46C0528F6B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50E957-D1B2-40BE-966F-6E3724EE4A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BB5E08-BB98-4758-98E8-2B8333B38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0E2F2-2285-4569-96A7-D8D4635F3B7D}" type="datetimeFigureOut">
              <a:rPr lang="en-US" smtClean="0"/>
              <a:t>11/17/2024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C630C0-603C-468C-9339-F26540D5A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51A87C-B3B4-4D63-BC61-CB8A7D653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DFF86-69B6-42C6-A405-098171D9FA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5029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E17A3-6D46-44E1-83D6-27EA4C7E8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042530-57C9-4996-95A7-0779C9B109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8CC219-34D9-4657-B502-457A48163C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8C182BF-2B21-4F8E-AFF1-5EBBE9A6D8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26F8BF-F7E4-4CB3-A3A7-00C689626F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FC8D984-9191-4EC4-B25B-8F75861EEB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0E2F2-2285-4569-96A7-D8D4635F3B7D}" type="datetimeFigureOut">
              <a:rPr lang="en-US" smtClean="0"/>
              <a:t>11/17/2024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4485B4-9609-4A9B-90B1-1672158903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13DC1A6-8DDC-4FC2-95F3-0A6A65FEC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DFF86-69B6-42C6-A405-098171D9FA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161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C5ED6-F883-499E-B870-2E4F00425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33D504-B005-415E-B4DD-C6C802521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0E2F2-2285-4569-96A7-D8D4635F3B7D}" type="datetimeFigureOut">
              <a:rPr lang="en-US" smtClean="0"/>
              <a:t>11/17/2024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01C359-8C72-49C5-999B-726DE9D5E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3AB79D-42CC-45F7-8AAE-2CDE85473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DFF86-69B6-42C6-A405-098171D9FA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294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E58659-0DAA-48EF-B3EC-886002775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0E2F2-2285-4569-96A7-D8D4635F3B7D}" type="datetimeFigureOut">
              <a:rPr lang="en-US" smtClean="0"/>
              <a:t>11/17/2024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F5E34C-9994-4A31-827A-0D148DA6E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8C3A6E-D96C-4E9A-B877-1F6305282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DFF86-69B6-42C6-A405-098171D9FA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6403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CC1D1-4A6E-453F-8912-1BDAA8E24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81C610-09BA-449A-B042-D680418C05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A5B13A-0086-4D49-8118-0679385AD2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B5B22A-EB33-41AD-9DE6-229B6697D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0E2F2-2285-4569-96A7-D8D4635F3B7D}" type="datetimeFigureOut">
              <a:rPr lang="en-US" smtClean="0"/>
              <a:t>11/17/2024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BDECDF-4E79-43BC-B064-4B87762F1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A16C87-9A5F-4DAE-A7A7-8E31E392D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DFF86-69B6-42C6-A405-098171D9FA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5065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3922A-DAA2-4837-9E52-10E69795E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0A8968-C9F5-4AFD-9F75-571BAFECA0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8AA6C7-0082-4455-952D-689726748D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D65549-6BB7-4EAA-9FEA-0346FB7B8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0E2F2-2285-4569-96A7-D8D4635F3B7D}" type="datetimeFigureOut">
              <a:rPr lang="en-US" smtClean="0"/>
              <a:t>11/17/2024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E740FD-0219-4A7F-B0D3-D6CFB1FC8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A9E24B-C481-4F38-B441-EA1536269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DFF86-69B6-42C6-A405-098171D9FA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1837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ABAA7-028B-43B3-9326-2CE101D6F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663527-113E-4F79-9D09-52C0E33992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9E6334-9ACD-4425-8209-03F2EC38B3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0E2F2-2285-4569-96A7-D8D4635F3B7D}" type="datetimeFigureOut">
              <a:rPr lang="en-US" smtClean="0"/>
              <a:t>11/17/2024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0FF872-8CAA-4A50-B0E1-4A6040905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940FD8-0ECE-4629-8796-014E06CEE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DFF86-69B6-42C6-A405-098171D9FA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5698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586DCBE-6D2C-4934-934F-8AA24F404F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8B0855-E36C-40FB-A698-12583FDC6A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11ADB0-95C7-47EC-ABEC-E79590EE8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0E2F2-2285-4569-96A7-D8D4635F3B7D}" type="datetimeFigureOut">
              <a:rPr lang="en-US" smtClean="0"/>
              <a:t>11/17/2024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EE527E-5D56-42D6-93D0-91E9C21DA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B656CA-C579-45E6-AFDF-8CB0303F5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DFF86-69B6-42C6-A405-098171D9FA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9956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-159" y="-267"/>
            <a:ext cx="12191761" cy="6857181"/>
            <a:chOff x="2973586" y="5250656"/>
            <a:chExt cx="2856819" cy="1606800"/>
          </a:xfrm>
        </p:grpSpPr>
        <p:sp>
          <p:nvSpPr>
            <p:cNvPr id="11" name="Google Shape;11;p2"/>
            <p:cNvSpPr/>
            <p:nvPr/>
          </p:nvSpPr>
          <p:spPr>
            <a:xfrm>
              <a:off x="2973586" y="6221960"/>
              <a:ext cx="2856819" cy="635496"/>
            </a:xfrm>
            <a:custGeom>
              <a:avLst/>
              <a:gdLst/>
              <a:ahLst/>
              <a:cxnLst/>
              <a:rect l="l" t="t" r="r" b="b"/>
              <a:pathLst>
                <a:path w="2856819" h="635496" extrusionOk="0">
                  <a:moveTo>
                    <a:pt x="0" y="636040"/>
                  </a:moveTo>
                  <a:lnTo>
                    <a:pt x="2856819" y="636040"/>
                  </a:lnTo>
                  <a:lnTo>
                    <a:pt x="2856819" y="0"/>
                  </a:lnTo>
                  <a:lnTo>
                    <a:pt x="0" y="503857"/>
                  </a:lnTo>
                  <a:lnTo>
                    <a:pt x="0" y="63604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2973586" y="6067738"/>
              <a:ext cx="642784" cy="385464"/>
            </a:xfrm>
            <a:custGeom>
              <a:avLst/>
              <a:gdLst/>
              <a:ahLst/>
              <a:cxnLst/>
              <a:rect l="l" t="t" r="r" b="b"/>
              <a:pathLst>
                <a:path w="642784" h="385464" extrusionOk="0">
                  <a:moveTo>
                    <a:pt x="0" y="113368"/>
                  </a:moveTo>
                  <a:lnTo>
                    <a:pt x="0" y="385724"/>
                  </a:lnTo>
                  <a:lnTo>
                    <a:pt x="642784" y="272355"/>
                  </a:lnTo>
                  <a:lnTo>
                    <a:pt x="642784" y="0"/>
                  </a:lnTo>
                  <a:lnTo>
                    <a:pt x="0" y="113368"/>
                  </a:lnTo>
                  <a:close/>
                </a:path>
              </a:pathLst>
            </a:custGeom>
            <a:gradFill>
              <a:gsLst>
                <a:gs pos="0">
                  <a:srgbClr val="00001A">
                    <a:alpha val="7843"/>
                  </a:srgbClr>
                </a:gs>
                <a:gs pos="100000">
                  <a:srgbClr val="00001A">
                    <a:alpha val="1960"/>
                  </a:srgbClr>
                </a:gs>
              </a:gsLst>
              <a:lin ang="599887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3378302" y="5250656"/>
              <a:ext cx="1781048" cy="314027"/>
            </a:xfrm>
            <a:custGeom>
              <a:avLst/>
              <a:gdLst/>
              <a:ahLst/>
              <a:cxnLst/>
              <a:rect l="l" t="t" r="r" b="b"/>
              <a:pathLst>
                <a:path w="1781048" h="314027" extrusionOk="0">
                  <a:moveTo>
                    <a:pt x="238155" y="0"/>
                  </a:moveTo>
                  <a:lnTo>
                    <a:pt x="0" y="42004"/>
                  </a:lnTo>
                  <a:lnTo>
                    <a:pt x="0" y="314359"/>
                  </a:lnTo>
                  <a:lnTo>
                    <a:pt x="1782389" y="0"/>
                  </a:lnTo>
                  <a:lnTo>
                    <a:pt x="238155" y="0"/>
                  </a:lnTo>
                  <a:close/>
                </a:path>
              </a:pathLst>
            </a:custGeom>
            <a:gradFill>
              <a:gsLst>
                <a:gs pos="0">
                  <a:srgbClr val="00001A">
                    <a:alpha val="7843"/>
                  </a:srgbClr>
                </a:gs>
                <a:gs pos="100000">
                  <a:srgbClr val="00001A">
                    <a:alpha val="1960"/>
                  </a:srgbClr>
                </a:gs>
              </a:gsLst>
              <a:lin ang="599887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4790344" y="5404894"/>
              <a:ext cx="1040060" cy="455414"/>
            </a:xfrm>
            <a:custGeom>
              <a:avLst/>
              <a:gdLst/>
              <a:ahLst/>
              <a:cxnLst/>
              <a:rect l="l" t="t" r="r" b="b"/>
              <a:pathLst>
                <a:path w="1040060" h="455414" extrusionOk="0">
                  <a:moveTo>
                    <a:pt x="1040061" y="0"/>
                  </a:moveTo>
                  <a:lnTo>
                    <a:pt x="0" y="184194"/>
                  </a:lnTo>
                  <a:lnTo>
                    <a:pt x="0" y="456550"/>
                  </a:lnTo>
                  <a:lnTo>
                    <a:pt x="1040061" y="272355"/>
                  </a:lnTo>
                  <a:lnTo>
                    <a:pt x="1040061" y="0"/>
                  </a:lnTo>
                  <a:close/>
                </a:path>
              </a:pathLst>
            </a:custGeom>
            <a:gradFill>
              <a:gsLst>
                <a:gs pos="0">
                  <a:srgbClr val="00001A">
                    <a:alpha val="1960"/>
                  </a:srgbClr>
                </a:gs>
                <a:gs pos="100000">
                  <a:srgbClr val="00001A">
                    <a:alpha val="7843"/>
                  </a:srgbClr>
                </a:gs>
              </a:gsLst>
              <a:lin ang="599887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2973586" y="6263466"/>
              <a:ext cx="1077258" cy="461367"/>
            </a:xfrm>
            <a:custGeom>
              <a:avLst/>
              <a:gdLst/>
              <a:ahLst/>
              <a:cxnLst/>
              <a:rect l="l" t="t" r="r" b="b"/>
              <a:pathLst>
                <a:path w="1077258" h="461367" extrusionOk="0">
                  <a:moveTo>
                    <a:pt x="0" y="189996"/>
                  </a:moveTo>
                  <a:lnTo>
                    <a:pt x="0" y="462351"/>
                  </a:lnTo>
                  <a:lnTo>
                    <a:pt x="1077259" y="272355"/>
                  </a:lnTo>
                  <a:lnTo>
                    <a:pt x="1077259" y="0"/>
                  </a:lnTo>
                  <a:lnTo>
                    <a:pt x="0" y="189996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1764"/>
                  </a:srgbClr>
                </a:gs>
                <a:gs pos="100000">
                  <a:srgbClr val="FFFFFF">
                    <a:alpha val="4705"/>
                  </a:srgbClr>
                </a:gs>
              </a:gsLst>
              <a:lin ang="599887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531332" y="5949605"/>
              <a:ext cx="299073" cy="324445"/>
            </a:xfrm>
            <a:custGeom>
              <a:avLst/>
              <a:gdLst/>
              <a:ahLst/>
              <a:cxnLst/>
              <a:rect l="l" t="t" r="r" b="b"/>
              <a:pathLst>
                <a:path w="299073" h="324445" extrusionOk="0">
                  <a:moveTo>
                    <a:pt x="299073" y="0"/>
                  </a:moveTo>
                  <a:lnTo>
                    <a:pt x="0" y="52748"/>
                  </a:lnTo>
                  <a:lnTo>
                    <a:pt x="0" y="325103"/>
                  </a:lnTo>
                  <a:lnTo>
                    <a:pt x="299073" y="272355"/>
                  </a:lnTo>
                  <a:lnTo>
                    <a:pt x="299073" y="0"/>
                  </a:lnTo>
                  <a:close/>
                </a:path>
              </a:pathLst>
            </a:custGeom>
            <a:gradFill>
              <a:gsLst>
                <a:gs pos="0">
                  <a:srgbClr val="00001A">
                    <a:alpha val="7843"/>
                  </a:srgbClr>
                </a:gs>
                <a:gs pos="100000">
                  <a:srgbClr val="00001A">
                    <a:alpha val="1960"/>
                  </a:srgbClr>
                </a:gs>
              </a:gsLst>
              <a:lin ang="599887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3613394" y="5425142"/>
              <a:ext cx="557972" cy="370582"/>
            </a:xfrm>
            <a:custGeom>
              <a:avLst/>
              <a:gdLst/>
              <a:ahLst/>
              <a:cxnLst/>
              <a:rect l="l" t="t" r="r" b="b"/>
              <a:pathLst>
                <a:path w="557972" h="370582" extrusionOk="0">
                  <a:moveTo>
                    <a:pt x="0" y="98410"/>
                  </a:moveTo>
                  <a:lnTo>
                    <a:pt x="0" y="370765"/>
                  </a:lnTo>
                  <a:lnTo>
                    <a:pt x="557973" y="272355"/>
                  </a:lnTo>
                  <a:lnTo>
                    <a:pt x="557973" y="0"/>
                  </a:lnTo>
                  <a:lnTo>
                    <a:pt x="0" y="9841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4705"/>
                  </a:srgbClr>
                </a:gs>
                <a:gs pos="100000">
                  <a:srgbClr val="FFFFFF">
                    <a:alpha val="11764"/>
                  </a:srgbClr>
                </a:gs>
              </a:gsLst>
              <a:lin ang="599887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5636975" y="5677250"/>
              <a:ext cx="193430" cy="305097"/>
            </a:xfrm>
            <a:custGeom>
              <a:avLst/>
              <a:gdLst/>
              <a:ahLst/>
              <a:cxnLst/>
              <a:rect l="l" t="t" r="r" b="b"/>
              <a:pathLst>
                <a:path w="193430" h="305097" extrusionOk="0">
                  <a:moveTo>
                    <a:pt x="193430" y="0"/>
                  </a:moveTo>
                  <a:lnTo>
                    <a:pt x="0" y="34116"/>
                  </a:lnTo>
                  <a:lnTo>
                    <a:pt x="0" y="306471"/>
                  </a:lnTo>
                  <a:lnTo>
                    <a:pt x="193430" y="272355"/>
                  </a:lnTo>
                  <a:lnTo>
                    <a:pt x="193430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1764"/>
                  </a:srgbClr>
                </a:gs>
                <a:gs pos="100000">
                  <a:srgbClr val="FFFFFF">
                    <a:alpha val="4705"/>
                  </a:srgbClr>
                </a:gs>
              </a:gsLst>
              <a:lin ang="599887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" name="Google Shape;19;p2"/>
          <p:cNvSpPr txBox="1">
            <a:spLocks noGrp="1"/>
          </p:cNvSpPr>
          <p:nvPr>
            <p:ph type="ctrTitle"/>
          </p:nvPr>
        </p:nvSpPr>
        <p:spPr>
          <a:xfrm>
            <a:off x="609600" y="1065700"/>
            <a:ext cx="7315200" cy="4242800"/>
          </a:xfrm>
          <a:prstGeom prst="rect">
            <a:avLst/>
          </a:prstGeom>
        </p:spPr>
        <p:txBody>
          <a:bodyPr spcFirstLastPara="1" wrap="square" lIns="0" tIns="0" rIns="0" bIns="0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5800"/>
              <a:buNone/>
              <a:defRPr sz="7733"/>
            </a:lvl1pPr>
            <a:lvl2pPr lvl="1">
              <a:spcBef>
                <a:spcPts val="0"/>
              </a:spcBef>
              <a:spcAft>
                <a:spcPts val="0"/>
              </a:spcAft>
              <a:buSzPts val="5800"/>
              <a:buNone/>
              <a:defRPr sz="7733"/>
            </a:lvl2pPr>
            <a:lvl3pPr lvl="2">
              <a:spcBef>
                <a:spcPts val="0"/>
              </a:spcBef>
              <a:spcAft>
                <a:spcPts val="0"/>
              </a:spcAft>
              <a:buSzPts val="5800"/>
              <a:buNone/>
              <a:defRPr sz="7733"/>
            </a:lvl3pPr>
            <a:lvl4pPr lvl="3">
              <a:spcBef>
                <a:spcPts val="0"/>
              </a:spcBef>
              <a:spcAft>
                <a:spcPts val="0"/>
              </a:spcAft>
              <a:buSzPts val="5800"/>
              <a:buNone/>
              <a:defRPr sz="7733"/>
            </a:lvl4pPr>
            <a:lvl5pPr lvl="4">
              <a:spcBef>
                <a:spcPts val="0"/>
              </a:spcBef>
              <a:spcAft>
                <a:spcPts val="0"/>
              </a:spcAft>
              <a:buSzPts val="5800"/>
              <a:buNone/>
              <a:defRPr sz="7733"/>
            </a:lvl5pPr>
            <a:lvl6pPr lvl="5">
              <a:spcBef>
                <a:spcPts val="0"/>
              </a:spcBef>
              <a:spcAft>
                <a:spcPts val="0"/>
              </a:spcAft>
              <a:buSzPts val="5800"/>
              <a:buNone/>
              <a:defRPr sz="7733"/>
            </a:lvl6pPr>
            <a:lvl7pPr lvl="6">
              <a:spcBef>
                <a:spcPts val="0"/>
              </a:spcBef>
              <a:spcAft>
                <a:spcPts val="0"/>
              </a:spcAft>
              <a:buSzPts val="5800"/>
              <a:buNone/>
              <a:defRPr sz="7733"/>
            </a:lvl7pPr>
            <a:lvl8pPr lvl="7">
              <a:spcBef>
                <a:spcPts val="0"/>
              </a:spcBef>
              <a:spcAft>
                <a:spcPts val="0"/>
              </a:spcAft>
              <a:buSzPts val="5800"/>
              <a:buNone/>
              <a:defRPr sz="7733"/>
            </a:lvl8pPr>
            <a:lvl9pPr lvl="8">
              <a:spcBef>
                <a:spcPts val="0"/>
              </a:spcBef>
              <a:spcAft>
                <a:spcPts val="0"/>
              </a:spcAft>
              <a:buSzPts val="5800"/>
              <a:buNone/>
              <a:defRPr sz="7733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348213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 + 1 column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oogle Shape;48;p5"/>
          <p:cNvGrpSpPr/>
          <p:nvPr/>
        </p:nvGrpSpPr>
        <p:grpSpPr>
          <a:xfrm>
            <a:off x="-159" y="-141"/>
            <a:ext cx="12191761" cy="6857756"/>
            <a:chOff x="2973586" y="2777133"/>
            <a:chExt cx="2856819" cy="1606935"/>
          </a:xfrm>
        </p:grpSpPr>
        <p:sp>
          <p:nvSpPr>
            <p:cNvPr id="49" name="Google Shape;49;p5"/>
            <p:cNvSpPr/>
            <p:nvPr/>
          </p:nvSpPr>
          <p:spPr>
            <a:xfrm>
              <a:off x="2973586" y="2944901"/>
              <a:ext cx="2856819" cy="1439167"/>
            </a:xfrm>
            <a:custGeom>
              <a:avLst/>
              <a:gdLst/>
              <a:ahLst/>
              <a:cxnLst/>
              <a:rect l="l" t="t" r="r" b="b"/>
              <a:pathLst>
                <a:path w="2856819" h="1439167" extrusionOk="0">
                  <a:moveTo>
                    <a:pt x="0" y="1439576"/>
                  </a:moveTo>
                  <a:lnTo>
                    <a:pt x="2856819" y="1439576"/>
                  </a:lnTo>
                  <a:lnTo>
                    <a:pt x="2856819" y="0"/>
                  </a:lnTo>
                  <a:lnTo>
                    <a:pt x="0" y="503855"/>
                  </a:lnTo>
                  <a:lnTo>
                    <a:pt x="0" y="143957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" name="Google Shape;50;p5"/>
            <p:cNvSpPr/>
            <p:nvPr/>
          </p:nvSpPr>
          <p:spPr>
            <a:xfrm>
              <a:off x="3669936" y="2777133"/>
              <a:ext cx="1203732" cy="211335"/>
            </a:xfrm>
            <a:custGeom>
              <a:avLst/>
              <a:gdLst/>
              <a:ahLst/>
              <a:cxnLst/>
              <a:rect l="l" t="t" r="r" b="b"/>
              <a:pathLst>
                <a:path w="1203732" h="211335" extrusionOk="0">
                  <a:moveTo>
                    <a:pt x="251070" y="0"/>
                  </a:moveTo>
                  <a:lnTo>
                    <a:pt x="0" y="44281"/>
                  </a:lnTo>
                  <a:lnTo>
                    <a:pt x="0" y="212457"/>
                  </a:lnTo>
                  <a:lnTo>
                    <a:pt x="1204612" y="0"/>
                  </a:lnTo>
                  <a:lnTo>
                    <a:pt x="251070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1764"/>
                  </a:srgbClr>
                </a:gs>
                <a:gs pos="100000">
                  <a:srgbClr val="FFFFFF">
                    <a:alpha val="4705"/>
                  </a:srgbClr>
                </a:gs>
              </a:gsLst>
              <a:lin ang="599887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" name="Google Shape;51;p5"/>
            <p:cNvSpPr/>
            <p:nvPr/>
          </p:nvSpPr>
          <p:spPr>
            <a:xfrm>
              <a:off x="2973586" y="2900141"/>
              <a:ext cx="249971" cy="211335"/>
            </a:xfrm>
            <a:custGeom>
              <a:avLst/>
              <a:gdLst/>
              <a:ahLst/>
              <a:cxnLst/>
              <a:rect l="l" t="t" r="r" b="b"/>
              <a:pathLst>
                <a:path w="249971" h="211335" extrusionOk="0">
                  <a:moveTo>
                    <a:pt x="0" y="44087"/>
                  </a:moveTo>
                  <a:lnTo>
                    <a:pt x="0" y="212263"/>
                  </a:lnTo>
                  <a:lnTo>
                    <a:pt x="249972" y="168176"/>
                  </a:lnTo>
                  <a:lnTo>
                    <a:pt x="249972" y="0"/>
                  </a:lnTo>
                  <a:lnTo>
                    <a:pt x="0" y="44087"/>
                  </a:lnTo>
                  <a:close/>
                </a:path>
              </a:pathLst>
            </a:custGeom>
            <a:gradFill>
              <a:gsLst>
                <a:gs pos="0">
                  <a:srgbClr val="00001A">
                    <a:alpha val="7843"/>
                  </a:srgbClr>
                </a:gs>
                <a:gs pos="100000">
                  <a:srgbClr val="00001A">
                    <a:alpha val="1960"/>
                  </a:srgbClr>
                </a:gs>
              </a:gsLst>
              <a:lin ang="599887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" name="Google Shape;52;p5"/>
            <p:cNvSpPr/>
            <p:nvPr/>
          </p:nvSpPr>
          <p:spPr>
            <a:xfrm>
              <a:off x="2973586" y="3176135"/>
              <a:ext cx="592194" cy="272355"/>
            </a:xfrm>
            <a:custGeom>
              <a:avLst/>
              <a:gdLst/>
              <a:ahLst/>
              <a:cxnLst/>
              <a:rect l="l" t="t" r="r" b="b"/>
              <a:pathLst>
                <a:path w="592194" h="272355" extrusionOk="0">
                  <a:moveTo>
                    <a:pt x="0" y="104445"/>
                  </a:moveTo>
                  <a:lnTo>
                    <a:pt x="0" y="272620"/>
                  </a:lnTo>
                  <a:lnTo>
                    <a:pt x="592195" y="168176"/>
                  </a:lnTo>
                  <a:lnTo>
                    <a:pt x="592195" y="0"/>
                  </a:lnTo>
                  <a:lnTo>
                    <a:pt x="0" y="104445"/>
                  </a:lnTo>
                  <a:close/>
                </a:path>
              </a:pathLst>
            </a:custGeom>
            <a:gradFill>
              <a:gsLst>
                <a:gs pos="0">
                  <a:srgbClr val="00001A">
                    <a:alpha val="1960"/>
                  </a:srgbClr>
                </a:gs>
                <a:gs pos="100000">
                  <a:srgbClr val="00001A">
                    <a:alpha val="7843"/>
                  </a:srgbClr>
                </a:gs>
              </a:gsLst>
              <a:lin ang="599887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" name="Google Shape;53;p5"/>
            <p:cNvSpPr/>
            <p:nvPr/>
          </p:nvSpPr>
          <p:spPr>
            <a:xfrm>
              <a:off x="5446520" y="2777133"/>
              <a:ext cx="383885" cy="235148"/>
            </a:xfrm>
            <a:custGeom>
              <a:avLst/>
              <a:gdLst/>
              <a:ahLst/>
              <a:cxnLst/>
              <a:rect l="l" t="t" r="r" b="b"/>
              <a:pathLst>
                <a:path w="383885" h="235148" extrusionOk="0">
                  <a:moveTo>
                    <a:pt x="383885" y="0"/>
                  </a:moveTo>
                  <a:lnTo>
                    <a:pt x="381571" y="0"/>
                  </a:lnTo>
                  <a:lnTo>
                    <a:pt x="0" y="67297"/>
                  </a:lnTo>
                  <a:lnTo>
                    <a:pt x="0" y="235473"/>
                  </a:lnTo>
                  <a:lnTo>
                    <a:pt x="383885" y="167768"/>
                  </a:lnTo>
                  <a:lnTo>
                    <a:pt x="383885" y="0"/>
                  </a:lnTo>
                  <a:close/>
                </a:path>
              </a:pathLst>
            </a:custGeom>
            <a:gradFill>
              <a:gsLst>
                <a:gs pos="0">
                  <a:srgbClr val="00001A">
                    <a:alpha val="7843"/>
                  </a:srgbClr>
                </a:gs>
                <a:gs pos="100000">
                  <a:srgbClr val="00001A">
                    <a:alpha val="1960"/>
                  </a:srgbClr>
                </a:gs>
              </a:gsLst>
              <a:lin ang="599887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" name="Google Shape;54;p5"/>
            <p:cNvSpPr/>
            <p:nvPr/>
          </p:nvSpPr>
          <p:spPr>
            <a:xfrm>
              <a:off x="2973586" y="2964659"/>
              <a:ext cx="837702" cy="315515"/>
            </a:xfrm>
            <a:custGeom>
              <a:avLst/>
              <a:gdLst/>
              <a:ahLst/>
              <a:cxnLst/>
              <a:rect l="l" t="t" r="r" b="b"/>
              <a:pathLst>
                <a:path w="837702" h="315515" extrusionOk="0">
                  <a:moveTo>
                    <a:pt x="0" y="147745"/>
                  </a:moveTo>
                  <a:lnTo>
                    <a:pt x="0" y="315920"/>
                  </a:lnTo>
                  <a:lnTo>
                    <a:pt x="837703" y="168176"/>
                  </a:lnTo>
                  <a:lnTo>
                    <a:pt x="837703" y="0"/>
                  </a:lnTo>
                  <a:lnTo>
                    <a:pt x="0" y="147745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1764"/>
                  </a:srgbClr>
                </a:gs>
                <a:gs pos="100000">
                  <a:srgbClr val="FFFFFF">
                    <a:alpha val="4705"/>
                  </a:srgbClr>
                </a:gs>
              </a:gsLst>
              <a:lin ang="599887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5" name="Google Shape;55;p5"/>
          <p:cNvSpPr txBox="1">
            <a:spLocks noGrp="1"/>
          </p:cNvSpPr>
          <p:nvPr>
            <p:ph type="title"/>
          </p:nvPr>
        </p:nvSpPr>
        <p:spPr>
          <a:xfrm>
            <a:off x="609600" y="-133"/>
            <a:ext cx="7315200" cy="2419200"/>
          </a:xfrm>
          <a:prstGeom prst="rect">
            <a:avLst/>
          </a:prstGeom>
        </p:spPr>
        <p:txBody>
          <a:bodyPr spcFirstLastPara="1" wrap="square" lIns="0" tIns="0" rIns="0" bIns="0" anchor="ctr" anchorCtr="0"/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5"/>
          <p:cNvSpPr txBox="1">
            <a:spLocks noGrp="1"/>
          </p:cNvSpPr>
          <p:nvPr>
            <p:ph type="body" idx="1"/>
          </p:nvPr>
        </p:nvSpPr>
        <p:spPr>
          <a:xfrm>
            <a:off x="4267200" y="2545733"/>
            <a:ext cx="7315200" cy="3686400"/>
          </a:xfrm>
          <a:prstGeom prst="rect">
            <a:avLst/>
          </a:prstGeom>
        </p:spPr>
        <p:txBody>
          <a:bodyPr spcFirstLastPara="1" wrap="square" lIns="0" tIns="0" rIns="0" bIns="0" anchor="t" anchorCtr="0"/>
          <a:lstStyle>
            <a:lvl1pPr marL="609585" lvl="0" indent="-507987">
              <a:spcBef>
                <a:spcPts val="800"/>
              </a:spcBef>
              <a:spcAft>
                <a:spcPts val="0"/>
              </a:spcAft>
              <a:buSzPts val="2400"/>
              <a:buChar char="▰"/>
              <a:defRPr/>
            </a:lvl1pPr>
            <a:lvl2pPr marL="1219170" lvl="1" indent="-507987">
              <a:spcBef>
                <a:spcPts val="0"/>
              </a:spcBef>
              <a:spcAft>
                <a:spcPts val="0"/>
              </a:spcAft>
              <a:buSzPts val="2400"/>
              <a:buChar char="▰"/>
              <a:defRPr/>
            </a:lvl2pPr>
            <a:lvl3pPr marL="1828754" lvl="2" indent="-507987">
              <a:spcBef>
                <a:spcPts val="0"/>
              </a:spcBef>
              <a:spcAft>
                <a:spcPts val="0"/>
              </a:spcAft>
              <a:buSzPts val="2400"/>
              <a:buChar char="▰"/>
              <a:defRPr/>
            </a:lvl3pPr>
            <a:lvl4pPr marL="2438339" lvl="3" indent="-507987">
              <a:spcBef>
                <a:spcPts val="0"/>
              </a:spcBef>
              <a:spcAft>
                <a:spcPts val="0"/>
              </a:spcAft>
              <a:buSzPts val="2400"/>
              <a:buChar char="▰"/>
              <a:defRPr/>
            </a:lvl4pPr>
            <a:lvl5pPr marL="3047924" lvl="4" indent="-507987">
              <a:spcBef>
                <a:spcPts val="0"/>
              </a:spcBef>
              <a:spcAft>
                <a:spcPts val="0"/>
              </a:spcAft>
              <a:buSzPts val="2400"/>
              <a:buChar char="▰"/>
              <a:defRPr/>
            </a:lvl5pPr>
            <a:lvl6pPr marL="3657509" lvl="5" indent="-507987">
              <a:spcBef>
                <a:spcPts val="0"/>
              </a:spcBef>
              <a:spcAft>
                <a:spcPts val="0"/>
              </a:spcAft>
              <a:buSzPts val="2400"/>
              <a:buChar char="▰"/>
              <a:defRPr/>
            </a:lvl6pPr>
            <a:lvl7pPr marL="4267093" lvl="6" indent="-507987">
              <a:spcBef>
                <a:spcPts val="0"/>
              </a:spcBef>
              <a:spcAft>
                <a:spcPts val="0"/>
              </a:spcAft>
              <a:buSzPts val="2400"/>
              <a:buChar char="▰"/>
              <a:defRPr/>
            </a:lvl7pPr>
            <a:lvl8pPr marL="4876678" lvl="7" indent="-507987">
              <a:spcBef>
                <a:spcPts val="0"/>
              </a:spcBef>
              <a:spcAft>
                <a:spcPts val="0"/>
              </a:spcAft>
              <a:buSzPts val="2400"/>
              <a:buChar char="▰"/>
              <a:defRPr/>
            </a:lvl8pPr>
            <a:lvl9pPr marL="5486263" lvl="8" indent="-507987">
              <a:spcBef>
                <a:spcPts val="0"/>
              </a:spcBef>
              <a:spcAft>
                <a:spcPts val="0"/>
              </a:spcAft>
              <a:buSzPts val="2400"/>
              <a:buChar char="▰"/>
              <a:defRPr/>
            </a:lvl9pPr>
          </a:lstStyle>
          <a:p>
            <a:endParaRPr/>
          </a:p>
        </p:txBody>
      </p:sp>
      <p:sp>
        <p:nvSpPr>
          <p:cNvPr id="57" name="Google Shape;57;p5"/>
          <p:cNvSpPr txBox="1">
            <a:spLocks noGrp="1"/>
          </p:cNvSpPr>
          <p:nvPr>
            <p:ph type="sldNum" idx="12"/>
          </p:nvPr>
        </p:nvSpPr>
        <p:spPr>
          <a:xfrm>
            <a:off x="345633" y="6232133"/>
            <a:ext cx="642000" cy="326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algn="l"/>
            <a:fld id="{00000000-1234-1234-1234-123412341234}" type="slidenum">
              <a:rPr lang="en" smtClean="0"/>
              <a:pPr algn="l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0894917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 + 2 columns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Google Shape;72;p7"/>
          <p:cNvGrpSpPr/>
          <p:nvPr/>
        </p:nvGrpSpPr>
        <p:grpSpPr>
          <a:xfrm>
            <a:off x="-159" y="-141"/>
            <a:ext cx="12191761" cy="6857756"/>
            <a:chOff x="2973586" y="2777133"/>
            <a:chExt cx="2856819" cy="1606935"/>
          </a:xfrm>
        </p:grpSpPr>
        <p:sp>
          <p:nvSpPr>
            <p:cNvPr id="73" name="Google Shape;73;p7"/>
            <p:cNvSpPr/>
            <p:nvPr/>
          </p:nvSpPr>
          <p:spPr>
            <a:xfrm>
              <a:off x="2973586" y="2944901"/>
              <a:ext cx="2856819" cy="1439167"/>
            </a:xfrm>
            <a:custGeom>
              <a:avLst/>
              <a:gdLst/>
              <a:ahLst/>
              <a:cxnLst/>
              <a:rect l="l" t="t" r="r" b="b"/>
              <a:pathLst>
                <a:path w="2856819" h="1439167" extrusionOk="0">
                  <a:moveTo>
                    <a:pt x="0" y="1439576"/>
                  </a:moveTo>
                  <a:lnTo>
                    <a:pt x="2856819" y="1439576"/>
                  </a:lnTo>
                  <a:lnTo>
                    <a:pt x="2856819" y="0"/>
                  </a:lnTo>
                  <a:lnTo>
                    <a:pt x="0" y="503855"/>
                  </a:lnTo>
                  <a:lnTo>
                    <a:pt x="0" y="143957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" name="Google Shape;74;p7"/>
            <p:cNvSpPr/>
            <p:nvPr/>
          </p:nvSpPr>
          <p:spPr>
            <a:xfrm>
              <a:off x="3669936" y="2777133"/>
              <a:ext cx="1203732" cy="211335"/>
            </a:xfrm>
            <a:custGeom>
              <a:avLst/>
              <a:gdLst/>
              <a:ahLst/>
              <a:cxnLst/>
              <a:rect l="l" t="t" r="r" b="b"/>
              <a:pathLst>
                <a:path w="1203732" h="211335" extrusionOk="0">
                  <a:moveTo>
                    <a:pt x="251070" y="0"/>
                  </a:moveTo>
                  <a:lnTo>
                    <a:pt x="0" y="44281"/>
                  </a:lnTo>
                  <a:lnTo>
                    <a:pt x="0" y="212457"/>
                  </a:lnTo>
                  <a:lnTo>
                    <a:pt x="1204612" y="0"/>
                  </a:lnTo>
                  <a:lnTo>
                    <a:pt x="251070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1764"/>
                  </a:srgbClr>
                </a:gs>
                <a:gs pos="100000">
                  <a:srgbClr val="FFFFFF">
                    <a:alpha val="4705"/>
                  </a:srgbClr>
                </a:gs>
              </a:gsLst>
              <a:lin ang="599887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" name="Google Shape;75;p7"/>
            <p:cNvSpPr/>
            <p:nvPr/>
          </p:nvSpPr>
          <p:spPr>
            <a:xfrm>
              <a:off x="2973586" y="2900141"/>
              <a:ext cx="249971" cy="211335"/>
            </a:xfrm>
            <a:custGeom>
              <a:avLst/>
              <a:gdLst/>
              <a:ahLst/>
              <a:cxnLst/>
              <a:rect l="l" t="t" r="r" b="b"/>
              <a:pathLst>
                <a:path w="249971" h="211335" extrusionOk="0">
                  <a:moveTo>
                    <a:pt x="0" y="44087"/>
                  </a:moveTo>
                  <a:lnTo>
                    <a:pt x="0" y="212263"/>
                  </a:lnTo>
                  <a:lnTo>
                    <a:pt x="249972" y="168176"/>
                  </a:lnTo>
                  <a:lnTo>
                    <a:pt x="249972" y="0"/>
                  </a:lnTo>
                  <a:lnTo>
                    <a:pt x="0" y="44087"/>
                  </a:lnTo>
                  <a:close/>
                </a:path>
              </a:pathLst>
            </a:custGeom>
            <a:gradFill>
              <a:gsLst>
                <a:gs pos="0">
                  <a:srgbClr val="00001A">
                    <a:alpha val="7843"/>
                  </a:srgbClr>
                </a:gs>
                <a:gs pos="100000">
                  <a:srgbClr val="00001A">
                    <a:alpha val="1960"/>
                  </a:srgbClr>
                </a:gs>
              </a:gsLst>
              <a:lin ang="599887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" name="Google Shape;76;p7"/>
            <p:cNvSpPr/>
            <p:nvPr/>
          </p:nvSpPr>
          <p:spPr>
            <a:xfrm>
              <a:off x="2973586" y="3176135"/>
              <a:ext cx="592194" cy="272355"/>
            </a:xfrm>
            <a:custGeom>
              <a:avLst/>
              <a:gdLst/>
              <a:ahLst/>
              <a:cxnLst/>
              <a:rect l="l" t="t" r="r" b="b"/>
              <a:pathLst>
                <a:path w="592194" h="272355" extrusionOk="0">
                  <a:moveTo>
                    <a:pt x="0" y="104445"/>
                  </a:moveTo>
                  <a:lnTo>
                    <a:pt x="0" y="272620"/>
                  </a:lnTo>
                  <a:lnTo>
                    <a:pt x="592195" y="168176"/>
                  </a:lnTo>
                  <a:lnTo>
                    <a:pt x="592195" y="0"/>
                  </a:lnTo>
                  <a:lnTo>
                    <a:pt x="0" y="104445"/>
                  </a:lnTo>
                  <a:close/>
                </a:path>
              </a:pathLst>
            </a:custGeom>
            <a:gradFill>
              <a:gsLst>
                <a:gs pos="0">
                  <a:srgbClr val="00001A">
                    <a:alpha val="1960"/>
                  </a:srgbClr>
                </a:gs>
                <a:gs pos="100000">
                  <a:srgbClr val="00001A">
                    <a:alpha val="7843"/>
                  </a:srgbClr>
                </a:gs>
              </a:gsLst>
              <a:lin ang="599887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" name="Google Shape;77;p7"/>
            <p:cNvSpPr/>
            <p:nvPr/>
          </p:nvSpPr>
          <p:spPr>
            <a:xfrm>
              <a:off x="5446520" y="2777133"/>
              <a:ext cx="383885" cy="235148"/>
            </a:xfrm>
            <a:custGeom>
              <a:avLst/>
              <a:gdLst/>
              <a:ahLst/>
              <a:cxnLst/>
              <a:rect l="l" t="t" r="r" b="b"/>
              <a:pathLst>
                <a:path w="383885" h="235148" extrusionOk="0">
                  <a:moveTo>
                    <a:pt x="383885" y="0"/>
                  </a:moveTo>
                  <a:lnTo>
                    <a:pt x="381571" y="0"/>
                  </a:lnTo>
                  <a:lnTo>
                    <a:pt x="0" y="67297"/>
                  </a:lnTo>
                  <a:lnTo>
                    <a:pt x="0" y="235473"/>
                  </a:lnTo>
                  <a:lnTo>
                    <a:pt x="383885" y="167768"/>
                  </a:lnTo>
                  <a:lnTo>
                    <a:pt x="383885" y="0"/>
                  </a:lnTo>
                  <a:close/>
                </a:path>
              </a:pathLst>
            </a:custGeom>
            <a:gradFill>
              <a:gsLst>
                <a:gs pos="0">
                  <a:srgbClr val="00001A">
                    <a:alpha val="7843"/>
                  </a:srgbClr>
                </a:gs>
                <a:gs pos="100000">
                  <a:srgbClr val="00001A">
                    <a:alpha val="1960"/>
                  </a:srgbClr>
                </a:gs>
              </a:gsLst>
              <a:lin ang="599887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" name="Google Shape;78;p7"/>
            <p:cNvSpPr/>
            <p:nvPr/>
          </p:nvSpPr>
          <p:spPr>
            <a:xfrm>
              <a:off x="2973586" y="2964659"/>
              <a:ext cx="837702" cy="315515"/>
            </a:xfrm>
            <a:custGeom>
              <a:avLst/>
              <a:gdLst/>
              <a:ahLst/>
              <a:cxnLst/>
              <a:rect l="l" t="t" r="r" b="b"/>
              <a:pathLst>
                <a:path w="837702" h="315515" extrusionOk="0">
                  <a:moveTo>
                    <a:pt x="0" y="147745"/>
                  </a:moveTo>
                  <a:lnTo>
                    <a:pt x="0" y="315920"/>
                  </a:lnTo>
                  <a:lnTo>
                    <a:pt x="837703" y="168176"/>
                  </a:lnTo>
                  <a:lnTo>
                    <a:pt x="837703" y="0"/>
                  </a:lnTo>
                  <a:lnTo>
                    <a:pt x="0" y="147745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1764"/>
                  </a:srgbClr>
                </a:gs>
                <a:gs pos="100000">
                  <a:srgbClr val="FFFFFF">
                    <a:alpha val="4705"/>
                  </a:srgbClr>
                </a:gs>
              </a:gsLst>
              <a:lin ang="599887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9" name="Google Shape;79;p7"/>
          <p:cNvSpPr txBox="1">
            <a:spLocks noGrp="1"/>
          </p:cNvSpPr>
          <p:nvPr>
            <p:ph type="title"/>
          </p:nvPr>
        </p:nvSpPr>
        <p:spPr>
          <a:xfrm>
            <a:off x="609600" y="-133"/>
            <a:ext cx="7315200" cy="2419200"/>
          </a:xfrm>
          <a:prstGeom prst="rect">
            <a:avLst/>
          </a:prstGeom>
        </p:spPr>
        <p:txBody>
          <a:bodyPr spcFirstLastPara="1" wrap="square" lIns="0" tIns="0" rIns="0" bIns="0" anchor="ctr" anchorCtr="0"/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7"/>
          <p:cNvSpPr txBox="1">
            <a:spLocks noGrp="1"/>
          </p:cNvSpPr>
          <p:nvPr>
            <p:ph type="body" idx="1"/>
          </p:nvPr>
        </p:nvSpPr>
        <p:spPr>
          <a:xfrm>
            <a:off x="4267167" y="2545733"/>
            <a:ext cx="3324800" cy="4022000"/>
          </a:xfrm>
          <a:prstGeom prst="rect">
            <a:avLst/>
          </a:prstGeom>
        </p:spPr>
        <p:txBody>
          <a:bodyPr spcFirstLastPara="1" wrap="square" lIns="0" tIns="0" rIns="0" bIns="0" anchor="t" anchorCtr="0"/>
          <a:lstStyle>
            <a:lvl1pPr marL="609585" lvl="0" indent="-457189">
              <a:spcBef>
                <a:spcPts val="800"/>
              </a:spcBef>
              <a:spcAft>
                <a:spcPts val="0"/>
              </a:spcAft>
              <a:buSzPts val="1800"/>
              <a:buChar char="▰"/>
              <a:defRPr sz="2400"/>
            </a:lvl1pPr>
            <a:lvl2pPr marL="1219170" lvl="1" indent="-457189">
              <a:spcBef>
                <a:spcPts val="0"/>
              </a:spcBef>
              <a:spcAft>
                <a:spcPts val="0"/>
              </a:spcAft>
              <a:buSzPts val="1800"/>
              <a:buChar char="▰"/>
              <a:defRPr sz="2400"/>
            </a:lvl2pPr>
            <a:lvl3pPr marL="1828754" lvl="2" indent="-457189">
              <a:spcBef>
                <a:spcPts val="0"/>
              </a:spcBef>
              <a:spcAft>
                <a:spcPts val="0"/>
              </a:spcAft>
              <a:buSzPts val="1800"/>
              <a:buChar char="▰"/>
              <a:defRPr sz="2400"/>
            </a:lvl3pPr>
            <a:lvl4pPr marL="2438339" lvl="3" indent="-457189">
              <a:spcBef>
                <a:spcPts val="0"/>
              </a:spcBef>
              <a:spcAft>
                <a:spcPts val="0"/>
              </a:spcAft>
              <a:buSzPts val="1800"/>
              <a:buChar char="▰"/>
              <a:defRPr sz="2400"/>
            </a:lvl4pPr>
            <a:lvl5pPr marL="3047924" lvl="4" indent="-457189">
              <a:spcBef>
                <a:spcPts val="0"/>
              </a:spcBef>
              <a:spcAft>
                <a:spcPts val="0"/>
              </a:spcAft>
              <a:buSzPts val="1800"/>
              <a:buChar char="▰"/>
              <a:defRPr sz="2400"/>
            </a:lvl5pPr>
            <a:lvl6pPr marL="3657509" lvl="5" indent="-457189">
              <a:spcBef>
                <a:spcPts val="0"/>
              </a:spcBef>
              <a:spcAft>
                <a:spcPts val="0"/>
              </a:spcAft>
              <a:buSzPts val="1800"/>
              <a:buChar char="▰"/>
              <a:defRPr sz="2400"/>
            </a:lvl6pPr>
            <a:lvl7pPr marL="4267093" lvl="6" indent="-457189">
              <a:spcBef>
                <a:spcPts val="0"/>
              </a:spcBef>
              <a:spcAft>
                <a:spcPts val="0"/>
              </a:spcAft>
              <a:buSzPts val="1800"/>
              <a:buChar char="▰"/>
              <a:defRPr sz="2400"/>
            </a:lvl7pPr>
            <a:lvl8pPr marL="4876678" lvl="7" indent="-457189">
              <a:spcBef>
                <a:spcPts val="0"/>
              </a:spcBef>
              <a:spcAft>
                <a:spcPts val="0"/>
              </a:spcAft>
              <a:buSzPts val="1800"/>
              <a:buChar char="▰"/>
              <a:defRPr sz="2400"/>
            </a:lvl8pPr>
            <a:lvl9pPr marL="5486263" lvl="8" indent="-457189">
              <a:spcBef>
                <a:spcPts val="0"/>
              </a:spcBef>
              <a:spcAft>
                <a:spcPts val="0"/>
              </a:spcAft>
              <a:buSzPts val="1800"/>
              <a:buChar char="▰"/>
              <a:defRPr sz="2400"/>
            </a:lvl9pPr>
          </a:lstStyle>
          <a:p>
            <a:endParaRPr/>
          </a:p>
        </p:txBody>
      </p:sp>
      <p:sp>
        <p:nvSpPr>
          <p:cNvPr id="81" name="Google Shape;81;p7"/>
          <p:cNvSpPr txBox="1">
            <a:spLocks noGrp="1"/>
          </p:cNvSpPr>
          <p:nvPr>
            <p:ph type="body" idx="2"/>
          </p:nvPr>
        </p:nvSpPr>
        <p:spPr>
          <a:xfrm>
            <a:off x="8257607" y="2545733"/>
            <a:ext cx="3324800" cy="4022000"/>
          </a:xfrm>
          <a:prstGeom prst="rect">
            <a:avLst/>
          </a:prstGeom>
        </p:spPr>
        <p:txBody>
          <a:bodyPr spcFirstLastPara="1" wrap="square" lIns="0" tIns="0" rIns="0" bIns="0" anchor="t" anchorCtr="0"/>
          <a:lstStyle>
            <a:lvl1pPr marL="609585" lvl="0" indent="-457189">
              <a:spcBef>
                <a:spcPts val="800"/>
              </a:spcBef>
              <a:spcAft>
                <a:spcPts val="0"/>
              </a:spcAft>
              <a:buSzPts val="1800"/>
              <a:buChar char="▰"/>
              <a:defRPr sz="2400"/>
            </a:lvl1pPr>
            <a:lvl2pPr marL="1219170" lvl="1" indent="-457189">
              <a:spcBef>
                <a:spcPts val="0"/>
              </a:spcBef>
              <a:spcAft>
                <a:spcPts val="0"/>
              </a:spcAft>
              <a:buSzPts val="1800"/>
              <a:buChar char="▰"/>
              <a:defRPr sz="2400"/>
            </a:lvl2pPr>
            <a:lvl3pPr marL="1828754" lvl="2" indent="-457189">
              <a:spcBef>
                <a:spcPts val="0"/>
              </a:spcBef>
              <a:spcAft>
                <a:spcPts val="0"/>
              </a:spcAft>
              <a:buSzPts val="1800"/>
              <a:buChar char="▰"/>
              <a:defRPr sz="2400"/>
            </a:lvl3pPr>
            <a:lvl4pPr marL="2438339" lvl="3" indent="-457189">
              <a:spcBef>
                <a:spcPts val="0"/>
              </a:spcBef>
              <a:spcAft>
                <a:spcPts val="0"/>
              </a:spcAft>
              <a:buSzPts val="1800"/>
              <a:buChar char="▰"/>
              <a:defRPr sz="2400"/>
            </a:lvl4pPr>
            <a:lvl5pPr marL="3047924" lvl="4" indent="-457189">
              <a:spcBef>
                <a:spcPts val="0"/>
              </a:spcBef>
              <a:spcAft>
                <a:spcPts val="0"/>
              </a:spcAft>
              <a:buSzPts val="1800"/>
              <a:buChar char="▰"/>
              <a:defRPr sz="2400"/>
            </a:lvl5pPr>
            <a:lvl6pPr marL="3657509" lvl="5" indent="-457189">
              <a:spcBef>
                <a:spcPts val="0"/>
              </a:spcBef>
              <a:spcAft>
                <a:spcPts val="0"/>
              </a:spcAft>
              <a:buSzPts val="1800"/>
              <a:buChar char="▰"/>
              <a:defRPr sz="2400"/>
            </a:lvl6pPr>
            <a:lvl7pPr marL="4267093" lvl="6" indent="-457189">
              <a:spcBef>
                <a:spcPts val="0"/>
              </a:spcBef>
              <a:spcAft>
                <a:spcPts val="0"/>
              </a:spcAft>
              <a:buSzPts val="1800"/>
              <a:buChar char="▰"/>
              <a:defRPr sz="2400"/>
            </a:lvl7pPr>
            <a:lvl8pPr marL="4876678" lvl="7" indent="-457189">
              <a:spcBef>
                <a:spcPts val="0"/>
              </a:spcBef>
              <a:spcAft>
                <a:spcPts val="0"/>
              </a:spcAft>
              <a:buSzPts val="1800"/>
              <a:buChar char="▰"/>
              <a:defRPr sz="2400"/>
            </a:lvl8pPr>
            <a:lvl9pPr marL="5486263" lvl="8" indent="-457189">
              <a:spcBef>
                <a:spcPts val="0"/>
              </a:spcBef>
              <a:spcAft>
                <a:spcPts val="0"/>
              </a:spcAft>
              <a:buSzPts val="1800"/>
              <a:buChar char="▰"/>
              <a:defRPr sz="2400"/>
            </a:lvl9pPr>
          </a:lstStyle>
          <a:p>
            <a:endParaRPr/>
          </a:p>
        </p:txBody>
      </p:sp>
      <p:sp>
        <p:nvSpPr>
          <p:cNvPr id="82" name="Google Shape;82;p7"/>
          <p:cNvSpPr txBox="1">
            <a:spLocks noGrp="1"/>
          </p:cNvSpPr>
          <p:nvPr>
            <p:ph type="sldNum" idx="12"/>
          </p:nvPr>
        </p:nvSpPr>
        <p:spPr>
          <a:xfrm>
            <a:off x="345633" y="6232133"/>
            <a:ext cx="642000" cy="326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algn="l"/>
            <a:fld id="{00000000-1234-1234-1234-123412341234}" type="slidenum">
              <a:rPr lang="en" smtClean="0"/>
              <a:pPr algn="l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8942961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Subtitle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oogle Shape;21;p3"/>
          <p:cNvGrpSpPr/>
          <p:nvPr/>
        </p:nvGrpSpPr>
        <p:grpSpPr>
          <a:xfrm>
            <a:off x="-159" y="-267"/>
            <a:ext cx="12191761" cy="6857181"/>
            <a:chOff x="2973586" y="5250656"/>
            <a:chExt cx="2856819" cy="1606800"/>
          </a:xfrm>
        </p:grpSpPr>
        <p:sp>
          <p:nvSpPr>
            <p:cNvPr id="22" name="Google Shape;22;p3"/>
            <p:cNvSpPr/>
            <p:nvPr/>
          </p:nvSpPr>
          <p:spPr>
            <a:xfrm>
              <a:off x="2973586" y="6221960"/>
              <a:ext cx="2856819" cy="635496"/>
            </a:xfrm>
            <a:custGeom>
              <a:avLst/>
              <a:gdLst/>
              <a:ahLst/>
              <a:cxnLst/>
              <a:rect l="l" t="t" r="r" b="b"/>
              <a:pathLst>
                <a:path w="2856819" h="635496" extrusionOk="0">
                  <a:moveTo>
                    <a:pt x="0" y="636040"/>
                  </a:moveTo>
                  <a:lnTo>
                    <a:pt x="2856819" y="636040"/>
                  </a:lnTo>
                  <a:lnTo>
                    <a:pt x="2856819" y="0"/>
                  </a:lnTo>
                  <a:lnTo>
                    <a:pt x="0" y="503857"/>
                  </a:lnTo>
                  <a:lnTo>
                    <a:pt x="0" y="63604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23;p3"/>
            <p:cNvSpPr/>
            <p:nvPr/>
          </p:nvSpPr>
          <p:spPr>
            <a:xfrm>
              <a:off x="2973586" y="6067738"/>
              <a:ext cx="642784" cy="385464"/>
            </a:xfrm>
            <a:custGeom>
              <a:avLst/>
              <a:gdLst/>
              <a:ahLst/>
              <a:cxnLst/>
              <a:rect l="l" t="t" r="r" b="b"/>
              <a:pathLst>
                <a:path w="642784" h="385464" extrusionOk="0">
                  <a:moveTo>
                    <a:pt x="0" y="113368"/>
                  </a:moveTo>
                  <a:lnTo>
                    <a:pt x="0" y="385724"/>
                  </a:lnTo>
                  <a:lnTo>
                    <a:pt x="642784" y="272355"/>
                  </a:lnTo>
                  <a:lnTo>
                    <a:pt x="642784" y="0"/>
                  </a:lnTo>
                  <a:lnTo>
                    <a:pt x="0" y="113368"/>
                  </a:lnTo>
                  <a:close/>
                </a:path>
              </a:pathLst>
            </a:custGeom>
            <a:gradFill>
              <a:gsLst>
                <a:gs pos="0">
                  <a:srgbClr val="00001A">
                    <a:alpha val="7843"/>
                  </a:srgbClr>
                </a:gs>
                <a:gs pos="100000">
                  <a:srgbClr val="00001A">
                    <a:alpha val="1960"/>
                  </a:srgbClr>
                </a:gs>
              </a:gsLst>
              <a:lin ang="599887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24;p3"/>
            <p:cNvSpPr/>
            <p:nvPr/>
          </p:nvSpPr>
          <p:spPr>
            <a:xfrm>
              <a:off x="3378302" y="5250656"/>
              <a:ext cx="1781048" cy="314027"/>
            </a:xfrm>
            <a:custGeom>
              <a:avLst/>
              <a:gdLst/>
              <a:ahLst/>
              <a:cxnLst/>
              <a:rect l="l" t="t" r="r" b="b"/>
              <a:pathLst>
                <a:path w="1781048" h="314027" extrusionOk="0">
                  <a:moveTo>
                    <a:pt x="238155" y="0"/>
                  </a:moveTo>
                  <a:lnTo>
                    <a:pt x="0" y="42004"/>
                  </a:lnTo>
                  <a:lnTo>
                    <a:pt x="0" y="314359"/>
                  </a:lnTo>
                  <a:lnTo>
                    <a:pt x="1782389" y="0"/>
                  </a:lnTo>
                  <a:lnTo>
                    <a:pt x="238155" y="0"/>
                  </a:lnTo>
                  <a:close/>
                </a:path>
              </a:pathLst>
            </a:custGeom>
            <a:gradFill>
              <a:gsLst>
                <a:gs pos="0">
                  <a:srgbClr val="00001A">
                    <a:alpha val="7843"/>
                  </a:srgbClr>
                </a:gs>
                <a:gs pos="100000">
                  <a:srgbClr val="00001A">
                    <a:alpha val="1960"/>
                  </a:srgbClr>
                </a:gs>
              </a:gsLst>
              <a:lin ang="599887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25;p3"/>
            <p:cNvSpPr/>
            <p:nvPr/>
          </p:nvSpPr>
          <p:spPr>
            <a:xfrm>
              <a:off x="4790344" y="5404894"/>
              <a:ext cx="1040060" cy="455414"/>
            </a:xfrm>
            <a:custGeom>
              <a:avLst/>
              <a:gdLst/>
              <a:ahLst/>
              <a:cxnLst/>
              <a:rect l="l" t="t" r="r" b="b"/>
              <a:pathLst>
                <a:path w="1040060" h="455414" extrusionOk="0">
                  <a:moveTo>
                    <a:pt x="1040061" y="0"/>
                  </a:moveTo>
                  <a:lnTo>
                    <a:pt x="0" y="184194"/>
                  </a:lnTo>
                  <a:lnTo>
                    <a:pt x="0" y="456550"/>
                  </a:lnTo>
                  <a:lnTo>
                    <a:pt x="1040061" y="272355"/>
                  </a:lnTo>
                  <a:lnTo>
                    <a:pt x="1040061" y="0"/>
                  </a:lnTo>
                  <a:close/>
                </a:path>
              </a:pathLst>
            </a:custGeom>
            <a:gradFill>
              <a:gsLst>
                <a:gs pos="0">
                  <a:srgbClr val="00001A">
                    <a:alpha val="1960"/>
                  </a:srgbClr>
                </a:gs>
                <a:gs pos="100000">
                  <a:srgbClr val="00001A">
                    <a:alpha val="7843"/>
                  </a:srgbClr>
                </a:gs>
              </a:gsLst>
              <a:lin ang="599887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26;p3"/>
            <p:cNvSpPr/>
            <p:nvPr/>
          </p:nvSpPr>
          <p:spPr>
            <a:xfrm>
              <a:off x="2973586" y="6263466"/>
              <a:ext cx="1077258" cy="461367"/>
            </a:xfrm>
            <a:custGeom>
              <a:avLst/>
              <a:gdLst/>
              <a:ahLst/>
              <a:cxnLst/>
              <a:rect l="l" t="t" r="r" b="b"/>
              <a:pathLst>
                <a:path w="1077258" h="461367" extrusionOk="0">
                  <a:moveTo>
                    <a:pt x="0" y="189996"/>
                  </a:moveTo>
                  <a:lnTo>
                    <a:pt x="0" y="462351"/>
                  </a:lnTo>
                  <a:lnTo>
                    <a:pt x="1077259" y="272355"/>
                  </a:lnTo>
                  <a:lnTo>
                    <a:pt x="1077259" y="0"/>
                  </a:lnTo>
                  <a:lnTo>
                    <a:pt x="0" y="189996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1764"/>
                  </a:srgbClr>
                </a:gs>
                <a:gs pos="100000">
                  <a:srgbClr val="FFFFFF">
                    <a:alpha val="4705"/>
                  </a:srgbClr>
                </a:gs>
              </a:gsLst>
              <a:lin ang="599887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27;p3"/>
            <p:cNvSpPr/>
            <p:nvPr/>
          </p:nvSpPr>
          <p:spPr>
            <a:xfrm>
              <a:off x="5531332" y="5949605"/>
              <a:ext cx="299073" cy="324445"/>
            </a:xfrm>
            <a:custGeom>
              <a:avLst/>
              <a:gdLst/>
              <a:ahLst/>
              <a:cxnLst/>
              <a:rect l="l" t="t" r="r" b="b"/>
              <a:pathLst>
                <a:path w="299073" h="324445" extrusionOk="0">
                  <a:moveTo>
                    <a:pt x="299073" y="0"/>
                  </a:moveTo>
                  <a:lnTo>
                    <a:pt x="0" y="52748"/>
                  </a:lnTo>
                  <a:lnTo>
                    <a:pt x="0" y="325103"/>
                  </a:lnTo>
                  <a:lnTo>
                    <a:pt x="299073" y="272355"/>
                  </a:lnTo>
                  <a:lnTo>
                    <a:pt x="299073" y="0"/>
                  </a:lnTo>
                  <a:close/>
                </a:path>
              </a:pathLst>
            </a:custGeom>
            <a:gradFill>
              <a:gsLst>
                <a:gs pos="0">
                  <a:srgbClr val="00001A">
                    <a:alpha val="7843"/>
                  </a:srgbClr>
                </a:gs>
                <a:gs pos="100000">
                  <a:srgbClr val="00001A">
                    <a:alpha val="1960"/>
                  </a:srgbClr>
                </a:gs>
              </a:gsLst>
              <a:lin ang="599887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28;p3"/>
            <p:cNvSpPr/>
            <p:nvPr/>
          </p:nvSpPr>
          <p:spPr>
            <a:xfrm>
              <a:off x="3613394" y="5425142"/>
              <a:ext cx="557972" cy="370582"/>
            </a:xfrm>
            <a:custGeom>
              <a:avLst/>
              <a:gdLst/>
              <a:ahLst/>
              <a:cxnLst/>
              <a:rect l="l" t="t" r="r" b="b"/>
              <a:pathLst>
                <a:path w="557972" h="370582" extrusionOk="0">
                  <a:moveTo>
                    <a:pt x="0" y="98410"/>
                  </a:moveTo>
                  <a:lnTo>
                    <a:pt x="0" y="370765"/>
                  </a:lnTo>
                  <a:lnTo>
                    <a:pt x="557973" y="272355"/>
                  </a:lnTo>
                  <a:lnTo>
                    <a:pt x="557973" y="0"/>
                  </a:lnTo>
                  <a:lnTo>
                    <a:pt x="0" y="9841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4705"/>
                  </a:srgbClr>
                </a:gs>
                <a:gs pos="100000">
                  <a:srgbClr val="FFFFFF">
                    <a:alpha val="11764"/>
                  </a:srgbClr>
                </a:gs>
              </a:gsLst>
              <a:lin ang="599887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29;p3"/>
            <p:cNvSpPr/>
            <p:nvPr/>
          </p:nvSpPr>
          <p:spPr>
            <a:xfrm>
              <a:off x="5636975" y="5677250"/>
              <a:ext cx="193430" cy="305097"/>
            </a:xfrm>
            <a:custGeom>
              <a:avLst/>
              <a:gdLst/>
              <a:ahLst/>
              <a:cxnLst/>
              <a:rect l="l" t="t" r="r" b="b"/>
              <a:pathLst>
                <a:path w="193430" h="305097" extrusionOk="0">
                  <a:moveTo>
                    <a:pt x="193430" y="0"/>
                  </a:moveTo>
                  <a:lnTo>
                    <a:pt x="0" y="34116"/>
                  </a:lnTo>
                  <a:lnTo>
                    <a:pt x="0" y="306471"/>
                  </a:lnTo>
                  <a:lnTo>
                    <a:pt x="193430" y="272355"/>
                  </a:lnTo>
                  <a:lnTo>
                    <a:pt x="193430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1764"/>
                  </a:srgbClr>
                </a:gs>
                <a:gs pos="100000">
                  <a:srgbClr val="FFFFFF">
                    <a:alpha val="4705"/>
                  </a:srgbClr>
                </a:gs>
              </a:gsLst>
              <a:lin ang="599887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" name="Google Shape;30;p3"/>
          <p:cNvSpPr txBox="1">
            <a:spLocks noGrp="1"/>
          </p:cNvSpPr>
          <p:nvPr>
            <p:ph type="ctrTitle"/>
          </p:nvPr>
        </p:nvSpPr>
        <p:spPr>
          <a:xfrm>
            <a:off x="609600" y="1907933"/>
            <a:ext cx="7315200" cy="1546400"/>
          </a:xfrm>
          <a:prstGeom prst="rect">
            <a:avLst/>
          </a:prstGeom>
        </p:spPr>
        <p:txBody>
          <a:bodyPr spcFirstLastPara="1" wrap="square" lIns="0" tIns="0" rIns="0" bIns="0" anchor="ctr" anchorCtr="0"/>
          <a:lstStyle>
            <a:lvl1pPr lvl="0" rtl="0">
              <a:spcBef>
                <a:spcPts val="0"/>
              </a:spcBef>
              <a:spcAft>
                <a:spcPts val="0"/>
              </a:spcAft>
              <a:buSzPts val="4400"/>
              <a:buNone/>
              <a:defRPr sz="5867"/>
            </a:lvl1pPr>
            <a:lvl2pPr lvl="1" rtl="0">
              <a:spcBef>
                <a:spcPts val="0"/>
              </a:spcBef>
              <a:spcAft>
                <a:spcPts val="0"/>
              </a:spcAft>
              <a:buSzPts val="4400"/>
              <a:buNone/>
              <a:defRPr sz="5867"/>
            </a:lvl2pPr>
            <a:lvl3pPr lvl="2" rtl="0">
              <a:spcBef>
                <a:spcPts val="0"/>
              </a:spcBef>
              <a:spcAft>
                <a:spcPts val="0"/>
              </a:spcAft>
              <a:buSzPts val="4400"/>
              <a:buNone/>
              <a:defRPr sz="5867"/>
            </a:lvl3pPr>
            <a:lvl4pPr lvl="3" rtl="0">
              <a:spcBef>
                <a:spcPts val="0"/>
              </a:spcBef>
              <a:spcAft>
                <a:spcPts val="0"/>
              </a:spcAft>
              <a:buSzPts val="4400"/>
              <a:buNone/>
              <a:defRPr sz="5867"/>
            </a:lvl4pPr>
            <a:lvl5pPr lvl="4" rtl="0">
              <a:spcBef>
                <a:spcPts val="0"/>
              </a:spcBef>
              <a:spcAft>
                <a:spcPts val="0"/>
              </a:spcAft>
              <a:buSzPts val="4400"/>
              <a:buNone/>
              <a:defRPr sz="5867"/>
            </a:lvl5pPr>
            <a:lvl6pPr lvl="5" rtl="0">
              <a:spcBef>
                <a:spcPts val="0"/>
              </a:spcBef>
              <a:spcAft>
                <a:spcPts val="0"/>
              </a:spcAft>
              <a:buSzPts val="4400"/>
              <a:buNone/>
              <a:defRPr sz="5867"/>
            </a:lvl6pPr>
            <a:lvl7pPr lvl="6" rtl="0">
              <a:spcBef>
                <a:spcPts val="0"/>
              </a:spcBef>
              <a:spcAft>
                <a:spcPts val="0"/>
              </a:spcAft>
              <a:buSzPts val="4400"/>
              <a:buNone/>
              <a:defRPr sz="5867"/>
            </a:lvl7pPr>
            <a:lvl8pPr lvl="7" rtl="0">
              <a:spcBef>
                <a:spcPts val="0"/>
              </a:spcBef>
              <a:spcAft>
                <a:spcPts val="0"/>
              </a:spcAft>
              <a:buSzPts val="4400"/>
              <a:buNone/>
              <a:defRPr sz="5867"/>
            </a:lvl8pPr>
            <a:lvl9pPr lvl="8" rtl="0">
              <a:spcBef>
                <a:spcPts val="0"/>
              </a:spcBef>
              <a:spcAft>
                <a:spcPts val="0"/>
              </a:spcAft>
              <a:buSzPts val="4400"/>
              <a:buNone/>
              <a:defRPr sz="5867"/>
            </a:lvl9pPr>
          </a:lstStyle>
          <a:p>
            <a:endParaRPr/>
          </a:p>
        </p:txBody>
      </p:sp>
      <p:sp>
        <p:nvSpPr>
          <p:cNvPr id="31" name="Google Shape;31;p3"/>
          <p:cNvSpPr txBox="1">
            <a:spLocks noGrp="1"/>
          </p:cNvSpPr>
          <p:nvPr>
            <p:ph type="subTitle" idx="1"/>
          </p:nvPr>
        </p:nvSpPr>
        <p:spPr>
          <a:xfrm>
            <a:off x="609600" y="3685136"/>
            <a:ext cx="7315200" cy="1046400"/>
          </a:xfrm>
          <a:prstGeom prst="rect">
            <a:avLst/>
          </a:prstGeom>
        </p:spPr>
        <p:txBody>
          <a:bodyPr spcFirstLastPara="1" wrap="square" lIns="0" tIns="0" rIns="0" bIns="0" anchor="t" anchorCtr="0"/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4000"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4000"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4000"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4000"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4000"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4000"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4000"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40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02968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F365281-5C6E-467E-93E0-8848DDE6F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6D1A51-6576-42FC-9043-0C4AC445B3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F80A10-D0A2-445F-A9A1-250FD62838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40E2F2-2285-4569-96A7-D8D4635F3B7D}" type="datetimeFigureOut">
              <a:rPr lang="en-US" smtClean="0"/>
              <a:t>11/17/2024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15D318-8589-4604-BB75-C6A755CE9F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3351D6-4A86-4711-B41A-A69C8DD25F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1DFF86-69B6-42C6-A405-098171D9FA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6881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2" r:id="rId13"/>
    <p:sldLayoutId id="2147483663" r:id="rId14"/>
    <p:sldLayoutId id="2147483664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l"/>
            <a:fld id="{00000000-1234-1234-1234-123412341234}" type="slidenum">
              <a:rPr lang="en" smtClean="0"/>
              <a:pPr algn="l"/>
              <a:t>1</a:t>
            </a:fld>
            <a:endParaRPr lang="en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45634" y="701211"/>
            <a:ext cx="11082807" cy="5263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1527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l"/>
            <a:fld id="{00000000-1234-1234-1234-123412341234}" type="slidenum">
              <a:rPr lang="en" smtClean="0"/>
              <a:pPr algn="l"/>
              <a:t>2</a:t>
            </a:fld>
            <a:endParaRPr lang="e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lum contrast="20000"/>
          </a:blip>
          <a:stretch>
            <a:fillRect/>
          </a:stretch>
        </p:blipFill>
        <p:spPr>
          <a:xfrm>
            <a:off x="345633" y="1045375"/>
            <a:ext cx="11741987" cy="4511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6005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3"/>
          <p:cNvSpPr txBox="1">
            <a:spLocks noGrp="1"/>
          </p:cNvSpPr>
          <p:nvPr>
            <p:ph type="ctrTitle"/>
          </p:nvPr>
        </p:nvSpPr>
        <p:spPr>
          <a:xfrm>
            <a:off x="609600" y="1065699"/>
            <a:ext cx="10404296" cy="4304260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r>
              <a:rPr lang="en" dirty="0"/>
              <a:t>Presentation Skills</a:t>
            </a:r>
            <a:endParaRPr dirty="0"/>
          </a:p>
        </p:txBody>
      </p:sp>
      <p:sp>
        <p:nvSpPr>
          <p:cNvPr id="2" name="TextBox 1"/>
          <p:cNvSpPr txBox="1"/>
          <p:nvPr/>
        </p:nvSpPr>
        <p:spPr>
          <a:xfrm>
            <a:off x="2265908" y="2971608"/>
            <a:ext cx="70916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b="1" dirty="0">
                <a:solidFill>
                  <a:schemeClr val="bg1"/>
                </a:solidFill>
              </a:rPr>
              <a:t>Chapter: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41133" y="2419067"/>
            <a:ext cx="9541268" cy="3813067"/>
          </a:xfrm>
        </p:spPr>
        <p:txBody>
          <a:bodyPr/>
          <a:lstStyle/>
          <a:p>
            <a:pPr marL="101597" indent="0">
              <a:buNone/>
            </a:pPr>
            <a:r>
              <a:rPr lang="en-US" dirty="0"/>
              <a:t>Success at speaking can come to all speakers, whatever their talent, if they follow the </a:t>
            </a:r>
            <a:r>
              <a:rPr lang="en-US" b="1" dirty="0"/>
              <a:t>3 Ps</a:t>
            </a:r>
            <a:r>
              <a:rPr lang="en-US" dirty="0"/>
              <a:t>:</a:t>
            </a:r>
          </a:p>
          <a:p>
            <a:pPr marL="101597" indent="0">
              <a:buNone/>
            </a:pPr>
            <a:r>
              <a:rPr lang="en-US" b="1" dirty="0"/>
              <a:t>Step 1: </a:t>
            </a:r>
            <a:r>
              <a:rPr lang="en-US" dirty="0"/>
              <a:t>Prepare carefully.</a:t>
            </a:r>
          </a:p>
          <a:p>
            <a:pPr marL="101597" indent="0">
              <a:buNone/>
            </a:pPr>
            <a:r>
              <a:rPr lang="en-US" b="1" dirty="0"/>
              <a:t>Step 2: </a:t>
            </a:r>
            <a:r>
              <a:rPr lang="en-US" dirty="0"/>
              <a:t>Practice often.</a:t>
            </a:r>
          </a:p>
          <a:p>
            <a:pPr marL="101597" indent="0">
              <a:buNone/>
            </a:pPr>
            <a:r>
              <a:rPr lang="en-US" b="1" dirty="0"/>
              <a:t>Step 3: </a:t>
            </a:r>
            <a:r>
              <a:rPr lang="en-US" dirty="0"/>
              <a:t>Perform with enthusiasm.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l"/>
            <a:fld id="{00000000-1234-1234-1234-123412341234}" type="slidenum">
              <a:rPr lang="en" smtClean="0"/>
              <a:pPr algn="l"/>
              <a:t>4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1472574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Structuring your content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30720" y="1489093"/>
            <a:ext cx="5689600" cy="5069840"/>
          </a:xfrm>
        </p:spPr>
        <p:txBody>
          <a:bodyPr/>
          <a:lstStyle/>
          <a:p>
            <a:pPr marL="101597" indent="0">
              <a:buNone/>
            </a:pPr>
            <a:r>
              <a:rPr lang="en-US" b="1" dirty="0"/>
              <a:t>Sample structure</a:t>
            </a:r>
          </a:p>
          <a:p>
            <a:r>
              <a:rPr lang="en-US" dirty="0"/>
              <a:t>Title page</a:t>
            </a:r>
          </a:p>
          <a:p>
            <a:r>
              <a:rPr lang="en-US" dirty="0"/>
              <a:t> An attention‐grabber</a:t>
            </a:r>
          </a:p>
          <a:p>
            <a:r>
              <a:rPr lang="en-US" dirty="0"/>
              <a:t>Outline</a:t>
            </a:r>
          </a:p>
          <a:p>
            <a:r>
              <a:rPr lang="en-US" dirty="0"/>
              <a:t>Introduction / background</a:t>
            </a:r>
          </a:p>
          <a:p>
            <a:r>
              <a:rPr lang="en-US" dirty="0"/>
              <a:t>Body / main part</a:t>
            </a:r>
          </a:p>
          <a:p>
            <a:r>
              <a:rPr lang="en-US" dirty="0"/>
              <a:t>Summary / conclusion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l"/>
            <a:fld id="{00000000-1234-1234-1234-123412341234}" type="slidenum">
              <a:rPr lang="en" smtClean="0"/>
              <a:pPr algn="l"/>
              <a:t>5</a:t>
            </a:fld>
            <a:endParaRPr lang="en"/>
          </a:p>
        </p:txBody>
      </p:sp>
      <p:sp>
        <p:nvSpPr>
          <p:cNvPr id="5" name="TextBox 4"/>
          <p:cNvSpPr txBox="1"/>
          <p:nvPr/>
        </p:nvSpPr>
        <p:spPr>
          <a:xfrm>
            <a:off x="0" y="3235694"/>
            <a:ext cx="6644640" cy="2514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09585" indent="-507987">
              <a:lnSpc>
                <a:spcPct val="115000"/>
              </a:lnSpc>
              <a:spcBef>
                <a:spcPts val="800"/>
              </a:spcBef>
              <a:buClr>
                <a:srgbClr val="A6D683"/>
              </a:buClr>
              <a:buSzPts val="2400"/>
              <a:buFont typeface="Chivo"/>
              <a:buChar char="▰"/>
            </a:pPr>
            <a:r>
              <a:rPr lang="en-US" sz="3200">
                <a:solidFill>
                  <a:srgbClr val="00001A"/>
                </a:solidFill>
                <a:latin typeface="Chivo"/>
                <a:sym typeface="Chivo"/>
              </a:rPr>
              <a:t>Focus on the central message</a:t>
            </a:r>
          </a:p>
          <a:p>
            <a:pPr marL="609585" indent="-507987">
              <a:lnSpc>
                <a:spcPct val="115000"/>
              </a:lnSpc>
              <a:spcBef>
                <a:spcPts val="800"/>
              </a:spcBef>
              <a:buClr>
                <a:srgbClr val="A6D683"/>
              </a:buClr>
              <a:buSzPts val="2400"/>
              <a:buFont typeface="Chivo"/>
              <a:buChar char="▰"/>
            </a:pPr>
            <a:r>
              <a:rPr lang="en-US" sz="3200">
                <a:solidFill>
                  <a:srgbClr val="00001A"/>
                </a:solidFill>
                <a:latin typeface="Chivo"/>
                <a:sym typeface="Chivo"/>
              </a:rPr>
              <a:t>Avoid jargons</a:t>
            </a:r>
          </a:p>
          <a:p>
            <a:pPr marL="609585" indent="-507987">
              <a:lnSpc>
                <a:spcPct val="115000"/>
              </a:lnSpc>
              <a:spcBef>
                <a:spcPts val="800"/>
              </a:spcBef>
              <a:buClr>
                <a:srgbClr val="A6D683"/>
              </a:buClr>
              <a:buSzPts val="2400"/>
              <a:buFont typeface="Chivo"/>
              <a:buChar char="▰"/>
            </a:pPr>
            <a:r>
              <a:rPr lang="en-US" sz="3200">
                <a:solidFill>
                  <a:srgbClr val="00001A"/>
                </a:solidFill>
                <a:latin typeface="Chivo"/>
                <a:sym typeface="Chivo"/>
              </a:rPr>
              <a:t>Conclude powerfully with a take home message</a:t>
            </a:r>
            <a:endParaRPr lang="en-US" sz="3200" dirty="0">
              <a:solidFill>
                <a:srgbClr val="00001A"/>
              </a:solidFill>
              <a:latin typeface="Chivo"/>
              <a:sym typeface="Chivo"/>
            </a:endParaRPr>
          </a:p>
        </p:txBody>
      </p:sp>
    </p:spTree>
    <p:extLst>
      <p:ext uri="{BB962C8B-B14F-4D97-AF65-F5344CB8AC3E}">
        <p14:creationId xmlns:p14="http://schemas.microsoft.com/office/powerpoint/2010/main" val="3645060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Classification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l"/>
            <a:fld id="{00000000-1234-1234-1234-123412341234}" type="slidenum">
              <a:rPr lang="en" smtClean="0"/>
              <a:pPr algn="l"/>
              <a:t>6</a:t>
            </a:fld>
            <a:endParaRPr lang="en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361440" y="2618319"/>
          <a:ext cx="10464800" cy="3999394"/>
        </p:xfrm>
        <a:graphic>
          <a:graphicData uri="http://schemas.openxmlformats.org/drawingml/2006/table">
            <a:tbl>
              <a:tblPr firstRow="1" bandRow="1"/>
              <a:tblGrid>
                <a:gridCol w="39003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644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51057">
                <a:tc>
                  <a:txBody>
                    <a:bodyPr/>
                    <a:lstStyle/>
                    <a:p>
                      <a:r>
                        <a:rPr lang="en-US" sz="3200" b="1" dirty="0"/>
                        <a:t>Format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From informal question/answer sessions to formal speeches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51057">
                <a:tc>
                  <a:txBody>
                    <a:bodyPr/>
                    <a:lstStyle/>
                    <a:p>
                      <a:r>
                        <a:rPr lang="en-US" sz="3200" b="1" dirty="0"/>
                        <a:t>Number of Presenters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From several-minute overviews to long sessions of an hour or more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r>
                        <a:rPr lang="en-US" sz="3200" b="1" dirty="0"/>
                        <a:t>Content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From a few highlights to detailed coverage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63680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34"/>
            <a:ext cx="8890571" cy="2123459"/>
          </a:xfrm>
        </p:spPr>
        <p:txBody>
          <a:bodyPr/>
          <a:lstStyle/>
          <a:p>
            <a:r>
              <a:rPr lang="en-US" dirty="0"/>
              <a:t>Common Presentation Situations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50732" y="2373534"/>
            <a:ext cx="6869987" cy="4078637"/>
          </a:xfrm>
        </p:spPr>
        <p:txBody>
          <a:bodyPr/>
          <a:lstStyle/>
          <a:p>
            <a:r>
              <a:rPr lang="en-US" sz="3200" dirty="0"/>
              <a:t>Getting Hired</a:t>
            </a:r>
          </a:p>
          <a:p>
            <a:r>
              <a:rPr lang="en-US" sz="3200" dirty="0"/>
              <a:t>Getting Customers</a:t>
            </a:r>
          </a:p>
          <a:p>
            <a:r>
              <a:rPr lang="en-US" sz="3200" dirty="0"/>
              <a:t>Keeping Customers</a:t>
            </a:r>
          </a:p>
          <a:p>
            <a:r>
              <a:rPr lang="en-US" sz="3200" dirty="0"/>
              <a:t>Contributing to your Profession</a:t>
            </a:r>
          </a:p>
          <a:p>
            <a:r>
              <a:rPr lang="en-US" sz="3200" dirty="0"/>
              <a:t>Contributing to your community</a:t>
            </a:r>
          </a:p>
          <a:p>
            <a:r>
              <a:rPr lang="en-US" sz="3200" dirty="0"/>
              <a:t>Getting promoted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l"/>
            <a:fld id="{00000000-1234-1234-1234-123412341234}" type="slidenum">
              <a:rPr lang="en" smtClean="0"/>
              <a:pPr algn="l"/>
              <a:t>7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1942037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Make your Body language work for you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74720" y="2545733"/>
            <a:ext cx="9083040" cy="4013200"/>
          </a:xfrm>
        </p:spPr>
        <p:txBody>
          <a:bodyPr/>
          <a:lstStyle/>
          <a:p>
            <a:r>
              <a:rPr lang="en-US" dirty="0"/>
              <a:t>Good posture</a:t>
            </a:r>
          </a:p>
          <a:p>
            <a:r>
              <a:rPr lang="en-US" dirty="0"/>
              <a:t>Use of hand gestures</a:t>
            </a:r>
          </a:p>
          <a:p>
            <a:r>
              <a:rPr lang="en-US" dirty="0"/>
              <a:t>Smile</a:t>
            </a:r>
          </a:p>
          <a:p>
            <a:pPr marL="101597" indent="0">
              <a:buNone/>
            </a:pPr>
            <a:r>
              <a:rPr lang="en-US" b="1" dirty="0"/>
              <a:t>Nervous? Just Slow Down</a:t>
            </a:r>
          </a:p>
          <a:p>
            <a:r>
              <a:rPr lang="en-US" dirty="0"/>
              <a:t>Speak slowly</a:t>
            </a:r>
          </a:p>
          <a:p>
            <a:r>
              <a:rPr lang="en-US" dirty="0"/>
              <a:t>Make yourself understood by others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l"/>
            <a:fld id="{00000000-1234-1234-1234-123412341234}" type="slidenum">
              <a:rPr lang="en" smtClean="0"/>
              <a:pPr algn="l"/>
              <a:t>8</a:t>
            </a:fld>
            <a:endParaRPr lang="en"/>
          </a:p>
        </p:txBody>
      </p:sp>
      <p:sp>
        <p:nvSpPr>
          <p:cNvPr id="5" name="TextBox 4"/>
          <p:cNvSpPr txBox="1"/>
          <p:nvPr/>
        </p:nvSpPr>
        <p:spPr>
          <a:xfrm>
            <a:off x="8016240" y="1605280"/>
            <a:ext cx="4175760" cy="1323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67" b="1" dirty="0">
                <a:latin typeface="Chivo" panose="020B0604020202020204" charset="0"/>
              </a:rPr>
              <a:t>Use of Space</a:t>
            </a:r>
          </a:p>
          <a:p>
            <a:r>
              <a:rPr lang="en-US" sz="2667" dirty="0">
                <a:latin typeface="Chivo" panose="020B0604020202020204" charset="0"/>
              </a:rPr>
              <a:t>Can Everyone See You?</a:t>
            </a:r>
          </a:p>
          <a:p>
            <a:r>
              <a:rPr lang="en-US" sz="2667" dirty="0">
                <a:latin typeface="Chivo" panose="020B0604020202020204" charset="0"/>
              </a:rPr>
              <a:t>Movement</a:t>
            </a:r>
          </a:p>
        </p:txBody>
      </p:sp>
    </p:spTree>
    <p:extLst>
      <p:ext uri="{BB962C8B-B14F-4D97-AF65-F5344CB8AC3E}">
        <p14:creationId xmlns:p14="http://schemas.microsoft.com/office/powerpoint/2010/main" val="12684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l"/>
            <a:fld id="{00000000-1234-1234-1234-123412341234}" type="slidenum">
              <a:rPr lang="en" smtClean="0"/>
              <a:pPr algn="l"/>
              <a:t>9</a:t>
            </a:fld>
            <a:endParaRPr lang="en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87633" y="1"/>
            <a:ext cx="10160880" cy="6909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9477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l"/>
            <a:fld id="{00000000-1234-1234-1234-123412341234}" type="slidenum">
              <a:rPr lang="en" smtClean="0"/>
              <a:pPr algn="l"/>
              <a:t>10</a:t>
            </a:fld>
            <a:endParaRPr lang="en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biLevel thresh="75000"/>
          </a:blip>
          <a:stretch>
            <a:fillRect/>
          </a:stretch>
        </p:blipFill>
        <p:spPr>
          <a:xfrm>
            <a:off x="1753457" y="1"/>
            <a:ext cx="7558444" cy="7148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29406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4"/>
          <p:cNvSpPr txBox="1">
            <a:spLocks noGrp="1"/>
          </p:cNvSpPr>
          <p:nvPr>
            <p:ph type="title"/>
          </p:nvPr>
        </p:nvSpPr>
        <p:spPr>
          <a:xfrm>
            <a:off x="609600" y="-133"/>
            <a:ext cx="7315200" cy="2419200"/>
          </a:xfrm>
          <a:prstGeom prst="rect">
            <a:avLst/>
          </a:prstGeom>
        </p:spPr>
        <p:txBody>
          <a:bodyPr spcFirstLastPara="1" vert="horz" wrap="square" lIns="0" tIns="0" rIns="0" bIns="0" rtlCol="0" anchor="ctr" anchorCtr="0">
            <a:noAutofit/>
          </a:bodyPr>
          <a:lstStyle/>
          <a:p>
            <a:r>
              <a:rPr lang="en" dirty="0"/>
              <a:t>Feel Confident from Inside</a:t>
            </a:r>
            <a:endParaRPr dirty="0"/>
          </a:p>
        </p:txBody>
      </p:sp>
      <p:sp>
        <p:nvSpPr>
          <p:cNvPr id="147" name="Google Shape;147;p14"/>
          <p:cNvSpPr txBox="1">
            <a:spLocks noGrp="1"/>
          </p:cNvSpPr>
          <p:nvPr>
            <p:ph type="body" idx="1"/>
          </p:nvPr>
        </p:nvSpPr>
        <p:spPr>
          <a:xfrm>
            <a:off x="565684" y="3082247"/>
            <a:ext cx="7674193" cy="4899060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marL="380990" indent="-380990">
              <a:buClr>
                <a:schemeClr val="dk1"/>
              </a:buClr>
              <a:buSzPts val="1100"/>
            </a:pPr>
            <a:r>
              <a:rPr lang="en-US" dirty="0"/>
              <a:t>Don't think too much about what people will think</a:t>
            </a:r>
          </a:p>
          <a:p>
            <a:pPr marL="380990" indent="-380990">
              <a:buClr>
                <a:schemeClr val="dk1"/>
              </a:buClr>
              <a:buSzPts val="1100"/>
            </a:pPr>
            <a:r>
              <a:rPr lang="en-US" dirty="0"/>
              <a:t>Don't keep practicing till the last moment for a meeting or presentation</a:t>
            </a:r>
          </a:p>
          <a:p>
            <a:pPr marL="380990" indent="-380990">
              <a:buClr>
                <a:schemeClr val="dk1"/>
              </a:buClr>
              <a:buSzPts val="1100"/>
            </a:pPr>
            <a:r>
              <a:rPr lang="en-US" dirty="0"/>
              <a:t>Talk to people there</a:t>
            </a:r>
          </a:p>
        </p:txBody>
      </p:sp>
      <p:sp>
        <p:nvSpPr>
          <p:cNvPr id="149" name="Google Shape;149;p14"/>
          <p:cNvSpPr txBox="1">
            <a:spLocks noGrp="1"/>
          </p:cNvSpPr>
          <p:nvPr>
            <p:ph type="sldNum" idx="12"/>
          </p:nvPr>
        </p:nvSpPr>
        <p:spPr>
          <a:xfrm>
            <a:off x="345633" y="6232133"/>
            <a:ext cx="642000" cy="326800"/>
          </a:xfrm>
          <a:prstGeom prst="rect">
            <a:avLst/>
          </a:prstGeom>
        </p:spPr>
        <p:txBody>
          <a:bodyPr spcFirstLastPara="1" vert="horz" wrap="square" lIns="0" tIns="0" rIns="0" bIns="0" rtlCol="0" anchor="b" anchorCtr="0">
            <a:noAutofit/>
          </a:bodyPr>
          <a:lstStyle/>
          <a:p>
            <a:pPr algn="l"/>
            <a:fld id="{00000000-1234-1234-1234-123412341234}" type="slidenum">
              <a:rPr lang="en"/>
              <a:pPr algn="l"/>
              <a:t>11</a:t>
            </a:fld>
            <a:endParaRPr/>
          </a:p>
        </p:txBody>
      </p:sp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9877" y="3642597"/>
            <a:ext cx="3829052" cy="2916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6633" y="-21325"/>
            <a:ext cx="7315200" cy="2419200"/>
          </a:xfrm>
        </p:spPr>
        <p:txBody>
          <a:bodyPr/>
          <a:lstStyle/>
          <a:p>
            <a:r>
              <a:rPr lang="en-US" dirty="0"/>
              <a:t>Formal Dressing for Men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-142240" y="2693592"/>
            <a:ext cx="12334240" cy="3865341"/>
          </a:xfrm>
        </p:spPr>
        <p:txBody>
          <a:bodyPr/>
          <a:lstStyle/>
          <a:p>
            <a:r>
              <a:rPr lang="en-US" sz="2400" dirty="0"/>
              <a:t>For dress shirts, prefer plain and decent </a:t>
            </a:r>
            <a:r>
              <a:rPr lang="en-US" sz="2400" dirty="0" err="1"/>
              <a:t>colours</a:t>
            </a:r>
            <a:r>
              <a:rPr lang="en-US" sz="2400" dirty="0"/>
              <a:t> like light tones of blue and beige</a:t>
            </a:r>
          </a:p>
          <a:p>
            <a:r>
              <a:rPr lang="en-US" sz="2400" dirty="0"/>
              <a:t>Wear black or dark </a:t>
            </a:r>
            <a:r>
              <a:rPr lang="en-US" sz="2400" dirty="0" err="1"/>
              <a:t>coloured</a:t>
            </a:r>
            <a:r>
              <a:rPr lang="en-US" sz="2400" dirty="0"/>
              <a:t> trousers matching with the socks</a:t>
            </a:r>
          </a:p>
          <a:p>
            <a:r>
              <a:rPr lang="en-US" sz="2400" dirty="0"/>
              <a:t>The tie should be darker than the shirt and match with the suit.</a:t>
            </a:r>
          </a:p>
          <a:p>
            <a:r>
              <a:rPr lang="en-US" sz="2400" dirty="0"/>
              <a:t>Do not pick ties with loud </a:t>
            </a:r>
            <a:r>
              <a:rPr lang="en-US" sz="2400" dirty="0" err="1"/>
              <a:t>colours</a:t>
            </a:r>
            <a:r>
              <a:rPr lang="en-US" sz="2400" dirty="0"/>
              <a:t> and patterns</a:t>
            </a:r>
          </a:p>
          <a:p>
            <a:r>
              <a:rPr lang="en-US" sz="2400" dirty="0"/>
              <a:t>The belt should also match with the shoes.</a:t>
            </a:r>
          </a:p>
          <a:p>
            <a:r>
              <a:rPr lang="en-US" sz="2400" dirty="0"/>
              <a:t>Also the metal of the buckle of a belt, tie bar and the cufflinks must coordinate.</a:t>
            </a:r>
          </a:p>
          <a:p>
            <a:r>
              <a:rPr lang="en-US" sz="2400" dirty="0"/>
              <a:t>Cufflinks, tie bar and wrist watch add a more formal look to the dressing.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l"/>
            <a:fld id="{00000000-1234-1234-1234-123412341234}" type="slidenum">
              <a:rPr lang="en" smtClean="0"/>
              <a:pPr algn="l"/>
              <a:t>12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0815234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Image result for OFFICE WEAR FOR MEN PAKISTAN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91" r="11281"/>
          <a:stretch/>
        </p:blipFill>
        <p:spPr bwMode="auto">
          <a:xfrm>
            <a:off x="2016621" y="1100593"/>
            <a:ext cx="1989785" cy="4702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r="32844" b="50047"/>
          <a:stretch/>
        </p:blipFill>
        <p:spPr>
          <a:xfrm>
            <a:off x="6315221" y="1184073"/>
            <a:ext cx="4352779" cy="431702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6403" y="2559664"/>
            <a:ext cx="2308820" cy="3243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35828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Formal Dressing for Women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5634" y="2666195"/>
            <a:ext cx="11236767" cy="3892739"/>
          </a:xfrm>
        </p:spPr>
        <p:txBody>
          <a:bodyPr/>
          <a:lstStyle/>
          <a:p>
            <a:r>
              <a:rPr lang="en-US" sz="2400" dirty="0"/>
              <a:t>Choose small design prints or plain suits with decent and soft </a:t>
            </a:r>
            <a:r>
              <a:rPr lang="en-US" sz="2400" dirty="0" err="1"/>
              <a:t>colour</a:t>
            </a:r>
            <a:r>
              <a:rPr lang="en-US" sz="2400" dirty="0"/>
              <a:t> shades.</a:t>
            </a:r>
          </a:p>
          <a:p>
            <a:r>
              <a:rPr lang="en-US" sz="2400" dirty="0"/>
              <a:t>Avoid sharp bright </a:t>
            </a:r>
            <a:r>
              <a:rPr lang="en-US" sz="2400" dirty="0" err="1"/>
              <a:t>colours</a:t>
            </a:r>
            <a:r>
              <a:rPr lang="en-US" sz="2400" dirty="0"/>
              <a:t>.</a:t>
            </a:r>
          </a:p>
          <a:p>
            <a:r>
              <a:rPr lang="en-US" sz="2400" dirty="0"/>
              <a:t>Do not wear heavy jewelry.</a:t>
            </a:r>
          </a:p>
          <a:p>
            <a:r>
              <a:rPr lang="en-US" sz="2400" dirty="0"/>
              <a:t>Avoid pencil heels. Wear coat shoes or sandals.</a:t>
            </a:r>
          </a:p>
          <a:p>
            <a:r>
              <a:rPr lang="en-US" sz="2400" dirty="0"/>
              <a:t>Wear skin </a:t>
            </a:r>
            <a:r>
              <a:rPr lang="en-US" sz="2400" dirty="0" err="1"/>
              <a:t>coloured</a:t>
            </a:r>
            <a:r>
              <a:rPr lang="en-US" sz="2400" dirty="0"/>
              <a:t> socks if needed.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l"/>
            <a:fld id="{00000000-1234-1234-1234-123412341234}" type="slidenum">
              <a:rPr lang="en" smtClean="0"/>
              <a:pPr algn="l"/>
              <a:t>14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4992932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6"/>
          <p:cNvSpPr txBox="1">
            <a:spLocks noGrp="1"/>
          </p:cNvSpPr>
          <p:nvPr>
            <p:ph type="ctrTitle"/>
          </p:nvPr>
        </p:nvSpPr>
        <p:spPr>
          <a:xfrm>
            <a:off x="609600" y="1907933"/>
            <a:ext cx="9794240" cy="2823603"/>
          </a:xfrm>
          <a:prstGeom prst="rect">
            <a:avLst/>
          </a:prstGeom>
        </p:spPr>
        <p:txBody>
          <a:bodyPr spcFirstLastPara="1" vert="horz" wrap="square" lIns="0" tIns="0" rIns="0" bIns="0" rtlCol="0" anchor="ctr" anchorCtr="0">
            <a:noAutofit/>
          </a:bodyPr>
          <a:lstStyle/>
          <a:p>
            <a:r>
              <a:rPr lang="en" dirty="0"/>
              <a:t>Presentation Guidelines</a:t>
            </a:r>
            <a:endParaRPr dirty="0"/>
          </a:p>
        </p:txBody>
      </p:sp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6633" y="126533"/>
            <a:ext cx="7315200" cy="2419200"/>
          </a:xfrm>
        </p:spPr>
        <p:txBody>
          <a:bodyPr/>
          <a:lstStyle/>
          <a:p>
            <a:r>
              <a:rPr lang="en-US" dirty="0"/>
              <a:t>Presentation Guidelines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6634" y="2545733"/>
            <a:ext cx="11525367" cy="4921867"/>
          </a:xfrm>
        </p:spPr>
        <p:txBody>
          <a:bodyPr/>
          <a:lstStyle/>
          <a:p>
            <a:r>
              <a:rPr lang="en-US" sz="2400" dirty="0"/>
              <a:t>Know Your Listeners</a:t>
            </a:r>
          </a:p>
          <a:p>
            <a:r>
              <a:rPr lang="en-US" sz="2400" dirty="0"/>
              <a:t>Use the Preacher’s Maxim</a:t>
            </a:r>
            <a:r>
              <a:rPr lang="en-US" sz="1867" dirty="0"/>
              <a:t>: First you tell ’</a:t>
            </a:r>
            <a:r>
              <a:rPr lang="en-US" sz="1867" dirty="0" err="1"/>
              <a:t>em</a:t>
            </a:r>
            <a:r>
              <a:rPr lang="en-US" sz="1867" dirty="0"/>
              <a:t> what you’re </a:t>
            </a:r>
            <a:r>
              <a:rPr lang="en-US" sz="1867" dirty="0" err="1"/>
              <a:t>gonna</a:t>
            </a:r>
            <a:r>
              <a:rPr lang="en-US" sz="1867" dirty="0"/>
              <a:t> tell ’</a:t>
            </a:r>
            <a:r>
              <a:rPr lang="en-US" sz="1867" dirty="0" err="1"/>
              <a:t>em</a:t>
            </a:r>
            <a:r>
              <a:rPr lang="en-US" sz="1867" dirty="0"/>
              <a:t>, then you tell ’</a:t>
            </a:r>
            <a:r>
              <a:rPr lang="en-US" sz="1867" dirty="0" err="1"/>
              <a:t>em</a:t>
            </a:r>
            <a:r>
              <a:rPr lang="en-US" sz="1867" dirty="0"/>
              <a:t>, and then you tell ’</a:t>
            </a:r>
            <a:r>
              <a:rPr lang="en-US" sz="1867" dirty="0" err="1"/>
              <a:t>em</a:t>
            </a:r>
            <a:r>
              <a:rPr lang="en-US" sz="1867" dirty="0"/>
              <a:t> what you told ’</a:t>
            </a:r>
            <a:r>
              <a:rPr lang="en-US" sz="1867" dirty="0" err="1"/>
              <a:t>em</a:t>
            </a:r>
            <a:r>
              <a:rPr lang="en-US" sz="1867" dirty="0"/>
              <a:t>.</a:t>
            </a:r>
          </a:p>
          <a:p>
            <a:r>
              <a:rPr lang="en-US" sz="2400" dirty="0"/>
              <a:t>Stick to a Few Main Points</a:t>
            </a:r>
          </a:p>
          <a:p>
            <a:r>
              <a:rPr lang="en-US" sz="2400" dirty="0"/>
              <a:t>Put Your Outline on Cards or Paper</a:t>
            </a:r>
          </a:p>
          <a:p>
            <a:r>
              <a:rPr lang="en-US" sz="2400" dirty="0"/>
              <a:t>Practice, Practice, Practice</a:t>
            </a:r>
          </a:p>
          <a:p>
            <a:r>
              <a:rPr lang="en-US" sz="2400" dirty="0"/>
              <a:t>Speak Vigorously and Deliberately</a:t>
            </a:r>
          </a:p>
          <a:p>
            <a:r>
              <a:rPr lang="en-US" sz="2400" dirty="0"/>
              <a:t>Maintain Eye Contact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l"/>
            <a:fld id="{00000000-1234-1234-1234-123412341234}" type="slidenum">
              <a:rPr lang="en" smtClean="0"/>
              <a:pPr algn="l"/>
              <a:t>16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9002443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l"/>
            <a:fld id="{00000000-1234-1234-1234-123412341234}" type="slidenum">
              <a:rPr lang="en" smtClean="0"/>
              <a:pPr algn="l"/>
              <a:t>17</a:t>
            </a:fld>
            <a:endParaRPr lang="e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074" y="2275930"/>
            <a:ext cx="10994423" cy="4119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6724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6633" y="126533"/>
            <a:ext cx="7315200" cy="2419200"/>
          </a:xfrm>
        </p:spPr>
        <p:txBody>
          <a:bodyPr/>
          <a:lstStyle/>
          <a:p>
            <a:r>
              <a:rPr lang="en-US" dirty="0"/>
              <a:t>Presentation Guidelines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5634" y="2545733"/>
            <a:ext cx="11846367" cy="4921867"/>
          </a:xfrm>
        </p:spPr>
        <p:txBody>
          <a:bodyPr/>
          <a:lstStyle/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Use Appropriate Gestures and Posture</a:t>
            </a:r>
          </a:p>
          <a:p>
            <a:r>
              <a:rPr lang="en-US" sz="2400" dirty="0"/>
              <a:t>Avoid Filler Words (</a:t>
            </a:r>
            <a:r>
              <a:rPr lang="en-US" sz="2400" dirty="0" err="1"/>
              <a:t>uhhhhh</a:t>
            </a:r>
            <a:r>
              <a:rPr lang="en-US" sz="2400" dirty="0"/>
              <a:t> … </a:t>
            </a:r>
            <a:r>
              <a:rPr lang="en-US" sz="2400" dirty="0" err="1"/>
              <a:t>ya</a:t>
            </a:r>
            <a:r>
              <a:rPr lang="en-US" sz="2400" dirty="0"/>
              <a:t> know …OK … well … uh … like … I mean … umm …)</a:t>
            </a:r>
          </a:p>
          <a:p>
            <a:r>
              <a:rPr lang="en-US" sz="2400" dirty="0"/>
              <a:t>Use Rhetorical Questions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18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2453096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6634" y="-335921"/>
            <a:ext cx="9192071" cy="2419200"/>
          </a:xfrm>
        </p:spPr>
        <p:txBody>
          <a:bodyPr/>
          <a:lstStyle/>
          <a:p>
            <a:r>
              <a:rPr lang="en-US" dirty="0"/>
              <a:t>Sample Presentation Structure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1352550"/>
            <a:ext cx="12192000" cy="5042983"/>
          </a:xfrm>
        </p:spPr>
        <p:txBody>
          <a:bodyPr>
            <a:normAutofit/>
          </a:bodyPr>
          <a:lstStyle/>
          <a:p>
            <a:r>
              <a:rPr lang="en-US" b="1" dirty="0"/>
              <a:t>Introduction: </a:t>
            </a:r>
            <a:r>
              <a:rPr lang="en-US" dirty="0"/>
              <a:t>“Last year, Jones Engineering had 56 percent more field accidents than the year before. This morning, I’ll examine a proposed safety plan that aims to solve this problem. My presentation will focus on three main benefits of the new plan: lower insurance premiums, less lost time from accidents, and better morale among the employees.”</a:t>
            </a:r>
          </a:p>
          <a:p>
            <a:r>
              <a:rPr lang="en-US" b="1" dirty="0"/>
              <a:t>Body: </a:t>
            </a:r>
            <a:r>
              <a:rPr lang="en-US" dirty="0"/>
              <a:t>“The final benefit of the new safety plan will be improved morale among the field workers at all our job sites.”</a:t>
            </a:r>
          </a:p>
          <a:p>
            <a:r>
              <a:rPr lang="en-US" b="1" dirty="0"/>
              <a:t>Conclusion: </a:t>
            </a:r>
            <a:r>
              <a:rPr lang="en-US" dirty="0"/>
              <a:t>“Jones Engineering can benefit from this new safety plan in three main ways.…If Jones implements the new plan next month, I believe you will see a dramatic reduction in on-site accidents during the second half of the year.”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19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9604262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-133"/>
            <a:ext cx="7648007" cy="2419200"/>
          </a:xfrm>
        </p:spPr>
        <p:txBody>
          <a:bodyPr/>
          <a:lstStyle/>
          <a:p>
            <a:r>
              <a:rPr lang="en-US" dirty="0"/>
              <a:t>The Do’s and the Don’ts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5634" y="2545733"/>
            <a:ext cx="7246333" cy="4022000"/>
          </a:xfrm>
        </p:spPr>
        <p:txBody>
          <a:bodyPr/>
          <a:lstStyle/>
          <a:p>
            <a:r>
              <a:rPr lang="en-US" dirty="0"/>
              <a:t>Allow plenty of time to prepare your talk</a:t>
            </a:r>
          </a:p>
          <a:p>
            <a:r>
              <a:rPr lang="en-US" dirty="0"/>
              <a:t> Practice!</a:t>
            </a:r>
          </a:p>
          <a:p>
            <a:r>
              <a:rPr lang="en-US" dirty="0"/>
              <a:t> Know your audience</a:t>
            </a:r>
          </a:p>
          <a:p>
            <a:r>
              <a:rPr lang="en-US" dirty="0"/>
              <a:t> Use appropriate graphics</a:t>
            </a:r>
          </a:p>
          <a:p>
            <a:r>
              <a:rPr lang="en-US" dirty="0"/>
              <a:t> Clarity, clarity, clarity</a:t>
            </a:r>
          </a:p>
          <a:p>
            <a:r>
              <a:rPr lang="en-US" dirty="0"/>
              <a:t> Keep your time</a:t>
            </a:r>
          </a:p>
          <a:p>
            <a:r>
              <a:rPr lang="en-US" dirty="0"/>
              <a:t> Be personable in taking questions</a:t>
            </a:r>
          </a:p>
          <a:p>
            <a:r>
              <a:rPr lang="en-US" dirty="0"/>
              <a:t> Enjoy and learn from your mistakes</a:t>
            </a:r>
          </a:p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7335522" y="2419067"/>
            <a:ext cx="4856479" cy="4260947"/>
          </a:xfrm>
        </p:spPr>
        <p:txBody>
          <a:bodyPr/>
          <a:lstStyle/>
          <a:p>
            <a:r>
              <a:rPr lang="en-US" dirty="0"/>
              <a:t>Don’t put in too much material</a:t>
            </a:r>
          </a:p>
          <a:p>
            <a:r>
              <a:rPr lang="en-US" dirty="0"/>
              <a:t> Don’t waste time at the start</a:t>
            </a:r>
          </a:p>
          <a:p>
            <a:r>
              <a:rPr lang="en-US" dirty="0"/>
              <a:t> Don’t block the slides during the talk</a:t>
            </a:r>
          </a:p>
          <a:p>
            <a:r>
              <a:rPr lang="en-US" dirty="0"/>
              <a:t> Avoid making distracting sounds</a:t>
            </a:r>
          </a:p>
          <a:p>
            <a:r>
              <a:rPr lang="en-US" dirty="0"/>
              <a:t> Engage your audience</a:t>
            </a: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20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8508244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712" y="-519635"/>
            <a:ext cx="2721475" cy="2890876"/>
          </a:xfrm>
        </p:spPr>
        <p:txBody>
          <a:bodyPr/>
          <a:lstStyle/>
          <a:p>
            <a:r>
              <a:rPr lang="en-US" dirty="0"/>
              <a:t>Audio-visual Aids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21</a:t>
            </a:fld>
            <a:endParaRPr lang="e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lum bright="-20000" contrast="40000"/>
          </a:blip>
          <a:stretch>
            <a:fillRect/>
          </a:stretch>
        </p:blipFill>
        <p:spPr>
          <a:xfrm>
            <a:off x="2746761" y="1"/>
            <a:ext cx="951405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6653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Presentation Graphics Guidelines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0" y="1869748"/>
            <a:ext cx="8879840" cy="5643227"/>
          </a:xfrm>
        </p:spPr>
        <p:txBody>
          <a:bodyPr/>
          <a:lstStyle/>
          <a:p>
            <a:r>
              <a:rPr lang="en-US" dirty="0"/>
              <a:t>Discover listener preferences</a:t>
            </a:r>
          </a:p>
          <a:p>
            <a:r>
              <a:rPr lang="en-US" dirty="0"/>
              <a:t>Match the graphics to the content</a:t>
            </a:r>
          </a:p>
          <a:p>
            <a:r>
              <a:rPr lang="en-US" dirty="0"/>
              <a:t>Consider alternatives to bulleted lists</a:t>
            </a:r>
          </a:p>
          <a:p>
            <a:r>
              <a:rPr lang="en-US" dirty="0"/>
              <a:t>Use colors carefully</a:t>
            </a:r>
          </a:p>
          <a:p>
            <a:r>
              <a:rPr lang="en-US" dirty="0"/>
              <a:t>Learn the tools available to you</a:t>
            </a:r>
          </a:p>
          <a:p>
            <a:r>
              <a:rPr lang="en-US" dirty="0"/>
              <a:t>Leave graphics up long enough</a:t>
            </a:r>
          </a:p>
          <a:p>
            <a:r>
              <a:rPr lang="en-US" dirty="0"/>
              <a:t>Use handouts when necessary</a:t>
            </a:r>
          </a:p>
          <a:p>
            <a:r>
              <a:rPr lang="en-US" dirty="0"/>
              <a:t>Maintain eye contact while using graphics</a:t>
            </a:r>
          </a:p>
          <a:p>
            <a:r>
              <a:rPr lang="en-US" dirty="0"/>
              <a:t>Plan for technology to fail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22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2025175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 Guidelines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6167" y="2545733"/>
            <a:ext cx="9408160" cy="3686400"/>
          </a:xfrm>
        </p:spPr>
        <p:txBody>
          <a:bodyPr/>
          <a:lstStyle/>
          <a:p>
            <a:r>
              <a:rPr lang="en-US" sz="2667" dirty="0"/>
              <a:t>Use Text Sparingly</a:t>
            </a:r>
          </a:p>
          <a:p>
            <a:r>
              <a:rPr lang="en-US" sz="2667" dirty="0"/>
              <a:t>No more than 5 bullet points per slide</a:t>
            </a:r>
          </a:p>
          <a:p>
            <a:r>
              <a:rPr lang="en-US" sz="2667" dirty="0"/>
              <a:t>Use READABLE fonts</a:t>
            </a:r>
          </a:p>
          <a:p>
            <a:r>
              <a:rPr lang="en-US" sz="2667" dirty="0"/>
              <a:t>Use </a:t>
            </a:r>
            <a:r>
              <a:rPr lang="en-US" sz="2667" dirty="0" err="1">
                <a:solidFill>
                  <a:srgbClr val="FF0000"/>
                </a:solidFill>
              </a:rPr>
              <a:t>colour</a:t>
            </a:r>
            <a:r>
              <a:rPr lang="en-US" sz="2667" dirty="0"/>
              <a:t> for emphasis</a:t>
            </a:r>
          </a:p>
          <a:p>
            <a:r>
              <a:rPr lang="en-US" sz="2667" dirty="0"/>
              <a:t>Use contrasting background and text</a:t>
            </a:r>
          </a:p>
          <a:p>
            <a:r>
              <a:rPr lang="en-US" sz="2667" dirty="0"/>
              <a:t>Check for spelling and grammatical errors</a:t>
            </a:r>
          </a:p>
          <a:p>
            <a:r>
              <a:rPr lang="en-US" sz="2667" dirty="0"/>
              <a:t>Never use all capitals; harder to read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23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4114497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Media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7635" y="2945930"/>
            <a:ext cx="10959100" cy="3824244"/>
          </a:xfrm>
        </p:spPr>
        <p:txBody>
          <a:bodyPr/>
          <a:lstStyle/>
          <a:p>
            <a:r>
              <a:rPr lang="en-US" sz="2667" dirty="0"/>
              <a:t>Use appropriate media elements</a:t>
            </a:r>
          </a:p>
          <a:p>
            <a:r>
              <a:rPr lang="en-US" sz="2667" dirty="0"/>
              <a:t>Use readable graphs/tables</a:t>
            </a:r>
          </a:p>
          <a:p>
            <a:r>
              <a:rPr lang="en-US" sz="2667" dirty="0"/>
              <a:t>Avoid using pictures/ sounds that distract</a:t>
            </a:r>
          </a:p>
          <a:p>
            <a:r>
              <a:rPr lang="en-US" sz="2667" dirty="0"/>
              <a:t>Beware of copyrighted materials – mention sources</a:t>
            </a:r>
          </a:p>
          <a:p>
            <a:r>
              <a:rPr lang="en-US" sz="2667" dirty="0"/>
              <a:t>Don’t SAY it </a:t>
            </a:r>
            <a:r>
              <a:rPr lang="en-US" sz="2667" dirty="0">
                <a:solidFill>
                  <a:srgbClr val="FF0000"/>
                </a:solidFill>
              </a:rPr>
              <a:t>SHOW</a:t>
            </a:r>
            <a:r>
              <a:rPr lang="en-US" sz="2667" dirty="0"/>
              <a:t> it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24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0745974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Handling Questions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7635" y="2696421"/>
            <a:ext cx="11236767" cy="2331067"/>
          </a:xfrm>
        </p:spPr>
        <p:txBody>
          <a:bodyPr>
            <a:normAutofit fontScale="92500" lnSpcReduction="10000"/>
          </a:bodyPr>
          <a:lstStyle/>
          <a:p>
            <a:r>
              <a:rPr lang="en-US" sz="2667" dirty="0"/>
              <a:t>Paraphrase questions</a:t>
            </a:r>
          </a:p>
          <a:p>
            <a:pPr marL="711165" lvl="1" indent="0">
              <a:buNone/>
            </a:pPr>
            <a:r>
              <a:rPr lang="en-US" sz="2667" dirty="0"/>
              <a:t>1. so that other people hear the question</a:t>
            </a:r>
          </a:p>
          <a:p>
            <a:pPr marL="711165" lvl="1" indent="0">
              <a:buNone/>
            </a:pPr>
            <a:r>
              <a:rPr lang="en-US" sz="2667" dirty="0"/>
              <a:t>2. to check you understand the questions</a:t>
            </a:r>
          </a:p>
          <a:p>
            <a:r>
              <a:rPr lang="en-US" sz="2667" dirty="0"/>
              <a:t>If you don’t know the answer, say so.</a:t>
            </a:r>
          </a:p>
          <a:p>
            <a:r>
              <a:rPr lang="en-US" sz="2667" dirty="0"/>
              <a:t>Offer to find out.</a:t>
            </a:r>
          </a:p>
          <a:p>
            <a:r>
              <a:rPr lang="en-US" sz="2667" dirty="0"/>
              <a:t>Ask the audience.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25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9538011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Conflict Resolution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" y="2796347"/>
            <a:ext cx="7591967" cy="4022000"/>
          </a:xfrm>
        </p:spPr>
        <p:txBody>
          <a:bodyPr/>
          <a:lstStyle/>
          <a:p>
            <a:pPr marL="152392" indent="0">
              <a:buNone/>
            </a:pPr>
            <a:r>
              <a:rPr lang="en-US" b="1" dirty="0"/>
              <a:t>A listener who disagrees - try these responses:</a:t>
            </a:r>
          </a:p>
          <a:p>
            <a:r>
              <a:rPr lang="en-US" dirty="0"/>
              <a:t>That is an interesting perspective</a:t>
            </a:r>
          </a:p>
          <a:p>
            <a:r>
              <a:rPr lang="en-US" dirty="0"/>
              <a:t>Thanks for your input</a:t>
            </a:r>
          </a:p>
          <a:p>
            <a:r>
              <a:rPr lang="en-US" dirty="0"/>
              <a:t>Let me think about that some more and get back to you</a:t>
            </a:r>
          </a:p>
          <a:p>
            <a:r>
              <a:rPr lang="en-US" dirty="0"/>
              <a:t>I have several more ideas to share. We could talk about that point later, during a break</a:t>
            </a:r>
          </a:p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7591968" y="2613788"/>
            <a:ext cx="4600032" cy="4244213"/>
          </a:xfrm>
        </p:spPr>
        <p:txBody>
          <a:bodyPr/>
          <a:lstStyle/>
          <a:p>
            <a:pPr marL="152392" indent="0">
              <a:buNone/>
            </a:pPr>
            <a:r>
              <a:rPr lang="en-US" b="1" dirty="0"/>
              <a:t>If you are confronted with a challenge</a:t>
            </a:r>
          </a:p>
          <a:p>
            <a:r>
              <a:rPr lang="en-US" dirty="0"/>
              <a:t>Put it off until later</a:t>
            </a:r>
          </a:p>
          <a:p>
            <a:r>
              <a:rPr lang="en-US" dirty="0"/>
              <a:t>Let the situation diffuse</a:t>
            </a:r>
          </a:p>
          <a:p>
            <a:r>
              <a:rPr lang="en-US" dirty="0"/>
              <a:t>Give yourself some time to think about it</a:t>
            </a:r>
          </a:p>
          <a:p>
            <a:r>
              <a:rPr lang="en-US" dirty="0"/>
              <a:t>Give the person time to cool off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26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00778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Overcoming Nervousness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4068568" y="2069475"/>
            <a:ext cx="7754837" cy="4788527"/>
          </a:xfrm>
        </p:spPr>
        <p:txBody>
          <a:bodyPr>
            <a:normAutofit/>
          </a:bodyPr>
          <a:lstStyle/>
          <a:p>
            <a:r>
              <a:rPr lang="en-US" dirty="0"/>
              <a:t>Know your speech</a:t>
            </a:r>
          </a:p>
          <a:p>
            <a:r>
              <a:rPr lang="en-US" dirty="0"/>
              <a:t>Prepare yourself physically</a:t>
            </a:r>
          </a:p>
          <a:p>
            <a:r>
              <a:rPr lang="en-US" dirty="0"/>
              <a:t>Picture yourself giving a great presentation</a:t>
            </a:r>
          </a:p>
          <a:p>
            <a:r>
              <a:rPr lang="en-US" dirty="0"/>
              <a:t>Arrange the room as you want it</a:t>
            </a:r>
          </a:p>
          <a:p>
            <a:r>
              <a:rPr lang="en-US" dirty="0"/>
              <a:t>Have a glass of water nearby</a:t>
            </a:r>
          </a:p>
          <a:p>
            <a:r>
              <a:rPr lang="en-US" dirty="0"/>
              <a:t>Engage in casual banter before the speech</a:t>
            </a:r>
          </a:p>
          <a:p>
            <a:r>
              <a:rPr lang="en-US" dirty="0"/>
              <a:t>Remember that you are the expert</a:t>
            </a:r>
          </a:p>
          <a:p>
            <a:r>
              <a:rPr lang="en-US" dirty="0"/>
              <a:t>Do not admit nervousness to the audience</a:t>
            </a:r>
          </a:p>
          <a:p>
            <a:r>
              <a:rPr lang="en-US" dirty="0"/>
              <a:t>Slow down</a:t>
            </a:r>
          </a:p>
          <a:p>
            <a:r>
              <a:rPr lang="en-US" dirty="0"/>
              <a:t>Join a speaking organization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27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37461884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394" y="-514853"/>
            <a:ext cx="10281727" cy="2419200"/>
          </a:xfrm>
        </p:spPr>
        <p:txBody>
          <a:bodyPr/>
          <a:lstStyle/>
          <a:p>
            <a:r>
              <a:rPr lang="en-US" dirty="0"/>
              <a:t>Common Pitfalls in Oral Presentations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28</a:t>
            </a:fld>
            <a:endParaRPr lang="en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lum bright="-20000" contrast="40000"/>
          </a:blip>
          <a:stretch>
            <a:fillRect/>
          </a:stretch>
        </p:blipFill>
        <p:spPr>
          <a:xfrm>
            <a:off x="646894" y="1380920"/>
            <a:ext cx="11727988" cy="5477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3784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1004</Words>
  <Application>Microsoft Office PowerPoint</Application>
  <PresentationFormat>Widescreen</PresentationFormat>
  <Paragraphs>176</Paragraphs>
  <Slides>28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Arial</vt:lpstr>
      <vt:lpstr>Calibri</vt:lpstr>
      <vt:lpstr>Calibri Light</vt:lpstr>
      <vt:lpstr>Chivo</vt:lpstr>
      <vt:lpstr>Office Theme</vt:lpstr>
      <vt:lpstr>PowerPoint Presentation</vt:lpstr>
      <vt:lpstr>PowerPoint Presentation</vt:lpstr>
      <vt:lpstr>Presentation Skills</vt:lpstr>
      <vt:lpstr>PowerPoint Presentation</vt:lpstr>
      <vt:lpstr>Structuring your content</vt:lpstr>
      <vt:lpstr>Classification</vt:lpstr>
      <vt:lpstr>Common Presentation Situations</vt:lpstr>
      <vt:lpstr>Make your Body language work for you</vt:lpstr>
      <vt:lpstr>PowerPoint Presentation</vt:lpstr>
      <vt:lpstr>PowerPoint Presentation</vt:lpstr>
      <vt:lpstr>Feel Confident from Inside</vt:lpstr>
      <vt:lpstr>Formal Dressing for Men</vt:lpstr>
      <vt:lpstr>PowerPoint Presentation</vt:lpstr>
      <vt:lpstr>Formal Dressing for Women</vt:lpstr>
      <vt:lpstr>Presentation Guidelines</vt:lpstr>
      <vt:lpstr>Presentation Guidelines</vt:lpstr>
      <vt:lpstr>PowerPoint Presentation</vt:lpstr>
      <vt:lpstr>Presentation Guidelines</vt:lpstr>
      <vt:lpstr>Sample Presentation Structure</vt:lpstr>
      <vt:lpstr>The Do’s and the Don’ts</vt:lpstr>
      <vt:lpstr>Audio-visual Aids</vt:lpstr>
      <vt:lpstr>Presentation Graphics Guidelines</vt:lpstr>
      <vt:lpstr>Text Guidelines</vt:lpstr>
      <vt:lpstr>Media</vt:lpstr>
      <vt:lpstr>Handling Questions</vt:lpstr>
      <vt:lpstr>Conflict Resolution </vt:lpstr>
      <vt:lpstr>Overcoming Nervousness</vt:lpstr>
      <vt:lpstr>Common Pitfalls in Oral Presentations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H.I. Butt</dc:creator>
  <cp:lastModifiedBy>H.I. Butt</cp:lastModifiedBy>
  <cp:revision>2</cp:revision>
  <dcterms:created xsi:type="dcterms:W3CDTF">2021-11-19T08:34:06Z</dcterms:created>
  <dcterms:modified xsi:type="dcterms:W3CDTF">2024-11-17T13:00:40Z</dcterms:modified>
</cp:coreProperties>
</file>