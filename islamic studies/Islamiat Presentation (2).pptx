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2862D6-6CE8-48CD-A1DF-264FDA9DC607}" v="442" dt="2022-12-04T15:22:33.697"/>
    <p1510:client id="{B60186E0-6B25-40E2-AE20-392F4C052998}" v="4" dt="2022-12-04T15:25:53.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2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ail Shahid" userId="43bfa983f043e0b6" providerId="Windows Live" clId="Web-{2B2862D6-6CE8-48CD-A1DF-264FDA9DC607}"/>
    <pc:docChg chg="addSld delSld modSld addMainMaster delMainMaster">
      <pc:chgData name="Roail Shahid" userId="43bfa983f043e0b6" providerId="Windows Live" clId="Web-{2B2862D6-6CE8-48CD-A1DF-264FDA9DC607}" dt="2022-12-04T15:22:31.634" v="456" actId="20577"/>
      <pc:docMkLst>
        <pc:docMk/>
      </pc:docMkLst>
      <pc:sldChg chg="addSp delSp modSp mod setBg modClrScheme setClrOvrMap delDesignElem chgLayout">
        <pc:chgData name="Roail Shahid" userId="43bfa983f043e0b6" providerId="Windows Live" clId="Web-{2B2862D6-6CE8-48CD-A1DF-264FDA9DC607}" dt="2022-12-04T15:22:31.634" v="456" actId="20577"/>
        <pc:sldMkLst>
          <pc:docMk/>
          <pc:sldMk cId="109857222" sldId="256"/>
        </pc:sldMkLst>
        <pc:spChg chg="mod ord">
          <ac:chgData name="Roail Shahid" userId="43bfa983f043e0b6" providerId="Windows Live" clId="Web-{2B2862D6-6CE8-48CD-A1DF-264FDA9DC607}" dt="2022-12-04T14:35:05.410" v="132"/>
          <ac:spMkLst>
            <pc:docMk/>
            <pc:sldMk cId="109857222" sldId="256"/>
            <ac:spMk id="2" creationId="{00000000-0000-0000-0000-000000000000}"/>
          </ac:spMkLst>
        </pc:spChg>
        <pc:spChg chg="mod ord">
          <ac:chgData name="Roail Shahid" userId="43bfa983f043e0b6" providerId="Windows Live" clId="Web-{2B2862D6-6CE8-48CD-A1DF-264FDA9DC607}" dt="2022-12-04T15:22:31.634" v="456" actId="20577"/>
          <ac:spMkLst>
            <pc:docMk/>
            <pc:sldMk cId="109857222" sldId="256"/>
            <ac:spMk id="3" creationId="{00000000-0000-0000-0000-000000000000}"/>
          </ac:spMkLst>
        </pc:spChg>
        <pc:spChg chg="add del">
          <ac:chgData name="Roail Shahid" userId="43bfa983f043e0b6" providerId="Windows Live" clId="Web-{2B2862D6-6CE8-48CD-A1DF-264FDA9DC607}" dt="2022-12-04T14:34:48.862" v="129"/>
          <ac:spMkLst>
            <pc:docMk/>
            <pc:sldMk cId="109857222" sldId="256"/>
            <ac:spMk id="9" creationId="{4D88A92C-0BD1-4D13-9480-9CA5056B1076}"/>
          </ac:spMkLst>
        </pc:spChg>
        <pc:spChg chg="add del">
          <ac:chgData name="Roail Shahid" userId="43bfa983f043e0b6" providerId="Windows Live" clId="Web-{2B2862D6-6CE8-48CD-A1DF-264FDA9DC607}" dt="2022-12-04T14:34:48.862" v="129"/>
          <ac:spMkLst>
            <pc:docMk/>
            <pc:sldMk cId="109857222" sldId="256"/>
            <ac:spMk id="11" creationId="{F850E0BE-0A13-43E4-9007-A06960852F21}"/>
          </ac:spMkLst>
        </pc:spChg>
        <pc:spChg chg="add del">
          <ac:chgData name="Roail Shahid" userId="43bfa983f043e0b6" providerId="Windows Live" clId="Web-{2B2862D6-6CE8-48CD-A1DF-264FDA9DC607}" dt="2022-12-04T14:35:00.769" v="131"/>
          <ac:spMkLst>
            <pc:docMk/>
            <pc:sldMk cId="109857222" sldId="256"/>
            <ac:spMk id="13" creationId="{3E3D78ED-34B7-4F8E-8377-994DCAD3C852}"/>
          </ac:spMkLst>
        </pc:spChg>
        <pc:spChg chg="add del">
          <ac:chgData name="Roail Shahid" userId="43bfa983f043e0b6" providerId="Windows Live" clId="Web-{2B2862D6-6CE8-48CD-A1DF-264FDA9DC607}" dt="2022-12-04T14:35:00.769" v="131"/>
          <ac:spMkLst>
            <pc:docMk/>
            <pc:sldMk cId="109857222" sldId="256"/>
            <ac:spMk id="14" creationId="{9EB54D17-3792-403D-9127-495845021D2B}"/>
          </ac:spMkLst>
        </pc:spChg>
        <pc:spChg chg="add del">
          <ac:chgData name="Roail Shahid" userId="43bfa983f043e0b6" providerId="Windows Live" clId="Web-{2B2862D6-6CE8-48CD-A1DF-264FDA9DC607}" dt="2022-12-04T14:35:00.769" v="131"/>
          <ac:spMkLst>
            <pc:docMk/>
            <pc:sldMk cId="109857222" sldId="256"/>
            <ac:spMk id="19" creationId="{C07271E9-21F4-400B-84B6-052EAFCFE540}"/>
          </ac:spMkLst>
        </pc:spChg>
        <pc:grpChg chg="add del">
          <ac:chgData name="Roail Shahid" userId="43bfa983f043e0b6" providerId="Windows Live" clId="Web-{2B2862D6-6CE8-48CD-A1DF-264FDA9DC607}" dt="2022-12-04T14:35:00.769" v="131"/>
          <ac:grpSpMkLst>
            <pc:docMk/>
            <pc:sldMk cId="109857222" sldId="256"/>
            <ac:grpSpMk id="15" creationId="{A1527245-C5C2-4BD3-8317-C4D6D7A10213}"/>
          </ac:grpSpMkLst>
        </pc:grpChg>
        <pc:grpChg chg="add">
          <ac:chgData name="Roail Shahid" userId="43bfa983f043e0b6" providerId="Windows Live" clId="Web-{2B2862D6-6CE8-48CD-A1DF-264FDA9DC607}" dt="2022-12-04T14:35:05.410" v="132"/>
          <ac:grpSpMkLst>
            <pc:docMk/>
            <pc:sldMk cId="109857222" sldId="256"/>
            <ac:grpSpMk id="25" creationId="{503816F2-40D5-4C23-AF57-063E3923610A}"/>
          </ac:grpSpMkLst>
        </pc:grpChg>
        <pc:picChg chg="add del">
          <ac:chgData name="Roail Shahid" userId="43bfa983f043e0b6" providerId="Windows Live" clId="Web-{2B2862D6-6CE8-48CD-A1DF-264FDA9DC607}" dt="2022-12-04T14:34:48.862" v="129"/>
          <ac:picMkLst>
            <pc:docMk/>
            <pc:sldMk cId="109857222" sldId="256"/>
            <ac:picMk id="4" creationId="{B2E0837A-A542-6C01-86C9-F6AEC00FD246}"/>
          </ac:picMkLst>
        </pc:picChg>
        <pc:picChg chg="add mod">
          <ac:chgData name="Roail Shahid" userId="43bfa983f043e0b6" providerId="Windows Live" clId="Web-{2B2862D6-6CE8-48CD-A1DF-264FDA9DC607}" dt="2022-12-04T14:35:05.410" v="132"/>
          <ac:picMkLst>
            <pc:docMk/>
            <pc:sldMk cId="109857222" sldId="256"/>
            <ac:picMk id="20" creationId="{19941C1A-C4E2-4E89-19E5-048050430794}"/>
          </ac:picMkLst>
        </pc:picChg>
      </pc:sldChg>
      <pc:sldChg chg="modSp new">
        <pc:chgData name="Roail Shahid" userId="43bfa983f043e0b6" providerId="Windows Live" clId="Web-{2B2862D6-6CE8-48CD-A1DF-264FDA9DC607}" dt="2022-12-04T14:37:58.001" v="172" actId="20577"/>
        <pc:sldMkLst>
          <pc:docMk/>
          <pc:sldMk cId="899274346" sldId="257"/>
        </pc:sldMkLst>
        <pc:spChg chg="mod">
          <ac:chgData name="Roail Shahid" userId="43bfa983f043e0b6" providerId="Windows Live" clId="Web-{2B2862D6-6CE8-48CD-A1DF-264FDA9DC607}" dt="2022-12-04T14:36:39.917" v="161" actId="20577"/>
          <ac:spMkLst>
            <pc:docMk/>
            <pc:sldMk cId="899274346" sldId="257"/>
            <ac:spMk id="2" creationId="{DDCE383A-1506-75F3-46E0-EC2269E7B74B}"/>
          </ac:spMkLst>
        </pc:spChg>
        <pc:spChg chg="mod">
          <ac:chgData name="Roail Shahid" userId="43bfa983f043e0b6" providerId="Windows Live" clId="Web-{2B2862D6-6CE8-48CD-A1DF-264FDA9DC607}" dt="2022-12-04T14:37:58.001" v="172" actId="20577"/>
          <ac:spMkLst>
            <pc:docMk/>
            <pc:sldMk cId="899274346" sldId="257"/>
            <ac:spMk id="3" creationId="{CAF2A494-835E-231E-25F1-247D9CB94808}"/>
          </ac:spMkLst>
        </pc:spChg>
      </pc:sldChg>
      <pc:sldChg chg="modSp new">
        <pc:chgData name="Roail Shahid" userId="43bfa983f043e0b6" providerId="Windows Live" clId="Web-{2B2862D6-6CE8-48CD-A1DF-264FDA9DC607}" dt="2022-12-04T14:55:36.688" v="238" actId="20577"/>
        <pc:sldMkLst>
          <pc:docMk/>
          <pc:sldMk cId="2537898819" sldId="258"/>
        </pc:sldMkLst>
        <pc:spChg chg="mod">
          <ac:chgData name="Roail Shahid" userId="43bfa983f043e0b6" providerId="Windows Live" clId="Web-{2B2862D6-6CE8-48CD-A1DF-264FDA9DC607}" dt="2022-12-04T14:55:36.688" v="238" actId="20577"/>
          <ac:spMkLst>
            <pc:docMk/>
            <pc:sldMk cId="2537898819" sldId="258"/>
            <ac:spMk id="2" creationId="{F9AE0521-FE6D-6065-6B55-9943BBC706A6}"/>
          </ac:spMkLst>
        </pc:spChg>
        <pc:spChg chg="mod">
          <ac:chgData name="Roail Shahid" userId="43bfa983f043e0b6" providerId="Windows Live" clId="Web-{2B2862D6-6CE8-48CD-A1DF-264FDA9DC607}" dt="2022-12-04T14:39:47.571" v="178" actId="20577"/>
          <ac:spMkLst>
            <pc:docMk/>
            <pc:sldMk cId="2537898819" sldId="258"/>
            <ac:spMk id="3" creationId="{B33CF50C-8F8A-AD58-CAD8-307B63519DD2}"/>
          </ac:spMkLst>
        </pc:spChg>
      </pc:sldChg>
      <pc:sldChg chg="modSp new">
        <pc:chgData name="Roail Shahid" userId="43bfa983f043e0b6" providerId="Windows Live" clId="Web-{2B2862D6-6CE8-48CD-A1DF-264FDA9DC607}" dt="2022-12-04T15:19:53.857" v="454" actId="20577"/>
        <pc:sldMkLst>
          <pc:docMk/>
          <pc:sldMk cId="2477683922" sldId="259"/>
        </pc:sldMkLst>
        <pc:spChg chg="mod">
          <ac:chgData name="Roail Shahid" userId="43bfa983f043e0b6" providerId="Windows Live" clId="Web-{2B2862D6-6CE8-48CD-A1DF-264FDA9DC607}" dt="2022-12-04T14:55:27.078" v="236" actId="20577"/>
          <ac:spMkLst>
            <pc:docMk/>
            <pc:sldMk cId="2477683922" sldId="259"/>
            <ac:spMk id="2" creationId="{811DE96E-7499-E711-2F6B-1F2F91EC1872}"/>
          </ac:spMkLst>
        </pc:spChg>
        <pc:spChg chg="mod">
          <ac:chgData name="Roail Shahid" userId="43bfa983f043e0b6" providerId="Windows Live" clId="Web-{2B2862D6-6CE8-48CD-A1DF-264FDA9DC607}" dt="2022-12-04T15:19:53.857" v="454" actId="20577"/>
          <ac:spMkLst>
            <pc:docMk/>
            <pc:sldMk cId="2477683922" sldId="259"/>
            <ac:spMk id="3" creationId="{D52C293A-4441-B637-BBD9-F2479024FACE}"/>
          </ac:spMkLst>
        </pc:spChg>
      </pc:sldChg>
      <pc:sldChg chg="modSp new">
        <pc:chgData name="Roail Shahid" userId="43bfa983f043e0b6" providerId="Windows Live" clId="Web-{2B2862D6-6CE8-48CD-A1DF-264FDA9DC607}" dt="2022-12-04T14:55:23.656" v="235" actId="20577"/>
        <pc:sldMkLst>
          <pc:docMk/>
          <pc:sldMk cId="1395335846" sldId="260"/>
        </pc:sldMkLst>
        <pc:spChg chg="mod">
          <ac:chgData name="Roail Shahid" userId="43bfa983f043e0b6" providerId="Windows Live" clId="Web-{2B2862D6-6CE8-48CD-A1DF-264FDA9DC607}" dt="2022-12-04T14:55:23.656" v="235" actId="20577"/>
          <ac:spMkLst>
            <pc:docMk/>
            <pc:sldMk cId="1395335846" sldId="260"/>
            <ac:spMk id="2" creationId="{63369363-A1AD-48CA-FB1B-E1B4395AD677}"/>
          </ac:spMkLst>
        </pc:spChg>
        <pc:spChg chg="mod">
          <ac:chgData name="Roail Shahid" userId="43bfa983f043e0b6" providerId="Windows Live" clId="Web-{2B2862D6-6CE8-48CD-A1DF-264FDA9DC607}" dt="2022-12-04T14:52:16.158" v="231" actId="20577"/>
          <ac:spMkLst>
            <pc:docMk/>
            <pc:sldMk cId="1395335846" sldId="260"/>
            <ac:spMk id="3" creationId="{C1484E1C-4D37-800B-F93C-E8956162CCBA}"/>
          </ac:spMkLst>
        </pc:spChg>
      </pc:sldChg>
      <pc:sldChg chg="modSp new">
        <pc:chgData name="Roail Shahid" userId="43bfa983f043e0b6" providerId="Windows Live" clId="Web-{2B2862D6-6CE8-48CD-A1DF-264FDA9DC607}" dt="2022-12-04T14:58:31.872" v="260" actId="20577"/>
        <pc:sldMkLst>
          <pc:docMk/>
          <pc:sldMk cId="2527167542" sldId="261"/>
        </pc:sldMkLst>
        <pc:spChg chg="mod">
          <ac:chgData name="Roail Shahid" userId="43bfa983f043e0b6" providerId="Windows Live" clId="Web-{2B2862D6-6CE8-48CD-A1DF-264FDA9DC607}" dt="2022-12-04T14:53:01.161" v="234" actId="20577"/>
          <ac:spMkLst>
            <pc:docMk/>
            <pc:sldMk cId="2527167542" sldId="261"/>
            <ac:spMk id="2" creationId="{8ABB4AEE-0286-A341-36CE-D7E35D661076}"/>
          </ac:spMkLst>
        </pc:spChg>
        <pc:spChg chg="mod">
          <ac:chgData name="Roail Shahid" userId="43bfa983f043e0b6" providerId="Windows Live" clId="Web-{2B2862D6-6CE8-48CD-A1DF-264FDA9DC607}" dt="2022-12-04T14:58:31.872" v="260" actId="20577"/>
          <ac:spMkLst>
            <pc:docMk/>
            <pc:sldMk cId="2527167542" sldId="261"/>
            <ac:spMk id="3" creationId="{9AC531F3-06DB-FC90-2E16-167F49F5E830}"/>
          </ac:spMkLst>
        </pc:spChg>
      </pc:sldChg>
      <pc:sldChg chg="modSp new">
        <pc:chgData name="Roail Shahid" userId="43bfa983f043e0b6" providerId="Windows Live" clId="Web-{2B2862D6-6CE8-48CD-A1DF-264FDA9DC607}" dt="2022-12-04T15:03:55.302" v="342" actId="20577"/>
        <pc:sldMkLst>
          <pc:docMk/>
          <pc:sldMk cId="1513524224" sldId="262"/>
        </pc:sldMkLst>
        <pc:spChg chg="mod">
          <ac:chgData name="Roail Shahid" userId="43bfa983f043e0b6" providerId="Windows Live" clId="Web-{2B2862D6-6CE8-48CD-A1DF-264FDA9DC607}" dt="2022-12-04T15:01:17.166" v="281" actId="20577"/>
          <ac:spMkLst>
            <pc:docMk/>
            <pc:sldMk cId="1513524224" sldId="262"/>
            <ac:spMk id="2" creationId="{82DDB16E-290E-AA7A-065A-8D8134A436B6}"/>
          </ac:spMkLst>
        </pc:spChg>
        <pc:spChg chg="mod">
          <ac:chgData name="Roail Shahid" userId="43bfa983f043e0b6" providerId="Windows Live" clId="Web-{2B2862D6-6CE8-48CD-A1DF-264FDA9DC607}" dt="2022-12-04T15:03:55.302" v="342" actId="20577"/>
          <ac:spMkLst>
            <pc:docMk/>
            <pc:sldMk cId="1513524224" sldId="262"/>
            <ac:spMk id="3" creationId="{00C8EE53-32BF-6D1A-773A-8F9FDD838CCE}"/>
          </ac:spMkLst>
        </pc:spChg>
      </pc:sldChg>
      <pc:sldChg chg="modSp new">
        <pc:chgData name="Roail Shahid" userId="43bfa983f043e0b6" providerId="Windows Live" clId="Web-{2B2862D6-6CE8-48CD-A1DF-264FDA9DC607}" dt="2022-12-04T15:06:54.144" v="366" actId="20577"/>
        <pc:sldMkLst>
          <pc:docMk/>
          <pc:sldMk cId="4112386631" sldId="263"/>
        </pc:sldMkLst>
        <pc:spChg chg="mod">
          <ac:chgData name="Roail Shahid" userId="43bfa983f043e0b6" providerId="Windows Live" clId="Web-{2B2862D6-6CE8-48CD-A1DF-264FDA9DC607}" dt="2022-12-04T15:04:17.523" v="361" actId="20577"/>
          <ac:spMkLst>
            <pc:docMk/>
            <pc:sldMk cId="4112386631" sldId="263"/>
            <ac:spMk id="2" creationId="{41F7E988-DDA3-541C-6B95-2885A817D6F1}"/>
          </ac:spMkLst>
        </pc:spChg>
        <pc:spChg chg="mod">
          <ac:chgData name="Roail Shahid" userId="43bfa983f043e0b6" providerId="Windows Live" clId="Web-{2B2862D6-6CE8-48CD-A1DF-264FDA9DC607}" dt="2022-12-04T15:06:54.144" v="366" actId="20577"/>
          <ac:spMkLst>
            <pc:docMk/>
            <pc:sldMk cId="4112386631" sldId="263"/>
            <ac:spMk id="3" creationId="{DE2B8559-2CD7-E2BE-33CA-E849C7FC4E47}"/>
          </ac:spMkLst>
        </pc:spChg>
      </pc:sldChg>
      <pc:sldChg chg="modSp new">
        <pc:chgData name="Roail Shahid" userId="43bfa983f043e0b6" providerId="Windows Live" clId="Web-{2B2862D6-6CE8-48CD-A1DF-264FDA9DC607}" dt="2022-12-04T15:12:32.918" v="408" actId="1076"/>
        <pc:sldMkLst>
          <pc:docMk/>
          <pc:sldMk cId="3008770414" sldId="264"/>
        </pc:sldMkLst>
        <pc:spChg chg="mod">
          <ac:chgData name="Roail Shahid" userId="43bfa983f043e0b6" providerId="Windows Live" clId="Web-{2B2862D6-6CE8-48CD-A1DF-264FDA9DC607}" dt="2022-12-04T15:09:48.750" v="389" actId="20577"/>
          <ac:spMkLst>
            <pc:docMk/>
            <pc:sldMk cId="3008770414" sldId="264"/>
            <ac:spMk id="2" creationId="{DD7E87A4-DF4C-E349-C6D5-B0E82F2834E8}"/>
          </ac:spMkLst>
        </pc:spChg>
        <pc:spChg chg="mod">
          <ac:chgData name="Roail Shahid" userId="43bfa983f043e0b6" providerId="Windows Live" clId="Web-{2B2862D6-6CE8-48CD-A1DF-264FDA9DC607}" dt="2022-12-04T15:12:32.918" v="408" actId="1076"/>
          <ac:spMkLst>
            <pc:docMk/>
            <pc:sldMk cId="3008770414" sldId="264"/>
            <ac:spMk id="3" creationId="{BBB77E2C-6974-C3AB-11DA-62B840D20EC9}"/>
          </ac:spMkLst>
        </pc:spChg>
      </pc:sldChg>
      <pc:sldChg chg="new del">
        <pc:chgData name="Roail Shahid" userId="43bfa983f043e0b6" providerId="Windows Live" clId="Web-{2B2862D6-6CE8-48CD-A1DF-264FDA9DC607}" dt="2022-12-04T15:15:02.711" v="410"/>
        <pc:sldMkLst>
          <pc:docMk/>
          <pc:sldMk cId="883108278" sldId="265"/>
        </pc:sldMkLst>
      </pc:sldChg>
      <pc:sldChg chg="modSp new">
        <pc:chgData name="Roail Shahid" userId="43bfa983f043e0b6" providerId="Windows Live" clId="Web-{2B2862D6-6CE8-48CD-A1DF-264FDA9DC607}" dt="2022-12-04T15:18:05.880" v="448" actId="20577"/>
        <pc:sldMkLst>
          <pc:docMk/>
          <pc:sldMk cId="2795913212" sldId="265"/>
        </pc:sldMkLst>
        <pc:spChg chg="mod">
          <ac:chgData name="Roail Shahid" userId="43bfa983f043e0b6" providerId="Windows Live" clId="Web-{2B2862D6-6CE8-48CD-A1DF-264FDA9DC607}" dt="2022-12-04T15:15:22.212" v="419" actId="20577"/>
          <ac:spMkLst>
            <pc:docMk/>
            <pc:sldMk cId="2795913212" sldId="265"/>
            <ac:spMk id="2" creationId="{4D2C6B6E-508E-4E72-27F7-B719CB510393}"/>
          </ac:spMkLst>
        </pc:spChg>
        <pc:spChg chg="mod">
          <ac:chgData name="Roail Shahid" userId="43bfa983f043e0b6" providerId="Windows Live" clId="Web-{2B2862D6-6CE8-48CD-A1DF-264FDA9DC607}" dt="2022-12-04T15:18:05.880" v="448" actId="20577"/>
          <ac:spMkLst>
            <pc:docMk/>
            <pc:sldMk cId="2795913212" sldId="265"/>
            <ac:spMk id="3" creationId="{167E68D4-3290-4B4E-7A1B-83F76AFB7C14}"/>
          </ac:spMkLst>
        </pc:spChg>
      </pc:sldChg>
      <pc:sldMasterChg chg="del delSldLayout">
        <pc:chgData name="Roail Shahid" userId="43bfa983f043e0b6" providerId="Windows Live" clId="Web-{2B2862D6-6CE8-48CD-A1DF-264FDA9DC607}" dt="2022-12-04T14:31:56.412" v="123"/>
        <pc:sldMasterMkLst>
          <pc:docMk/>
          <pc:sldMasterMk cId="2460954070" sldId="2147483660"/>
        </pc:sldMasterMkLst>
        <pc:sldLayoutChg chg="del">
          <pc:chgData name="Roail Shahid" userId="43bfa983f043e0b6" providerId="Windows Live" clId="Web-{2B2862D6-6CE8-48CD-A1DF-264FDA9DC607}" dt="2022-12-04T14:31:56.412" v="123"/>
          <pc:sldLayoutMkLst>
            <pc:docMk/>
            <pc:sldMasterMk cId="2460954070" sldId="2147483660"/>
            <pc:sldLayoutMk cId="2385387890" sldId="2147483661"/>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949138452" sldId="2147483662"/>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2591524520" sldId="2147483663"/>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1203092039" sldId="2147483664"/>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3733172339" sldId="2147483665"/>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3210312558" sldId="2147483666"/>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3146388984" sldId="2147483667"/>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3171841454" sldId="2147483668"/>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1718958274" sldId="2147483669"/>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2202905451" sldId="2147483670"/>
          </pc:sldLayoutMkLst>
        </pc:sldLayoutChg>
        <pc:sldLayoutChg chg="del">
          <pc:chgData name="Roail Shahid" userId="43bfa983f043e0b6" providerId="Windows Live" clId="Web-{2B2862D6-6CE8-48CD-A1DF-264FDA9DC607}" dt="2022-12-04T14:31:56.412" v="123"/>
          <pc:sldLayoutMkLst>
            <pc:docMk/>
            <pc:sldMasterMk cId="2460954070" sldId="2147483660"/>
            <pc:sldLayoutMk cId="3479445657" sldId="2147483671"/>
          </pc:sldLayoutMkLst>
        </pc:sldLayoutChg>
      </pc:sldMasterChg>
      <pc:sldMasterChg chg="add del addSldLayout delSldLayout modSldLayout">
        <pc:chgData name="Roail Shahid" userId="43bfa983f043e0b6" providerId="Windows Live" clId="Web-{2B2862D6-6CE8-48CD-A1DF-264FDA9DC607}" dt="2022-12-04T14:32:03.584" v="124"/>
        <pc:sldMasterMkLst>
          <pc:docMk/>
          <pc:sldMasterMk cId="1703352550" sldId="2147483672"/>
        </pc:sldMasterMkLst>
        <pc:sldLayoutChg chg="add del mod replId">
          <pc:chgData name="Roail Shahid" userId="43bfa983f043e0b6" providerId="Windows Live" clId="Web-{2B2862D6-6CE8-48CD-A1DF-264FDA9DC607}" dt="2022-12-04T14:32:03.584" v="124"/>
          <pc:sldLayoutMkLst>
            <pc:docMk/>
            <pc:sldMasterMk cId="1703352550" sldId="2147483672"/>
            <pc:sldLayoutMk cId="3207477252" sldId="2147483673"/>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259226554" sldId="2147483674"/>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3674013920" sldId="2147483675"/>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2807133221" sldId="2147483676"/>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620799965" sldId="2147483677"/>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1964056261" sldId="2147483678"/>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4121254018" sldId="2147483679"/>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2172263083" sldId="2147483680"/>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1060373779" sldId="2147483681"/>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470549192" sldId="2147483682"/>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1071475101" sldId="2147483683"/>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1372147138" sldId="2147483684"/>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2915913490" sldId="2147483685"/>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4063287315" sldId="2147483686"/>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3167979982" sldId="2147483687"/>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2098556290" sldId="2147483688"/>
          </pc:sldLayoutMkLst>
        </pc:sldLayoutChg>
        <pc:sldLayoutChg chg="add del mod replId">
          <pc:chgData name="Roail Shahid" userId="43bfa983f043e0b6" providerId="Windows Live" clId="Web-{2B2862D6-6CE8-48CD-A1DF-264FDA9DC607}" dt="2022-12-04T14:32:03.584" v="124"/>
          <pc:sldLayoutMkLst>
            <pc:docMk/>
            <pc:sldMasterMk cId="1703352550" sldId="2147483672"/>
            <pc:sldLayoutMk cId="1169000488" sldId="2147483689"/>
          </pc:sldLayoutMkLst>
        </pc:sldLayoutChg>
      </pc:sldMasterChg>
      <pc:sldMasterChg chg="add del addSldLayout delSldLayout modSldLayout">
        <pc:chgData name="Roail Shahid" userId="43bfa983f043e0b6" providerId="Windows Live" clId="Web-{2B2862D6-6CE8-48CD-A1DF-264FDA9DC607}" dt="2022-12-04T14:32:14.257" v="125"/>
        <pc:sldMasterMkLst>
          <pc:docMk/>
          <pc:sldMasterMk cId="3251307833" sldId="2147483690"/>
        </pc:sldMasterMkLst>
        <pc:sldLayoutChg chg="add del mod replId">
          <pc:chgData name="Roail Shahid" userId="43bfa983f043e0b6" providerId="Windows Live" clId="Web-{2B2862D6-6CE8-48CD-A1DF-264FDA9DC607}" dt="2022-12-04T14:32:14.257" v="125"/>
          <pc:sldLayoutMkLst>
            <pc:docMk/>
            <pc:sldMasterMk cId="3251307833" sldId="2147483690"/>
            <pc:sldLayoutMk cId="2627735928" sldId="2147483691"/>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710982816" sldId="2147483692"/>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1826025783" sldId="2147483693"/>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2661728617" sldId="2147483694"/>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316528932" sldId="2147483695"/>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4178275863" sldId="2147483696"/>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2216990311" sldId="2147483697"/>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785421418" sldId="2147483698"/>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1078320367" sldId="2147483699"/>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413455954" sldId="2147483700"/>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2552999703" sldId="2147483701"/>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3194022697" sldId="2147483702"/>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1665066040" sldId="2147483703"/>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1861326427" sldId="2147483704"/>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573006407" sldId="2147483705"/>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3334677391" sldId="2147483706"/>
          </pc:sldLayoutMkLst>
        </pc:sldLayoutChg>
        <pc:sldLayoutChg chg="add del mod replId">
          <pc:chgData name="Roail Shahid" userId="43bfa983f043e0b6" providerId="Windows Live" clId="Web-{2B2862D6-6CE8-48CD-A1DF-264FDA9DC607}" dt="2022-12-04T14:32:14.257" v="125"/>
          <pc:sldLayoutMkLst>
            <pc:docMk/>
            <pc:sldMasterMk cId="3251307833" sldId="2147483690"/>
            <pc:sldLayoutMk cId="2466096181" sldId="2147483707"/>
          </pc:sldLayoutMkLst>
        </pc:sldLayoutChg>
      </pc:sldMasterChg>
      <pc:sldMasterChg chg="add del addSldLayout delSldLayout modSldLayout">
        <pc:chgData name="Roail Shahid" userId="43bfa983f043e0b6" providerId="Windows Live" clId="Web-{2B2862D6-6CE8-48CD-A1DF-264FDA9DC607}" dt="2022-12-04T14:34:48.925" v="130"/>
        <pc:sldMasterMkLst>
          <pc:docMk/>
          <pc:sldMasterMk cId="1749383201" sldId="2147483708"/>
        </pc:sldMasterMkLst>
        <pc:sldLayoutChg chg="add del mod replId">
          <pc:chgData name="Roail Shahid" userId="43bfa983f043e0b6" providerId="Windows Live" clId="Web-{2B2862D6-6CE8-48CD-A1DF-264FDA9DC607}" dt="2022-12-04T14:34:48.925" v="130"/>
          <pc:sldLayoutMkLst>
            <pc:docMk/>
            <pc:sldMasterMk cId="1749383201" sldId="2147483708"/>
            <pc:sldLayoutMk cId="3317124873" sldId="2147483709"/>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1168201612" sldId="2147483710"/>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2439087648" sldId="2147483711"/>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343395935" sldId="2147483712"/>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192159375" sldId="2147483713"/>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2268846733" sldId="2147483714"/>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4228596825" sldId="2147483715"/>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3706978024" sldId="2147483716"/>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75955367" sldId="2147483717"/>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1496509595" sldId="2147483718"/>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3176221176" sldId="2147483719"/>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3934866855" sldId="2147483720"/>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1621736090" sldId="2147483721"/>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3669373977" sldId="2147483722"/>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3606835539" sldId="2147483723"/>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3736055249" sldId="2147483724"/>
          </pc:sldLayoutMkLst>
        </pc:sldLayoutChg>
        <pc:sldLayoutChg chg="add del mod replId">
          <pc:chgData name="Roail Shahid" userId="43bfa983f043e0b6" providerId="Windows Live" clId="Web-{2B2862D6-6CE8-48CD-A1DF-264FDA9DC607}" dt="2022-12-04T14:34:48.925" v="130"/>
          <pc:sldLayoutMkLst>
            <pc:docMk/>
            <pc:sldMasterMk cId="1749383201" sldId="2147483708"/>
            <pc:sldLayoutMk cId="831635509" sldId="2147483725"/>
          </pc:sldLayoutMkLst>
        </pc:sldLayoutChg>
      </pc:sldMasterChg>
      <pc:sldMasterChg chg="add del replId addSldLayout delSldLayout">
        <pc:chgData name="Roail Shahid" userId="43bfa983f043e0b6" providerId="Windows Live" clId="Web-{2B2862D6-6CE8-48CD-A1DF-264FDA9DC607}" dt="2022-12-04T14:34:48.862" v="129"/>
        <pc:sldMasterMkLst>
          <pc:docMk/>
          <pc:sldMasterMk cId="3432603999" sldId="2147483726"/>
        </pc:sldMasterMkLst>
        <pc:sldLayoutChg chg="add del replId">
          <pc:chgData name="Roail Shahid" userId="43bfa983f043e0b6" providerId="Windows Live" clId="Web-{2B2862D6-6CE8-48CD-A1DF-264FDA9DC607}" dt="2022-12-04T14:34:48.862" v="129"/>
          <pc:sldLayoutMkLst>
            <pc:docMk/>
            <pc:sldMasterMk cId="3432603999" sldId="2147483726"/>
            <pc:sldLayoutMk cId="634064560" sldId="2147483727"/>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2282527182" sldId="2147483728"/>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3112900648" sldId="2147483729"/>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545166169" sldId="2147483730"/>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2868083475" sldId="2147483731"/>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695777790" sldId="2147483732"/>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3856724215" sldId="2147483733"/>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1356021101" sldId="2147483734"/>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2895279678" sldId="2147483735"/>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1550072767" sldId="2147483736"/>
          </pc:sldLayoutMkLst>
        </pc:sldLayoutChg>
        <pc:sldLayoutChg chg="add del replId">
          <pc:chgData name="Roail Shahid" userId="43bfa983f043e0b6" providerId="Windows Live" clId="Web-{2B2862D6-6CE8-48CD-A1DF-264FDA9DC607}" dt="2022-12-04T14:34:48.862" v="129"/>
          <pc:sldLayoutMkLst>
            <pc:docMk/>
            <pc:sldMasterMk cId="3432603999" sldId="2147483726"/>
            <pc:sldLayoutMk cId="2972528819" sldId="2147483737"/>
          </pc:sldLayoutMkLst>
        </pc:sldLayoutChg>
      </pc:sldMasterChg>
      <pc:sldMasterChg chg="add del addSldLayout delSldLayout">
        <pc:chgData name="Roail Shahid" userId="43bfa983f043e0b6" providerId="Windows Live" clId="Web-{2B2862D6-6CE8-48CD-A1DF-264FDA9DC607}" dt="2022-12-04T14:35:00.769" v="131"/>
        <pc:sldMasterMkLst>
          <pc:docMk/>
          <pc:sldMasterMk cId="3157133191" sldId="2147483733"/>
        </pc:sldMasterMkLst>
        <pc:sldLayoutChg chg="add del">
          <pc:chgData name="Roail Shahid" userId="43bfa983f043e0b6" providerId="Windows Live" clId="Web-{2B2862D6-6CE8-48CD-A1DF-264FDA9DC607}" dt="2022-12-04T14:35:00.769" v="131"/>
          <pc:sldLayoutMkLst>
            <pc:docMk/>
            <pc:sldMasterMk cId="3157133191" sldId="2147483733"/>
            <pc:sldLayoutMk cId="2508675107" sldId="2147483726"/>
          </pc:sldLayoutMkLst>
        </pc:sldLayoutChg>
        <pc:sldLayoutChg chg="add del">
          <pc:chgData name="Roail Shahid" userId="43bfa983f043e0b6" providerId="Windows Live" clId="Web-{2B2862D6-6CE8-48CD-A1DF-264FDA9DC607}" dt="2022-12-04T14:35:00.769" v="131"/>
          <pc:sldLayoutMkLst>
            <pc:docMk/>
            <pc:sldMasterMk cId="3157133191" sldId="2147483733"/>
            <pc:sldLayoutMk cId="2743528661" sldId="2147483727"/>
          </pc:sldLayoutMkLst>
        </pc:sldLayoutChg>
        <pc:sldLayoutChg chg="add del">
          <pc:chgData name="Roail Shahid" userId="43bfa983f043e0b6" providerId="Windows Live" clId="Web-{2B2862D6-6CE8-48CD-A1DF-264FDA9DC607}" dt="2022-12-04T14:35:00.769" v="131"/>
          <pc:sldLayoutMkLst>
            <pc:docMk/>
            <pc:sldMasterMk cId="3157133191" sldId="2147483733"/>
            <pc:sldLayoutMk cId="113323922" sldId="2147483728"/>
          </pc:sldLayoutMkLst>
        </pc:sldLayoutChg>
        <pc:sldLayoutChg chg="add del">
          <pc:chgData name="Roail Shahid" userId="43bfa983f043e0b6" providerId="Windows Live" clId="Web-{2B2862D6-6CE8-48CD-A1DF-264FDA9DC607}" dt="2022-12-04T14:35:00.769" v="131"/>
          <pc:sldLayoutMkLst>
            <pc:docMk/>
            <pc:sldMasterMk cId="3157133191" sldId="2147483733"/>
            <pc:sldLayoutMk cId="2306598996" sldId="2147483729"/>
          </pc:sldLayoutMkLst>
        </pc:sldLayoutChg>
        <pc:sldLayoutChg chg="add del">
          <pc:chgData name="Roail Shahid" userId="43bfa983f043e0b6" providerId="Windows Live" clId="Web-{2B2862D6-6CE8-48CD-A1DF-264FDA9DC607}" dt="2022-12-04T14:35:00.769" v="131"/>
          <pc:sldLayoutMkLst>
            <pc:docMk/>
            <pc:sldMasterMk cId="3157133191" sldId="2147483733"/>
            <pc:sldLayoutMk cId="3043456295" sldId="2147483730"/>
          </pc:sldLayoutMkLst>
        </pc:sldLayoutChg>
        <pc:sldLayoutChg chg="add del">
          <pc:chgData name="Roail Shahid" userId="43bfa983f043e0b6" providerId="Windows Live" clId="Web-{2B2862D6-6CE8-48CD-A1DF-264FDA9DC607}" dt="2022-12-04T14:35:00.769" v="131"/>
          <pc:sldLayoutMkLst>
            <pc:docMk/>
            <pc:sldMasterMk cId="3157133191" sldId="2147483733"/>
            <pc:sldLayoutMk cId="1011210617" sldId="2147483731"/>
          </pc:sldLayoutMkLst>
        </pc:sldLayoutChg>
        <pc:sldLayoutChg chg="add del">
          <pc:chgData name="Roail Shahid" userId="43bfa983f043e0b6" providerId="Windows Live" clId="Web-{2B2862D6-6CE8-48CD-A1DF-264FDA9DC607}" dt="2022-12-04T14:35:00.769" v="131"/>
          <pc:sldLayoutMkLst>
            <pc:docMk/>
            <pc:sldMasterMk cId="3157133191" sldId="2147483733"/>
            <pc:sldLayoutMk cId="446159077" sldId="2147483732"/>
          </pc:sldLayoutMkLst>
        </pc:sldLayoutChg>
        <pc:sldLayoutChg chg="add del replId">
          <pc:chgData name="Roail Shahid" userId="43bfa983f043e0b6" providerId="Windows Live" clId="Web-{2B2862D6-6CE8-48CD-A1DF-264FDA9DC607}" dt="2022-12-04T14:35:00.769" v="131"/>
          <pc:sldLayoutMkLst>
            <pc:docMk/>
            <pc:sldMasterMk cId="3157133191" sldId="2147483733"/>
            <pc:sldLayoutMk cId="2751765632" sldId="2147483734"/>
          </pc:sldLayoutMkLst>
        </pc:sldLayoutChg>
        <pc:sldLayoutChg chg="add del replId">
          <pc:chgData name="Roail Shahid" userId="43bfa983f043e0b6" providerId="Windows Live" clId="Web-{2B2862D6-6CE8-48CD-A1DF-264FDA9DC607}" dt="2022-12-04T14:35:00.769" v="131"/>
          <pc:sldLayoutMkLst>
            <pc:docMk/>
            <pc:sldMasterMk cId="3157133191" sldId="2147483733"/>
            <pc:sldLayoutMk cId="2512239305" sldId="2147483735"/>
          </pc:sldLayoutMkLst>
        </pc:sldLayoutChg>
        <pc:sldLayoutChg chg="add del replId">
          <pc:chgData name="Roail Shahid" userId="43bfa983f043e0b6" providerId="Windows Live" clId="Web-{2B2862D6-6CE8-48CD-A1DF-264FDA9DC607}" dt="2022-12-04T14:35:00.769" v="131"/>
          <pc:sldLayoutMkLst>
            <pc:docMk/>
            <pc:sldMasterMk cId="3157133191" sldId="2147483733"/>
            <pc:sldLayoutMk cId="4227947906" sldId="2147483736"/>
          </pc:sldLayoutMkLst>
        </pc:sldLayoutChg>
        <pc:sldLayoutChg chg="add del replId">
          <pc:chgData name="Roail Shahid" userId="43bfa983f043e0b6" providerId="Windows Live" clId="Web-{2B2862D6-6CE8-48CD-A1DF-264FDA9DC607}" dt="2022-12-04T14:35:00.769" v="131"/>
          <pc:sldLayoutMkLst>
            <pc:docMk/>
            <pc:sldMasterMk cId="3157133191" sldId="2147483733"/>
            <pc:sldLayoutMk cId="3926051512" sldId="2147483737"/>
          </pc:sldLayoutMkLst>
        </pc:sldLayoutChg>
      </pc:sldMasterChg>
      <pc:sldMasterChg chg="add addSldLayout modSldLayout">
        <pc:chgData name="Roail Shahid" userId="43bfa983f043e0b6" providerId="Windows Live" clId="Web-{2B2862D6-6CE8-48CD-A1DF-264FDA9DC607}" dt="2022-12-04T14:35:00.769" v="131"/>
        <pc:sldMasterMkLst>
          <pc:docMk/>
          <pc:sldMasterMk cId="1310986324" sldId="2147483738"/>
        </pc:sldMasterMkLst>
        <pc:sldLayoutChg chg="add mod replId">
          <pc:chgData name="Roail Shahid" userId="43bfa983f043e0b6" providerId="Windows Live" clId="Web-{2B2862D6-6CE8-48CD-A1DF-264FDA9DC607}" dt="2022-12-04T14:35:00.769" v="131"/>
          <pc:sldLayoutMkLst>
            <pc:docMk/>
            <pc:sldMasterMk cId="1310986324" sldId="2147483738"/>
            <pc:sldLayoutMk cId="930553031" sldId="2147483739"/>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345908603" sldId="2147483740"/>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735709090" sldId="2147483741"/>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3055487376" sldId="2147483742"/>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167599979" sldId="2147483743"/>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1973406695" sldId="2147483744"/>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491643739" sldId="2147483745"/>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4070371156" sldId="2147483746"/>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2302975389" sldId="2147483747"/>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3677968072" sldId="2147483748"/>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455752831" sldId="2147483749"/>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4164307519" sldId="2147483750"/>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2165314062" sldId="2147483751"/>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2866082266" sldId="2147483752"/>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405365638" sldId="2147483753"/>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2047849834" sldId="2147483754"/>
          </pc:sldLayoutMkLst>
        </pc:sldLayoutChg>
        <pc:sldLayoutChg chg="add mod replId">
          <pc:chgData name="Roail Shahid" userId="43bfa983f043e0b6" providerId="Windows Live" clId="Web-{2B2862D6-6CE8-48CD-A1DF-264FDA9DC607}" dt="2022-12-04T14:35:00.769" v="131"/>
          <pc:sldLayoutMkLst>
            <pc:docMk/>
            <pc:sldMasterMk cId="1310986324" sldId="2147483738"/>
            <pc:sldLayoutMk cId="1205952380" sldId="2147483755"/>
          </pc:sldLayoutMkLst>
        </pc:sldLayoutChg>
      </pc:sldMasterChg>
    </pc:docChg>
  </pc:docChgLst>
  <pc:docChgLst>
    <pc:chgData name="Guest User" providerId="Windows Live" clId="Web-{B60186E0-6B25-40E2-AE20-392F4C052998}"/>
    <pc:docChg chg="modSld">
      <pc:chgData name="Guest User" userId="" providerId="Windows Live" clId="Web-{B60186E0-6B25-40E2-AE20-392F4C052998}" dt="2022-12-04T15:25:53.235" v="3" actId="20577"/>
      <pc:docMkLst>
        <pc:docMk/>
      </pc:docMkLst>
      <pc:sldChg chg="modSp">
        <pc:chgData name="Guest User" userId="" providerId="Windows Live" clId="Web-{B60186E0-6B25-40E2-AE20-392F4C052998}" dt="2022-12-04T15:25:53.235" v="3" actId="20577"/>
        <pc:sldMkLst>
          <pc:docMk/>
          <pc:sldMk cId="109857222" sldId="256"/>
        </pc:sldMkLst>
        <pc:spChg chg="mod">
          <ac:chgData name="Guest User" userId="" providerId="Windows Live" clId="Web-{B60186E0-6B25-40E2-AE20-392F4C052998}" dt="2022-12-04T15:25:53.235" v="3" actId="20577"/>
          <ac:spMkLst>
            <pc:docMk/>
            <pc:sldMk cId="109857222"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30553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590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35709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55487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7599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7340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91643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70371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02975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77968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55752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64307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65314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660822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5365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47849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05952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12/7/2022</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31098632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20" name="Picture 3">
            <a:extLst>
              <a:ext uri="{FF2B5EF4-FFF2-40B4-BE49-F238E27FC236}">
                <a16:creationId xmlns:a16="http://schemas.microsoft.com/office/drawing/2014/main" xmlns="" id="{19941C1A-C4E2-4E89-19E5-048050430794}"/>
              </a:ext>
            </a:extLst>
          </p:cNvPr>
          <p:cNvPicPr>
            <a:picLocks noChangeAspect="1"/>
          </p:cNvPicPr>
          <p:nvPr/>
        </p:nvPicPr>
        <p:blipFill rotWithShape="1">
          <a:blip r:embed="rId3">
            <a:duotone>
              <a:schemeClr val="bg2">
                <a:shade val="45000"/>
                <a:satMod val="135000"/>
              </a:schemeClr>
              <a:prstClr val="white"/>
            </a:duotone>
            <a:alphaModFix amt="35000"/>
          </a:blip>
          <a:srcRect t="20205" b="8"/>
          <a:stretch/>
        </p:blipFill>
        <p:spPr>
          <a:xfrm>
            <a:off x="0" y="-195933"/>
            <a:ext cx="12191979" cy="6869638"/>
          </a:xfrm>
          <a:prstGeom prst="rect">
            <a:avLst/>
          </a:prstGeom>
        </p:spPr>
      </p:pic>
      <p:grpSp>
        <p:nvGrpSpPr>
          <p:cNvPr id="25" name="Group 24">
            <a:extLst>
              <a:ext uri="{FF2B5EF4-FFF2-40B4-BE49-F238E27FC236}">
                <a16:creationId xmlns:a16="http://schemas.microsoft.com/office/drawing/2014/main" xmlns="" id="{503816F2-40D5-4C23-AF57-063E3923610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546100" y="-4763"/>
            <a:ext cx="5014912" cy="6862763"/>
            <a:chOff x="2928938" y="-4763"/>
            <a:chExt cx="5014912" cy="6862763"/>
          </a:xfrm>
        </p:grpSpPr>
        <p:sp>
          <p:nvSpPr>
            <p:cNvPr id="26" name="Freeform 6">
              <a:extLst>
                <a:ext uri="{FF2B5EF4-FFF2-40B4-BE49-F238E27FC236}">
                  <a16:creationId xmlns:a16="http://schemas.microsoft.com/office/drawing/2014/main" xmlns="" id="{DBF222D0-66E9-48F8-B249-75AF858DFD1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7" name="Freeform 7">
              <a:extLst>
                <a:ext uri="{FF2B5EF4-FFF2-40B4-BE49-F238E27FC236}">
                  <a16:creationId xmlns:a16="http://schemas.microsoft.com/office/drawing/2014/main" xmlns="" id="{5312FABD-B1AF-4E20-A8BF-0A6F0C42C8B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8" name="Freeform 9">
              <a:extLst>
                <a:ext uri="{FF2B5EF4-FFF2-40B4-BE49-F238E27FC236}">
                  <a16:creationId xmlns:a16="http://schemas.microsoft.com/office/drawing/2014/main" xmlns="" id="{E6E2E6E5-F3C0-4B1A-8CEF-1F057A28040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9" name="Freeform 10">
              <a:extLst>
                <a:ext uri="{FF2B5EF4-FFF2-40B4-BE49-F238E27FC236}">
                  <a16:creationId xmlns:a16="http://schemas.microsoft.com/office/drawing/2014/main" xmlns="" id="{850A45DB-9259-4551-88A8-0D3D3E4FD46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30" name="Freeform 11">
              <a:extLst>
                <a:ext uri="{FF2B5EF4-FFF2-40B4-BE49-F238E27FC236}">
                  <a16:creationId xmlns:a16="http://schemas.microsoft.com/office/drawing/2014/main" xmlns="" id="{615A3848-AC67-4C67-A516-2823179F071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31" name="Freeform 12">
              <a:extLst>
                <a:ext uri="{FF2B5EF4-FFF2-40B4-BE49-F238E27FC236}">
                  <a16:creationId xmlns:a16="http://schemas.microsoft.com/office/drawing/2014/main" xmlns="" id="{13BA5F40-CE6A-44DD-BBCE-EA36A12F39A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469571" y="1469571"/>
            <a:ext cx="10580915" cy="2295262"/>
          </a:xfrm>
        </p:spPr>
        <p:txBody>
          <a:bodyPr vert="horz" lIns="91440" tIns="45720" rIns="91440" bIns="45720" rtlCol="0">
            <a:normAutofit/>
          </a:bodyPr>
          <a:lstStyle/>
          <a:p>
            <a:pPr>
              <a:lnSpc>
                <a:spcPct val="90000"/>
              </a:lnSpc>
            </a:pPr>
            <a:r>
              <a:rPr lang="en-US" cap="none" dirty="0"/>
              <a:t>Concept of good and evil </a:t>
            </a:r>
            <a:r>
              <a:rPr lang="en-US" cap="none" dirty="0" smtClean="0"/>
              <a:t>in Islam </a:t>
            </a:r>
            <a:br>
              <a:rPr lang="en-US" cap="none" dirty="0" smtClean="0"/>
            </a:br>
            <a:r>
              <a:rPr lang="en-US" cap="none" dirty="0" smtClean="0"/>
              <a:t>Principles </a:t>
            </a:r>
            <a:r>
              <a:rPr lang="en-US" cap="none" dirty="0"/>
              <a:t>of morality</a:t>
            </a:r>
          </a:p>
        </p:txBody>
      </p:sp>
      <p:sp>
        <p:nvSpPr>
          <p:cNvPr id="3" name="Subtitle 2"/>
          <p:cNvSpPr>
            <a:spLocks noGrp="1"/>
          </p:cNvSpPr>
          <p:nvPr>
            <p:ph type="subTitle" idx="1"/>
          </p:nvPr>
        </p:nvSpPr>
        <p:spPr>
          <a:xfrm>
            <a:off x="3800030" y="4525002"/>
            <a:ext cx="6580103" cy="1388534"/>
          </a:xfrm>
        </p:spPr>
        <p:txBody>
          <a:bodyPr vert="horz" lIns="91440" tIns="45720" rIns="91440" bIns="45720" rtlCol="0">
            <a:normAutofit/>
          </a:bodyPr>
          <a:lstStyle/>
          <a:p>
            <a:pPr>
              <a:lnSpc>
                <a:spcPct val="90000"/>
              </a:lnSpc>
            </a:pPr>
            <a:r>
              <a:rPr lang="en-US" dirty="0"/>
              <a:t>22L- 6949                        </a:t>
            </a:r>
            <a:r>
              <a:rPr lang="en-US" dirty="0" smtClean="0"/>
              <a:t>22L-6967 </a:t>
            </a:r>
            <a:r>
              <a:rPr lang="en-US" dirty="0"/>
              <a:t>          </a:t>
            </a:r>
            <a:r>
              <a:rPr lang="en-US" dirty="0" smtClean="0"/>
              <a:t>      22L-6957</a:t>
            </a:r>
          </a:p>
          <a:p>
            <a:pPr>
              <a:lnSpc>
                <a:spcPct val="90000"/>
              </a:lnSpc>
            </a:pPr>
            <a:r>
              <a:rPr lang="en-US" dirty="0" smtClean="0"/>
              <a:t>22L-  6979                        22L-6940   </a:t>
            </a:r>
            <a:r>
              <a:rPr lang="en-US" dirty="0"/>
              <a:t> </a:t>
            </a:r>
            <a:r>
              <a:rPr lang="en-US" dirty="0" smtClean="0"/>
              <a:t>       </a:t>
            </a:r>
            <a:r>
              <a:rPr lang="en-US" dirty="0" smtClean="0"/>
              <a:t>                         </a:t>
            </a:r>
          </a:p>
          <a:p>
            <a:pPr>
              <a:lnSpc>
                <a:spcPct val="90000"/>
              </a:lnSpc>
            </a:pPr>
            <a:r>
              <a:rPr lang="en-US" dirty="0" smtClean="0"/>
              <a:t>22L-</a:t>
            </a:r>
            <a:r>
              <a:rPr lang="en-US" dirty="0"/>
              <a:t>  </a:t>
            </a:r>
            <a:r>
              <a:rPr lang="en-US" dirty="0" smtClean="0"/>
              <a:t>6986 </a:t>
            </a:r>
            <a:r>
              <a:rPr lang="en-US" dirty="0"/>
              <a:t>                       </a:t>
            </a:r>
            <a:r>
              <a:rPr lang="en-US" dirty="0" smtClean="0"/>
              <a:t>22L-6950</a:t>
            </a:r>
            <a:r>
              <a:rPr lang="en-US" dirty="0"/>
              <a:t>     </a:t>
            </a:r>
            <a:r>
              <a:rPr lang="en-US" dirty="0" smtClean="0"/>
              <a:t>       </a:t>
            </a:r>
            <a:r>
              <a:rPr lang="en-US" dirty="0"/>
              <a:t>                        </a:t>
            </a:r>
          </a:p>
          <a:p>
            <a:pPr>
              <a:lnSpc>
                <a:spcPct val="90000"/>
              </a:lnSpc>
            </a:pPr>
            <a:endParaRPr lang="en-US" dirty="0"/>
          </a:p>
          <a:p>
            <a:pPr>
              <a:lnSpc>
                <a:spcPct val="90000"/>
              </a:lnSpc>
            </a:pP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CE383A-1506-75F3-46E0-EC2269E7B74B}"/>
              </a:ext>
            </a:extLst>
          </p:cNvPr>
          <p:cNvSpPr>
            <a:spLocks noGrp="1"/>
          </p:cNvSpPr>
          <p:nvPr>
            <p:ph type="title"/>
          </p:nvPr>
        </p:nvSpPr>
        <p:spPr/>
        <p:txBody>
          <a:bodyPr/>
          <a:lstStyle/>
          <a:p>
            <a:r>
              <a:rPr lang="en-US"/>
              <a:t>What is Islam ?</a:t>
            </a:r>
          </a:p>
        </p:txBody>
      </p:sp>
      <p:sp>
        <p:nvSpPr>
          <p:cNvPr id="3" name="Content Placeholder 2">
            <a:extLst>
              <a:ext uri="{FF2B5EF4-FFF2-40B4-BE49-F238E27FC236}">
                <a16:creationId xmlns:a16="http://schemas.microsoft.com/office/drawing/2014/main" xmlns="" id="{CAF2A494-835E-231E-25F1-247D9CB94808}"/>
              </a:ext>
            </a:extLst>
          </p:cNvPr>
          <p:cNvSpPr>
            <a:spLocks noGrp="1"/>
          </p:cNvSpPr>
          <p:nvPr>
            <p:ph idx="1"/>
          </p:nvPr>
        </p:nvSpPr>
        <p:spPr/>
        <p:txBody>
          <a:bodyPr/>
          <a:lstStyle/>
          <a:p>
            <a:r>
              <a:rPr lang="en-US">
                <a:ea typeface="+mn-lt"/>
                <a:cs typeface="+mn-lt"/>
              </a:rPr>
              <a:t>Islam is a complete code of life revealed by Allah to the last of His messengers Muhammad(S.A.W) to guide His slaves (mankind and jinn) to the success in life and afterlife. According to the divine scripture Al-Quran, it is the true religion with Allah the Exalted and the final and complete version of the divine guidance. </a:t>
            </a:r>
            <a:r>
              <a:rPr lang="en-US" b="1">
                <a:ea typeface="+mn-lt"/>
                <a:cs typeface="+mn-lt"/>
              </a:rPr>
              <a:t>“Let there be no compulsion in religion. Truth stands out clear from error.”(Baqarah 02:256)</a:t>
            </a:r>
            <a:endParaRPr lang="en-US" b="1"/>
          </a:p>
        </p:txBody>
      </p:sp>
    </p:spTree>
    <p:extLst>
      <p:ext uri="{BB962C8B-B14F-4D97-AF65-F5344CB8AC3E}">
        <p14:creationId xmlns:p14="http://schemas.microsoft.com/office/powerpoint/2010/main" val="899274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AE0521-FE6D-6065-6B55-9943BBC706A6}"/>
              </a:ext>
            </a:extLst>
          </p:cNvPr>
          <p:cNvSpPr>
            <a:spLocks noGrp="1"/>
          </p:cNvSpPr>
          <p:nvPr>
            <p:ph type="title"/>
          </p:nvPr>
        </p:nvSpPr>
        <p:spPr/>
        <p:txBody>
          <a:bodyPr/>
          <a:lstStyle/>
          <a:p>
            <a:r>
              <a:rPr lang="en-US">
                <a:ea typeface="+mj-lt"/>
                <a:cs typeface="+mj-lt"/>
              </a:rPr>
              <a:t>Concept of good and evil in Islam</a:t>
            </a:r>
            <a:endParaRPr lang="en-US"/>
          </a:p>
        </p:txBody>
      </p:sp>
      <p:sp>
        <p:nvSpPr>
          <p:cNvPr id="3" name="Content Placeholder 2">
            <a:extLst>
              <a:ext uri="{FF2B5EF4-FFF2-40B4-BE49-F238E27FC236}">
                <a16:creationId xmlns:a16="http://schemas.microsoft.com/office/drawing/2014/main" xmlns="" id="{B33CF50C-8F8A-AD58-CAD8-307B63519DD2}"/>
              </a:ext>
            </a:extLst>
          </p:cNvPr>
          <p:cNvSpPr>
            <a:spLocks noGrp="1"/>
          </p:cNvSpPr>
          <p:nvPr>
            <p:ph idx="1"/>
          </p:nvPr>
        </p:nvSpPr>
        <p:spPr/>
        <p:txBody>
          <a:bodyPr>
            <a:normAutofit lnSpcReduction="10000"/>
          </a:bodyPr>
          <a:lstStyle/>
          <a:p>
            <a:r>
              <a:rPr lang="en-US">
                <a:ea typeface="+mn-lt"/>
                <a:cs typeface="+mn-lt"/>
              </a:rPr>
              <a:t>As humans, our definitions of good and evil are based on our perceptions and thinking. Human experience however, is limited in many ways. Many things and events which at first appear to be good may prove in the final outcome to be evil, and vice versa. True knowledge is something which is not subject to limitations it is only with God. The Qur’an clearly states that God is the only authority in defining good and evil. Therefore our perceptions of good and evil may be misleading: </a:t>
            </a:r>
            <a:r>
              <a:rPr lang="en-US" b="1">
                <a:ea typeface="+mn-lt"/>
                <a:cs typeface="+mn-lt"/>
              </a:rPr>
              <a:t>“. . . but it is possible that you dislike a thing which is good for you, and that you love a thing which is bad for you. But God knows, and you know not”. (Baqarah 2:216)</a:t>
            </a:r>
            <a:endParaRPr lang="en-US" b="1"/>
          </a:p>
        </p:txBody>
      </p:sp>
    </p:spTree>
    <p:extLst>
      <p:ext uri="{BB962C8B-B14F-4D97-AF65-F5344CB8AC3E}">
        <p14:creationId xmlns:p14="http://schemas.microsoft.com/office/powerpoint/2010/main" val="2537898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1DE96E-7499-E711-2F6B-1F2F91EC1872}"/>
              </a:ext>
            </a:extLst>
          </p:cNvPr>
          <p:cNvSpPr>
            <a:spLocks noGrp="1"/>
          </p:cNvSpPr>
          <p:nvPr>
            <p:ph type="title"/>
          </p:nvPr>
        </p:nvSpPr>
        <p:spPr/>
        <p:txBody>
          <a:bodyPr/>
          <a:lstStyle/>
          <a:p>
            <a:r>
              <a:rPr lang="en-US">
                <a:ea typeface="+mj-lt"/>
                <a:cs typeface="+mj-lt"/>
              </a:rPr>
              <a:t>Concept of good and evil in Islam</a:t>
            </a:r>
          </a:p>
          <a:p>
            <a:endParaRPr lang="en-US"/>
          </a:p>
        </p:txBody>
      </p:sp>
      <p:sp>
        <p:nvSpPr>
          <p:cNvPr id="3" name="Content Placeholder 2">
            <a:extLst>
              <a:ext uri="{FF2B5EF4-FFF2-40B4-BE49-F238E27FC236}">
                <a16:creationId xmlns:a16="http://schemas.microsoft.com/office/drawing/2014/main" xmlns="" id="{D52C293A-4441-B637-BBD9-F2479024FACE}"/>
              </a:ext>
            </a:extLst>
          </p:cNvPr>
          <p:cNvSpPr>
            <a:spLocks noGrp="1"/>
          </p:cNvSpPr>
          <p:nvPr>
            <p:ph idx="1"/>
          </p:nvPr>
        </p:nvSpPr>
        <p:spPr>
          <a:xfrm>
            <a:off x="1888637" y="2666999"/>
            <a:ext cx="10018713" cy="3124201"/>
          </a:xfrm>
        </p:spPr>
        <p:txBody>
          <a:bodyPr>
            <a:noAutofit/>
          </a:bodyPr>
          <a:lstStyle/>
          <a:p>
            <a:r>
              <a:rPr lang="en-US" sz="2100">
                <a:ea typeface="+mn-lt"/>
                <a:cs typeface="+mn-lt"/>
              </a:rPr>
              <a:t>The Islamic definitions of good and evil are based on the purposes of creation and the meaning of human life. As mentioned above, the ultimate goal of human life is to become perfected spiritually through belief in God , the knowledge of God (marifatullah), the love of God (muhabbatullah), and the worship of God (ibada). Accordingly, whatever brings a person closer to God and will benefit him in the Next World is good, and whatever takes a person away from God, and thus incurs His anger is evil. For instance, a disease may be perceived as evil. But a person who goes through the disease with patience grows spiritually and becomes closer to God. </a:t>
            </a:r>
            <a:r>
              <a:rPr lang="en-US" sz="2100" b="1">
                <a:ea typeface="+mn-lt"/>
                <a:cs typeface="+mn-lt"/>
              </a:rPr>
              <a:t>“No calamity strikes except by God’s permission”. (Taghabun 64:11). </a:t>
            </a:r>
            <a:r>
              <a:rPr lang="en-US" sz="2100">
                <a:ea typeface="+mn-lt"/>
                <a:cs typeface="+mn-lt"/>
              </a:rPr>
              <a:t>Wealth and health may be perceived as good. But if they lead a person to indulge in worldly desires and forget God, then they become evil for that person.</a:t>
            </a:r>
            <a:r>
              <a:rPr lang="en-US" sz="2100" b="1">
                <a:ea typeface="+mn-lt"/>
                <a:cs typeface="+mn-lt"/>
              </a:rPr>
              <a:t> “Have you seen the one who takes his desires as his god?” (Furqan 25:43) .</a:t>
            </a:r>
            <a:endParaRPr lang="en-US" sz="2100" b="1"/>
          </a:p>
        </p:txBody>
      </p:sp>
    </p:spTree>
    <p:extLst>
      <p:ext uri="{BB962C8B-B14F-4D97-AF65-F5344CB8AC3E}">
        <p14:creationId xmlns:p14="http://schemas.microsoft.com/office/powerpoint/2010/main" val="2477683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369363-A1AD-48CA-FB1B-E1B4395AD677}"/>
              </a:ext>
            </a:extLst>
          </p:cNvPr>
          <p:cNvSpPr>
            <a:spLocks noGrp="1"/>
          </p:cNvSpPr>
          <p:nvPr>
            <p:ph type="title"/>
          </p:nvPr>
        </p:nvSpPr>
        <p:spPr/>
        <p:txBody>
          <a:bodyPr/>
          <a:lstStyle/>
          <a:p>
            <a:r>
              <a:rPr lang="en-US">
                <a:ea typeface="+mj-lt"/>
                <a:cs typeface="+mj-lt"/>
              </a:rPr>
              <a:t>Concept of good and evil in Islam</a:t>
            </a:r>
          </a:p>
          <a:p>
            <a:endParaRPr lang="en-US"/>
          </a:p>
        </p:txBody>
      </p:sp>
      <p:sp>
        <p:nvSpPr>
          <p:cNvPr id="3" name="Content Placeholder 2">
            <a:extLst>
              <a:ext uri="{FF2B5EF4-FFF2-40B4-BE49-F238E27FC236}">
                <a16:creationId xmlns:a16="http://schemas.microsoft.com/office/drawing/2014/main" xmlns="" id="{C1484E1C-4D37-800B-F93C-E8956162CCBA}"/>
              </a:ext>
            </a:extLst>
          </p:cNvPr>
          <p:cNvSpPr>
            <a:spLocks noGrp="1"/>
          </p:cNvSpPr>
          <p:nvPr>
            <p:ph idx="1"/>
          </p:nvPr>
        </p:nvSpPr>
        <p:spPr/>
        <p:txBody>
          <a:bodyPr vert="horz" lIns="91440" tIns="45720" rIns="91440" bIns="45720" rtlCol="0" anchor="ctr">
            <a:noAutofit/>
          </a:bodyPr>
          <a:lstStyle/>
          <a:p>
            <a:r>
              <a:rPr lang="en-US" sz="2100">
                <a:ea typeface="+mn-lt"/>
                <a:cs typeface="+mn-lt"/>
              </a:rPr>
              <a:t>An inclination toward good and a dislike for evil is inherent in every human being. Prophet Muhammad teaches that good is the beautiful personality and beautiful virtues of a person, while evil is what makes one’s heart uncomfortable, unhappy, and is that side of a person that they do not want anyone to know about. Islam teaches that good deeds in this world are like seeds that will be harvested in the Hereafter: </a:t>
            </a:r>
            <a:r>
              <a:rPr lang="en-US" sz="2100" b="1">
                <a:ea typeface="+mn-lt"/>
                <a:cs typeface="+mn-lt"/>
              </a:rPr>
              <a:t>“Then shall anyone who has done an atom’s weight of good, see it!” (Zilzal 99:7) </a:t>
            </a:r>
            <a:r>
              <a:rPr lang="en-US" sz="2100">
                <a:ea typeface="+mn-lt"/>
                <a:cs typeface="+mn-lt"/>
              </a:rPr>
              <a:t>Also the Prophet said: </a:t>
            </a:r>
            <a:r>
              <a:rPr lang="en-US" sz="2100" b="1">
                <a:ea typeface="+mn-lt"/>
                <a:cs typeface="+mn-lt"/>
              </a:rPr>
              <a:t>“Save yourself from the Fire, even by giving half a date in charity, and if you do not find (half a date), then by saying a good word.” </a:t>
            </a:r>
            <a:r>
              <a:rPr lang="en-US" sz="2100">
                <a:ea typeface="+mn-lt"/>
                <a:cs typeface="+mn-lt"/>
              </a:rPr>
              <a:t>Good will be rewarded sooner or later. As stated in Holy Qur'an: </a:t>
            </a:r>
            <a:r>
              <a:rPr lang="en-US" sz="2100" b="1">
                <a:ea typeface="+mn-lt"/>
                <a:cs typeface="+mn-lt"/>
              </a:rPr>
              <a:t>“God is never unjust in the least degree: If there is any good (done), He doubles it, and gives from His own presence a great reward”.(Nisa 4:40)</a:t>
            </a:r>
            <a:r>
              <a:rPr lang="en-US" sz="2100">
                <a:ea typeface="+mn-lt"/>
                <a:cs typeface="+mn-lt"/>
              </a:rPr>
              <a:t> Doing good deeds results from an intention and motivation that causes the action, and therein lies its value.</a:t>
            </a:r>
            <a:endParaRPr lang="en-US" sz="2100"/>
          </a:p>
        </p:txBody>
      </p:sp>
    </p:spTree>
    <p:extLst>
      <p:ext uri="{BB962C8B-B14F-4D97-AF65-F5344CB8AC3E}">
        <p14:creationId xmlns:p14="http://schemas.microsoft.com/office/powerpoint/2010/main" val="1395335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DDB16E-290E-AA7A-065A-8D8134A436B6}"/>
              </a:ext>
            </a:extLst>
          </p:cNvPr>
          <p:cNvSpPr>
            <a:spLocks noGrp="1"/>
          </p:cNvSpPr>
          <p:nvPr>
            <p:ph type="title"/>
          </p:nvPr>
        </p:nvSpPr>
        <p:spPr/>
        <p:txBody>
          <a:bodyPr/>
          <a:lstStyle/>
          <a:p>
            <a:r>
              <a:rPr lang="en-US">
                <a:ea typeface="+mj-lt"/>
                <a:cs typeface="+mj-lt"/>
              </a:rPr>
              <a:t>Principles of morality : Forgiveness</a:t>
            </a:r>
          </a:p>
          <a:p>
            <a:endParaRPr lang="en-US"/>
          </a:p>
        </p:txBody>
      </p:sp>
      <p:sp>
        <p:nvSpPr>
          <p:cNvPr id="3" name="Content Placeholder 2">
            <a:extLst>
              <a:ext uri="{FF2B5EF4-FFF2-40B4-BE49-F238E27FC236}">
                <a16:creationId xmlns:a16="http://schemas.microsoft.com/office/drawing/2014/main" xmlns="" id="{00C8EE53-32BF-6D1A-773A-8F9FDD838CCE}"/>
              </a:ext>
            </a:extLst>
          </p:cNvPr>
          <p:cNvSpPr>
            <a:spLocks noGrp="1"/>
          </p:cNvSpPr>
          <p:nvPr>
            <p:ph idx="1"/>
          </p:nvPr>
        </p:nvSpPr>
        <p:spPr>
          <a:xfrm>
            <a:off x="1950841" y="2651448"/>
            <a:ext cx="10018713" cy="3124201"/>
          </a:xfrm>
        </p:spPr>
        <p:txBody>
          <a:bodyPr vert="horz" lIns="91440" tIns="45720" rIns="91440" bIns="45720" rtlCol="0" anchor="ctr">
            <a:noAutofit/>
          </a:bodyPr>
          <a:lstStyle/>
          <a:p>
            <a:r>
              <a:rPr lang="en-US" sz="2000">
                <a:ea typeface="+mn-lt"/>
                <a:cs typeface="+mn-lt"/>
              </a:rPr>
              <a:t>Among the most prominent moral values highly emphasized by Islam is that all Muslims should have the ability to forgive each other for their mistakes. Throughout the Quran, Allah makes it evident that he is the most forgiving. As stated : </a:t>
            </a:r>
            <a:r>
              <a:rPr lang="en-US" sz="2000" b="1">
                <a:ea typeface="+mn-lt"/>
                <a:cs typeface="+mn-lt"/>
              </a:rPr>
              <a:t>“If anyone does evil or wrongs his own soul but afterwards seeks God’s forgiveness, he will find God Oft-forgiving, Most Merciful”. (Surah An Nissa: 110)  and </a:t>
            </a:r>
            <a:r>
              <a:rPr lang="en-US" sz="2000">
                <a:ea typeface="+mn-lt"/>
                <a:cs typeface="+mn-lt"/>
              </a:rPr>
              <a:t> </a:t>
            </a:r>
            <a:r>
              <a:rPr lang="en-US" sz="2000" b="1">
                <a:ea typeface="+mn-lt"/>
                <a:cs typeface="+mn-lt"/>
              </a:rPr>
              <a:t>“We have not created the heavens and the earth and everything in between except for a purpose. And the Hour is certain to come, so forgive graciously.” (15:85). </a:t>
            </a:r>
            <a:r>
              <a:rPr lang="en-US" sz="2000">
                <a:ea typeface="+mn-lt"/>
                <a:cs typeface="+mn-lt"/>
              </a:rPr>
              <a:t>Here, Allah points out the benefits of reconciliation so as to convince the Muslims to be forbearing and patient towards each other. Compassion towards one another is also a trait of a Muslim society. </a:t>
            </a:r>
          </a:p>
          <a:p>
            <a:pPr>
              <a:buClr>
                <a:srgbClr val="1287C3"/>
              </a:buClr>
            </a:pPr>
            <a:r>
              <a:rPr lang="en-US" sz="2000">
                <a:ea typeface="+mn-lt"/>
                <a:cs typeface="+mn-lt"/>
              </a:rPr>
              <a:t>As Almighty Allah himself states in Holy Qur'an : </a:t>
            </a:r>
            <a:r>
              <a:rPr lang="en-US" sz="2000" b="1">
                <a:ea typeface="+mn-lt"/>
                <a:cs typeface="+mn-lt"/>
              </a:rPr>
              <a:t>"Muhammad is the messenger of Allah; and those who are with him are strong against Unbelievers, (but) compassionate amongst each other. (48:29).</a:t>
            </a:r>
            <a:r>
              <a:rPr lang="en-US" sz="2000">
                <a:ea typeface="+mn-lt"/>
                <a:cs typeface="+mn-lt"/>
              </a:rPr>
              <a:t> Thus, Islam lays out forgiveness as a necessary aspect for a society to be Islamic.</a:t>
            </a:r>
            <a:endParaRPr lang="en-US" sz="2000"/>
          </a:p>
        </p:txBody>
      </p:sp>
    </p:spTree>
    <p:extLst>
      <p:ext uri="{BB962C8B-B14F-4D97-AF65-F5344CB8AC3E}">
        <p14:creationId xmlns:p14="http://schemas.microsoft.com/office/powerpoint/2010/main" val="1513524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F7E988-DDA3-541C-6B95-2885A817D6F1}"/>
              </a:ext>
            </a:extLst>
          </p:cNvPr>
          <p:cNvSpPr>
            <a:spLocks noGrp="1"/>
          </p:cNvSpPr>
          <p:nvPr>
            <p:ph type="title"/>
          </p:nvPr>
        </p:nvSpPr>
        <p:spPr/>
        <p:txBody>
          <a:bodyPr/>
          <a:lstStyle/>
          <a:p>
            <a:r>
              <a:rPr lang="en-US"/>
              <a:t>Collective Morality</a:t>
            </a:r>
          </a:p>
        </p:txBody>
      </p:sp>
      <p:sp>
        <p:nvSpPr>
          <p:cNvPr id="3" name="Content Placeholder 2">
            <a:extLst>
              <a:ext uri="{FF2B5EF4-FFF2-40B4-BE49-F238E27FC236}">
                <a16:creationId xmlns:a16="http://schemas.microsoft.com/office/drawing/2014/main" xmlns="" id="{DE2B8559-2CD7-E2BE-33CA-E849C7FC4E47}"/>
              </a:ext>
            </a:extLst>
          </p:cNvPr>
          <p:cNvSpPr>
            <a:spLocks noGrp="1"/>
          </p:cNvSpPr>
          <p:nvPr>
            <p:ph idx="1"/>
          </p:nvPr>
        </p:nvSpPr>
        <p:spPr/>
        <p:txBody>
          <a:bodyPr>
            <a:normAutofit fontScale="92500" lnSpcReduction="10000"/>
          </a:bodyPr>
          <a:lstStyle/>
          <a:p>
            <a:r>
              <a:rPr lang="en-US">
                <a:ea typeface="+mn-lt"/>
                <a:cs typeface="+mn-lt"/>
              </a:rPr>
              <a:t>Collective morality is expressed in the Qur'an in such terms as equality, justice, fairness, brotherhood, mercy, compassion, solidarity, and freedom of choice. The preservation of a social order depends on each and every member of that society freely adhering to the same moral principles and practices. Islam, founded on individual and collective morality and responsibility, introduced a social revolution in the context in which it was first revealed. Collective morality is expressed in the Qur'an in such terms as equality, justice, fairness, brotherhood, mercy, compassion, solidarity, and freedom of choice. Leaders are responsible for the application of these principles and are accountable to God and man for their administration.</a:t>
            </a:r>
            <a:endParaRPr lang="en-US"/>
          </a:p>
        </p:txBody>
      </p:sp>
    </p:spTree>
    <p:extLst>
      <p:ext uri="{BB962C8B-B14F-4D97-AF65-F5344CB8AC3E}">
        <p14:creationId xmlns:p14="http://schemas.microsoft.com/office/powerpoint/2010/main" val="4112386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7E87A4-DF4C-E349-C6D5-B0E82F2834E8}"/>
              </a:ext>
            </a:extLst>
          </p:cNvPr>
          <p:cNvSpPr>
            <a:spLocks noGrp="1"/>
          </p:cNvSpPr>
          <p:nvPr>
            <p:ph type="title"/>
          </p:nvPr>
        </p:nvSpPr>
        <p:spPr/>
        <p:txBody>
          <a:bodyPr/>
          <a:lstStyle/>
          <a:p>
            <a:r>
              <a:rPr lang="en-US"/>
              <a:t>Equality Among Muslim Ummah</a:t>
            </a:r>
          </a:p>
        </p:txBody>
      </p:sp>
      <p:sp>
        <p:nvSpPr>
          <p:cNvPr id="3" name="Content Placeholder 2">
            <a:extLst>
              <a:ext uri="{FF2B5EF4-FFF2-40B4-BE49-F238E27FC236}">
                <a16:creationId xmlns:a16="http://schemas.microsoft.com/office/drawing/2014/main" xmlns="" id="{BBB77E2C-6974-C3AB-11DA-62B840D20EC9}"/>
              </a:ext>
            </a:extLst>
          </p:cNvPr>
          <p:cNvSpPr>
            <a:spLocks noGrp="1"/>
          </p:cNvSpPr>
          <p:nvPr>
            <p:ph idx="1"/>
          </p:nvPr>
        </p:nvSpPr>
        <p:spPr>
          <a:xfrm>
            <a:off x="1702024" y="2698101"/>
            <a:ext cx="10018713" cy="3124201"/>
          </a:xfrm>
        </p:spPr>
        <p:txBody>
          <a:bodyPr vert="horz" lIns="91440" tIns="45720" rIns="91440" bIns="45720" rtlCol="0" anchor="ctr">
            <a:noAutofit/>
          </a:bodyPr>
          <a:lstStyle/>
          <a:p>
            <a:r>
              <a:rPr lang="en-US" sz="2000">
                <a:ea typeface="+mn-lt"/>
                <a:cs typeface="+mn-lt"/>
              </a:rPr>
              <a:t>The equality of all Muslims is emphasized repeatedly throughout the Qur'an. There is a direct relationship between every man and his Creator, and there can be no intermediary. This particular closeness between the individual and God is paramount in belief as well as in practice. A Muslim is expected to not only be virtuous, but to also enjoin virtue. He/ She must not only refrain from evil and vice, but must also actively engage in asking people to eschew them. In other words, they must not only be morally healthy, but must also contribute to the moral health of society as a whole. The Prophet Mohammed (peace be upon him) summarized the conduct of a Muslim when he said: </a:t>
            </a:r>
            <a:r>
              <a:rPr lang="en-US" sz="2000" b="1">
                <a:ea typeface="+mn-lt"/>
                <a:cs typeface="+mn-lt"/>
              </a:rPr>
              <a:t>“My Sustainer has given me nine commands: to remain conscious of God, whether in private or in public; to speak justly, whether angry or pleased; to show moderation both when poor and when rich, to reunite friendship with those who have broken off with me; to give to him who refuses me; that my silence should be occupied with thought; that my looking should be an admonition; and that I should command what is right.”</a:t>
            </a:r>
            <a:endParaRPr lang="en-US" sz="2000" b="1"/>
          </a:p>
        </p:txBody>
      </p:sp>
    </p:spTree>
    <p:extLst>
      <p:ext uri="{BB962C8B-B14F-4D97-AF65-F5344CB8AC3E}">
        <p14:creationId xmlns:p14="http://schemas.microsoft.com/office/powerpoint/2010/main" val="3008770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2C6B6E-508E-4E72-27F7-B719CB510393}"/>
              </a:ext>
            </a:extLst>
          </p:cNvPr>
          <p:cNvSpPr>
            <a:spLocks noGrp="1"/>
          </p:cNvSpPr>
          <p:nvPr>
            <p:ph type="title"/>
          </p:nvPr>
        </p:nvSpPr>
        <p:spPr/>
        <p:txBody>
          <a:bodyPr>
            <a:normAutofit/>
          </a:bodyPr>
          <a:lstStyle/>
          <a:p>
            <a:r>
              <a:rPr lang="en-US" cap="all"/>
              <a:t>CONCLUSION</a:t>
            </a:r>
            <a:endParaRPr lang="en-US"/>
          </a:p>
          <a:p>
            <a:endParaRPr lang="en-US"/>
          </a:p>
        </p:txBody>
      </p:sp>
      <p:sp>
        <p:nvSpPr>
          <p:cNvPr id="3" name="Content Placeholder 2">
            <a:extLst>
              <a:ext uri="{FF2B5EF4-FFF2-40B4-BE49-F238E27FC236}">
                <a16:creationId xmlns:a16="http://schemas.microsoft.com/office/drawing/2014/main" xmlns="" id="{167E68D4-3290-4B4E-7A1B-83F76AFB7C14}"/>
              </a:ext>
            </a:extLst>
          </p:cNvPr>
          <p:cNvSpPr>
            <a:spLocks noGrp="1"/>
          </p:cNvSpPr>
          <p:nvPr>
            <p:ph idx="1"/>
          </p:nvPr>
        </p:nvSpPr>
        <p:spPr/>
        <p:txBody>
          <a:bodyPr>
            <a:normAutofit fontScale="92500" lnSpcReduction="10000"/>
          </a:bodyPr>
          <a:lstStyle/>
          <a:p>
            <a:pPr>
              <a:spcBef>
                <a:spcPct val="0"/>
              </a:spcBef>
              <a:spcAft>
                <a:spcPts val="0"/>
              </a:spcAft>
            </a:pPr>
            <a:r>
              <a:rPr lang="en-US">
                <a:ea typeface="+mn-lt"/>
                <a:cs typeface="+mn-lt"/>
              </a:rPr>
              <a:t>Good and evil are intricate concepts that are difficult to define without reference to some sound sources. The revealed scriptures, messengers of God and the human inner conscience provide us with the knowledge of good and evil, as well as giving us information on how to attain good and prevent evil.</a:t>
            </a:r>
            <a:endParaRPr lang="en-US"/>
          </a:p>
          <a:p>
            <a:pPr>
              <a:spcBef>
                <a:spcPct val="0"/>
              </a:spcBef>
              <a:spcAft>
                <a:spcPts val="0"/>
              </a:spcAft>
              <a:buClr>
                <a:srgbClr val="1287C3"/>
              </a:buClr>
            </a:pPr>
            <a:endParaRPr lang="en-US">
              <a:ea typeface="+mn-lt"/>
              <a:cs typeface="+mn-lt"/>
            </a:endParaRPr>
          </a:p>
          <a:p>
            <a:pPr>
              <a:spcBef>
                <a:spcPct val="0"/>
              </a:spcBef>
              <a:spcAft>
                <a:spcPts val="0"/>
              </a:spcAft>
              <a:buClr>
                <a:srgbClr val="1287C3"/>
              </a:buClr>
            </a:pPr>
            <a:r>
              <a:rPr lang="en-US">
                <a:ea typeface="+mn-lt"/>
                <a:cs typeface="+mn-lt"/>
              </a:rPr>
              <a:t>The message of Holy Prophet is established on the foundations of Islam’s moral system. The concept of the love of God and the love of His messenger is tied with a person’s adherence to honorable and outstanding ethical and moral values. The Prophet summarized the whole purpose of his messenger-ship as the completion and perfection of good character.</a:t>
            </a:r>
          </a:p>
          <a:p>
            <a:pPr algn="ctr">
              <a:spcBef>
                <a:spcPct val="0"/>
              </a:spcBef>
              <a:spcAft>
                <a:spcPts val="0"/>
              </a:spcAft>
              <a:buClr>
                <a:srgbClr val="1287C3"/>
              </a:buClr>
            </a:pPr>
            <a:endParaRPr lang="en-US"/>
          </a:p>
          <a:p>
            <a:pPr>
              <a:buClr>
                <a:srgbClr val="1287C3"/>
              </a:buClr>
            </a:pPr>
            <a:endParaRPr lang="en-US"/>
          </a:p>
        </p:txBody>
      </p:sp>
    </p:spTree>
    <p:extLst>
      <p:ext uri="{BB962C8B-B14F-4D97-AF65-F5344CB8AC3E}">
        <p14:creationId xmlns:p14="http://schemas.microsoft.com/office/powerpoint/2010/main" val="27959132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office theme</Template>
  <TotalTime>31</TotalTime>
  <Words>1049</Words>
  <Application>Microsoft Office PowerPoint</Application>
  <PresentationFormat>Widescreen</PresentationFormat>
  <Paragraphs>23</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Corbel</vt:lpstr>
      <vt:lpstr>Parallax</vt:lpstr>
      <vt:lpstr>Concept of good and evil in Islam  Principles of morality</vt:lpstr>
      <vt:lpstr>What is Islam ?</vt:lpstr>
      <vt:lpstr>Concept of good and evil in Islam</vt:lpstr>
      <vt:lpstr>Concept of good and evil in Islam </vt:lpstr>
      <vt:lpstr>Concept of good and evil in Islam </vt:lpstr>
      <vt:lpstr>Principles of morality : Forgiveness </vt:lpstr>
      <vt:lpstr>Collective Morality</vt:lpstr>
      <vt:lpstr>Equality Among Muslim Ummah</vt:lpstr>
      <vt:lpstr>CONCLUSION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Lenovo</cp:lastModifiedBy>
  <cp:revision>4</cp:revision>
  <dcterms:created xsi:type="dcterms:W3CDTF">2022-12-04T14:18:09Z</dcterms:created>
  <dcterms:modified xsi:type="dcterms:W3CDTF">2022-12-07T04:14:33Z</dcterms:modified>
</cp:coreProperties>
</file>