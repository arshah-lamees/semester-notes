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C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49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2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8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80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8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8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7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8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4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29B82-58DD-49DD-93BC-715337ECCEB9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B4962-B69F-4256-BB91-E0360D53E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712" y="5927377"/>
            <a:ext cx="37680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n w="0"/>
                <a:solidFill>
                  <a:srgbClr val="86C3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Roll no:</a:t>
            </a:r>
          </a:p>
          <a:p>
            <a:r>
              <a:rPr lang="en-US" b="0" cap="none" spc="0" dirty="0" smtClean="0">
                <a:ln w="0"/>
                <a:solidFill>
                  <a:srgbClr val="86C3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22L-6979</a:t>
            </a:r>
            <a:endParaRPr lang="en-US" b="0" cap="none" spc="0" dirty="0" smtClean="0">
              <a:ln w="0"/>
              <a:solidFill>
                <a:srgbClr val="86C33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819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38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81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09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02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5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37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740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50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100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67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039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981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351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377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2693" y="5193177"/>
            <a:ext cx="3315203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rgbClr val="86C33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0237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</cp:revision>
  <dcterms:created xsi:type="dcterms:W3CDTF">2022-12-04T09:03:11Z</dcterms:created>
  <dcterms:modified xsi:type="dcterms:W3CDTF">2022-12-04T09:04:31Z</dcterms:modified>
</cp:coreProperties>
</file>