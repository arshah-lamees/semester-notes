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1" r:id="rId1"/>
  </p:sldMasterIdLst>
  <p:notesMasterIdLst>
    <p:notesMasterId r:id="rId20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65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9" autoAdjust="0"/>
    <p:restoredTop sz="94668" autoAdjust="0"/>
  </p:normalViewPr>
  <p:slideViewPr>
    <p:cSldViewPr snapToGrid="0" snapToObjects="1">
      <p:cViewPr varScale="1">
        <p:scale>
          <a:sx n="81" d="100"/>
          <a:sy n="81" d="100"/>
        </p:scale>
        <p:origin x="105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957FD-5ABD-D74B-8657-8E3B3CD4265F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81755-0FDF-5E47-869C-57664623E0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81755-0FDF-5E47-869C-57664623E08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411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7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441ED-22D9-48D6-AD92-DEFB122789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8CD68F6-BEBD-2B40-ACAB-7244CB458D85}" type="datetimeFigureOut">
              <a:rPr lang="en-US" smtClean="0"/>
              <a:pPr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Slides prepared by Bismillah Jan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886E766-0075-C345-BF86-B9CEB0CEF5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</p:sldLayoutIdLs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ordpress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1" y="4126524"/>
            <a:ext cx="9073319" cy="175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0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Creating a </a:t>
            </a:r>
            <a:r>
              <a:rPr lang="en-US" dirty="0" err="1" smtClean="0"/>
              <a:t>WordPress</a:t>
            </a:r>
            <a:r>
              <a:rPr lang="en-US" dirty="0" smtClean="0"/>
              <a:t> Website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Is </a:t>
            </a:r>
            <a:r>
              <a:rPr lang="en-US" dirty="0" err="1" smtClean="0"/>
              <a:t>WordPress</a:t>
            </a:r>
            <a:r>
              <a:rPr lang="en-US" dirty="0" smtClean="0"/>
              <a:t> for You?</a:t>
            </a:r>
            <a:endParaRPr lang="en-US" dirty="0"/>
          </a:p>
        </p:txBody>
      </p:sp>
      <p:pic>
        <p:nvPicPr>
          <p:cNvPr id="4" name="Picture 3" descr="intro-p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7059"/>
            <a:ext cx="9144000" cy="505729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started with </a:t>
            </a:r>
            <a:r>
              <a:rPr lang="en-US" dirty="0" err="1" smtClean="0"/>
              <a:t>wordpress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https://wordpress.com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12" y="2813538"/>
            <a:ext cx="8242838" cy="360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6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 Up on </a:t>
            </a:r>
            <a:r>
              <a:rPr lang="en-US" dirty="0" err="1" smtClean="0"/>
              <a:t>wordpress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143" y="2180492"/>
            <a:ext cx="3270738" cy="3992563"/>
          </a:xfrm>
        </p:spPr>
        <p:txBody>
          <a:bodyPr/>
          <a:lstStyle/>
          <a:p>
            <a:r>
              <a:rPr lang="en-US" dirty="0" smtClean="0"/>
              <a:t>Click on sign up</a:t>
            </a:r>
          </a:p>
          <a:p>
            <a:r>
              <a:rPr lang="en-US" dirty="0" smtClean="0"/>
              <a:t>You will see the given page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881" y="1395046"/>
            <a:ext cx="5718119" cy="50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2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4" y="630382"/>
            <a:ext cx="5647714" cy="967840"/>
          </a:xfrm>
        </p:spPr>
        <p:txBody>
          <a:bodyPr/>
          <a:lstStyle/>
          <a:p>
            <a:r>
              <a:rPr lang="en-US" dirty="0" err="1" smtClean="0"/>
              <a:t>Registring</a:t>
            </a:r>
            <a:r>
              <a:rPr lang="en-US" dirty="0" smtClean="0"/>
              <a:t> to </a:t>
            </a:r>
            <a:r>
              <a:rPr lang="en-US" dirty="0" err="1" smtClean="0"/>
              <a:t>wordpress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2110154"/>
            <a:ext cx="7076747" cy="3992563"/>
          </a:xfrm>
        </p:spPr>
        <p:txBody>
          <a:bodyPr/>
          <a:lstStyle/>
          <a:p>
            <a:r>
              <a:rPr lang="en-US" dirty="0" smtClean="0"/>
              <a:t>Fill the form</a:t>
            </a:r>
          </a:p>
          <a:p>
            <a:r>
              <a:rPr lang="en-US" dirty="0" smtClean="0"/>
              <a:t>Press Continue button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871" y="1449034"/>
            <a:ext cx="4577129" cy="531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3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Selecting URL for your 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63969"/>
            <a:ext cx="7076747" cy="3992563"/>
          </a:xfrm>
        </p:spPr>
        <p:txBody>
          <a:bodyPr/>
          <a:lstStyle/>
          <a:p>
            <a:r>
              <a:rPr lang="en-US" dirty="0" smtClean="0"/>
              <a:t>Enter any URL having </a:t>
            </a:r>
            <a:r>
              <a:rPr lang="en-US" dirty="0" err="1" smtClean="0"/>
              <a:t>wordpress</a:t>
            </a:r>
            <a:endParaRPr lang="en-US" dirty="0" smtClean="0"/>
          </a:p>
          <a:p>
            <a:r>
              <a:rPr lang="en-US" dirty="0" smtClean="0"/>
              <a:t>Select the Free one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569" y="3330501"/>
            <a:ext cx="6324431" cy="33310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846277" y="5306695"/>
            <a:ext cx="2297723" cy="52974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819569" y="3201548"/>
            <a:ext cx="2297723" cy="52974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5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4158883" cy="967840"/>
          </a:xfrm>
        </p:spPr>
        <p:txBody>
          <a:bodyPr>
            <a:normAutofit/>
          </a:bodyPr>
          <a:lstStyle/>
          <a:p>
            <a:r>
              <a:rPr lang="en-US" dirty="0" smtClean="0"/>
              <a:t>Select a Free URL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092" y="1645114"/>
            <a:ext cx="7076747" cy="3992563"/>
          </a:xfrm>
        </p:spPr>
        <p:txBody>
          <a:bodyPr/>
          <a:lstStyle/>
          <a:p>
            <a:r>
              <a:rPr lang="en-US" dirty="0" smtClean="0"/>
              <a:t>Start with the Free option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0" y="2617850"/>
            <a:ext cx="8795971" cy="419916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95092" y="3366929"/>
            <a:ext cx="2086707" cy="270100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9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4" y="1989807"/>
            <a:ext cx="3865806" cy="3992563"/>
          </a:xfrm>
        </p:spPr>
        <p:txBody>
          <a:bodyPr/>
          <a:lstStyle/>
          <a:p>
            <a:r>
              <a:rPr lang="en-US" dirty="0" smtClean="0"/>
              <a:t>Create your account by entering email address, choose a user name and a password</a:t>
            </a:r>
          </a:p>
          <a:p>
            <a:r>
              <a:rPr lang="en-US" dirty="0" smtClean="0"/>
              <a:t>You may also get login by clicking on </a:t>
            </a:r>
            <a:r>
              <a:rPr lang="en-US" dirty="0" smtClean="0">
                <a:solidFill>
                  <a:srgbClr val="0070C0"/>
                </a:solidFill>
              </a:rPr>
              <a:t>Continue with </a:t>
            </a:r>
            <a:r>
              <a:rPr lang="en-US" dirty="0" err="1" smtClean="0">
                <a:solidFill>
                  <a:srgbClr val="0070C0"/>
                </a:solidFill>
              </a:rPr>
              <a:t>google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Then</a:t>
            </a:r>
            <a:r>
              <a:rPr lang="en-US" dirty="0" smtClean="0">
                <a:solidFill>
                  <a:srgbClr val="0070C0"/>
                </a:solidFill>
              </a:rPr>
              <a:t> Continue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9907" t="15622" r="31080" b="6673"/>
          <a:stretch/>
        </p:blipFill>
        <p:spPr>
          <a:xfrm>
            <a:off x="4067908" y="967153"/>
            <a:ext cx="5076092" cy="559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9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43314" cy="967840"/>
          </a:xfrm>
        </p:spPr>
        <p:txBody>
          <a:bodyPr>
            <a:noAutofit/>
          </a:bodyPr>
          <a:lstStyle/>
          <a:p>
            <a:r>
              <a:rPr lang="en-US" sz="2400" dirty="0"/>
              <a:t>After confirming your email you will see </a:t>
            </a:r>
            <a:r>
              <a:rPr lang="en-US" sz="2400" dirty="0" smtClean="0"/>
              <a:t>the </a:t>
            </a:r>
            <a:r>
              <a:rPr lang="en-US" sz="2400" dirty="0"/>
              <a:t>following </a:t>
            </a:r>
            <a:r>
              <a:rPr lang="en-US" sz="2400" b="1" dirty="0" smtClean="0">
                <a:solidFill>
                  <a:srgbClr val="00B0F0"/>
                </a:solidFill>
              </a:rPr>
              <a:t>Admin</a:t>
            </a:r>
            <a:r>
              <a:rPr lang="en-US" sz="2400" dirty="0" smtClean="0">
                <a:solidFill>
                  <a:srgbClr val="00B0F0"/>
                </a:solidFill>
              </a:rPr>
              <a:t> </a:t>
            </a:r>
            <a:r>
              <a:rPr lang="en-US" sz="2400" dirty="0" smtClean="0"/>
              <a:t>page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1200" dirty="0"/>
              <a:t>https://wordpress.com/checklist/webdevelopment.video.blog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5" y="1875692"/>
            <a:ext cx="9028445" cy="4138246"/>
          </a:xfrm>
          <a:prstGeom prst="rect">
            <a:avLst/>
          </a:prstGeom>
        </p:spPr>
      </p:pic>
      <p:sp>
        <p:nvSpPr>
          <p:cNvPr id="6" name="Line Callout 2 5"/>
          <p:cNvSpPr/>
          <p:nvPr/>
        </p:nvSpPr>
        <p:spPr>
          <a:xfrm>
            <a:off x="2356337" y="2731476"/>
            <a:ext cx="2625970" cy="1066800"/>
          </a:xfrm>
          <a:prstGeom prst="borderCallout2">
            <a:avLst>
              <a:gd name="adj1" fmla="val 70398"/>
              <a:gd name="adj2" fmla="val -2976"/>
              <a:gd name="adj3" fmla="val -14217"/>
              <a:gd name="adj4" fmla="val -30506"/>
              <a:gd name="adj5" fmla="val -13462"/>
              <a:gd name="adj6" fmla="val -71905"/>
            </a:avLst>
          </a:prstGeom>
          <a:solidFill>
            <a:srgbClr val="57D3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This is your website URL</a:t>
            </a:r>
          </a:p>
          <a:p>
            <a:pPr algn="ctr"/>
            <a:r>
              <a:rPr lang="en-US" sz="1400" dirty="0" err="1" smtClean="0">
                <a:solidFill>
                  <a:srgbClr val="FF0000"/>
                </a:solidFill>
              </a:rPr>
              <a:t>Webdevelopment.video.blog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5292" y="6152272"/>
            <a:ext cx="175846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Remember this is </a:t>
            </a:r>
            <a:r>
              <a:rPr lang="en-US" dirty="0" smtClean="0">
                <a:solidFill>
                  <a:srgbClr val="FF0000"/>
                </a:solidFill>
              </a:rPr>
              <a:t>Admin </a:t>
            </a:r>
            <a:r>
              <a:rPr lang="en-US" dirty="0" smtClean="0"/>
              <a:t>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09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7312391" cy="967840"/>
          </a:xfrm>
        </p:spPr>
        <p:txBody>
          <a:bodyPr>
            <a:noAutofit/>
          </a:bodyPr>
          <a:lstStyle/>
          <a:p>
            <a:r>
              <a:rPr lang="en-US" sz="2400" dirty="0" smtClean="0"/>
              <a:t>Now go to next page and write your URL in address bar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58" y="1817662"/>
            <a:ext cx="8809892" cy="4624437"/>
          </a:xfrm>
          <a:prstGeom prst="rect">
            <a:avLst/>
          </a:prstGeom>
        </p:spPr>
      </p:pic>
      <p:sp>
        <p:nvSpPr>
          <p:cNvPr id="5" name="Line Callout 2 4"/>
          <p:cNvSpPr/>
          <p:nvPr/>
        </p:nvSpPr>
        <p:spPr>
          <a:xfrm>
            <a:off x="468518" y="2691030"/>
            <a:ext cx="2625970" cy="1066800"/>
          </a:xfrm>
          <a:prstGeom prst="borderCallout2">
            <a:avLst>
              <a:gd name="adj1" fmla="val 70398"/>
              <a:gd name="adj2" fmla="val -2976"/>
              <a:gd name="adj3" fmla="val -63668"/>
              <a:gd name="adj4" fmla="val 21726"/>
              <a:gd name="adj5" fmla="val -64011"/>
              <a:gd name="adj6" fmla="val 93720"/>
            </a:avLst>
          </a:prstGeom>
          <a:solidFill>
            <a:srgbClr val="57D3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You will see your URL here.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69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Changing Theme of your 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0861"/>
            <a:ext cx="4475406" cy="3992563"/>
          </a:xfrm>
        </p:spPr>
        <p:txBody>
          <a:bodyPr/>
          <a:lstStyle/>
          <a:p>
            <a:r>
              <a:rPr lang="en-US" dirty="0" smtClean="0"/>
              <a:t>Go back to the </a:t>
            </a:r>
            <a:r>
              <a:rPr lang="en-US" dirty="0" smtClean="0">
                <a:solidFill>
                  <a:srgbClr val="FF0000"/>
                </a:solidFill>
              </a:rPr>
              <a:t>Admin</a:t>
            </a:r>
            <a:r>
              <a:rPr lang="en-US" dirty="0" smtClean="0"/>
              <a:t> page</a:t>
            </a:r>
          </a:p>
          <a:p>
            <a:r>
              <a:rPr lang="en-US" dirty="0" smtClean="0"/>
              <a:t>You will see </a:t>
            </a:r>
            <a:r>
              <a:rPr lang="en-US" dirty="0" smtClean="0">
                <a:solidFill>
                  <a:srgbClr val="0070C0"/>
                </a:solidFill>
              </a:rPr>
              <a:t>Customize</a:t>
            </a:r>
            <a:r>
              <a:rPr lang="en-US" dirty="0" smtClean="0"/>
              <a:t> option on the left click on it</a:t>
            </a:r>
          </a:p>
          <a:p>
            <a:r>
              <a:rPr lang="en-US" dirty="0" smtClean="0"/>
              <a:t>You will see many themes.</a:t>
            </a:r>
            <a:r>
              <a:rPr lang="en-US" dirty="0"/>
              <a:t> </a:t>
            </a:r>
            <a:r>
              <a:rPr lang="en-US" dirty="0" smtClean="0"/>
              <a:t>Select a free theme and activate it. I chose </a:t>
            </a:r>
            <a:r>
              <a:rPr lang="en-US" dirty="0" smtClean="0">
                <a:solidFill>
                  <a:srgbClr val="0070C0"/>
                </a:solidFill>
              </a:rPr>
              <a:t>Dara </a:t>
            </a:r>
            <a:r>
              <a:rPr lang="en-US" sz="1800" dirty="0" smtClean="0">
                <a:solidFill>
                  <a:schemeClr val="tx1"/>
                </a:solidFill>
              </a:rPr>
              <a:t>(name of the theme) </a:t>
            </a:r>
            <a:r>
              <a:rPr lang="en-US" dirty="0" smtClean="0">
                <a:solidFill>
                  <a:schemeClr val="tx1"/>
                </a:solidFill>
              </a:rPr>
              <a:t>theme.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35694"/>
          <a:stretch/>
        </p:blipFill>
        <p:spPr>
          <a:xfrm>
            <a:off x="4988171" y="1948497"/>
            <a:ext cx="3991708" cy="4267566"/>
          </a:xfrm>
          <a:prstGeom prst="rect">
            <a:avLst/>
          </a:prstGeom>
        </p:spPr>
      </p:pic>
      <p:sp>
        <p:nvSpPr>
          <p:cNvPr id="7" name="Line Callout 2 6"/>
          <p:cNvSpPr/>
          <p:nvPr/>
        </p:nvSpPr>
        <p:spPr>
          <a:xfrm>
            <a:off x="4988171" y="4220308"/>
            <a:ext cx="1729152" cy="492369"/>
          </a:xfrm>
          <a:prstGeom prst="borderCallout2">
            <a:avLst>
              <a:gd name="adj1" fmla="val 18750"/>
              <a:gd name="adj2" fmla="val -8333"/>
              <a:gd name="adj3" fmla="val -266964"/>
              <a:gd name="adj4" fmla="val -79040"/>
              <a:gd name="adj5" fmla="val -263691"/>
              <a:gd name="adj6" fmla="val -149718"/>
            </a:avLst>
          </a:prstGeom>
          <a:noFill/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3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22031" y="2133600"/>
            <a:ext cx="8608401" cy="3802770"/>
            <a:chOff x="422031" y="2644922"/>
            <a:chExt cx="8608401" cy="380277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2031" y="2644922"/>
              <a:ext cx="8608401" cy="3802770"/>
            </a:xfrm>
            <a:prstGeom prst="rect">
              <a:avLst/>
            </a:prstGeom>
          </p:spPr>
        </p:pic>
        <p:sp>
          <p:nvSpPr>
            <p:cNvPr id="5" name="Line Callout 2 4"/>
            <p:cNvSpPr/>
            <p:nvPr/>
          </p:nvSpPr>
          <p:spPr>
            <a:xfrm>
              <a:off x="3892062" y="4360985"/>
              <a:ext cx="1899138" cy="1017661"/>
            </a:xfrm>
            <a:prstGeom prst="borderCallout2">
              <a:avLst>
                <a:gd name="adj1" fmla="val 86716"/>
                <a:gd name="adj2" fmla="val 100926"/>
                <a:gd name="adj3" fmla="val 191544"/>
                <a:gd name="adj4" fmla="val 187654"/>
                <a:gd name="adj5" fmla="val 193138"/>
                <a:gd name="adj6" fmla="val 255185"/>
              </a:avLst>
            </a:prstGeom>
            <a:ln w="2857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This one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5845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Activating a FREE theme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1" y="2286000"/>
            <a:ext cx="9062709" cy="4134949"/>
          </a:xfrm>
          <a:prstGeom prst="rect">
            <a:avLst/>
          </a:prstGeom>
        </p:spPr>
      </p:pic>
      <p:sp>
        <p:nvSpPr>
          <p:cNvPr id="5" name="Line Callout 2 4"/>
          <p:cNvSpPr/>
          <p:nvPr/>
        </p:nvSpPr>
        <p:spPr>
          <a:xfrm>
            <a:off x="1066801" y="2832002"/>
            <a:ext cx="1899138" cy="1017661"/>
          </a:xfrm>
          <a:prstGeom prst="borderCallout2">
            <a:avLst>
              <a:gd name="adj1" fmla="val 86716"/>
              <a:gd name="adj2" fmla="val 100926"/>
              <a:gd name="adj3" fmla="val 109755"/>
              <a:gd name="adj4" fmla="val 114197"/>
              <a:gd name="adj5" fmla="val 110197"/>
              <a:gd name="adj6" fmla="val 183580"/>
            </a:avLst>
          </a:prstGeom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Activate theme from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95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After activating and going to your site </a:t>
            </a:r>
            <a:r>
              <a:rPr lang="en-US" sz="1200" dirty="0"/>
              <a:t>(https://webdevelopment.video.blog/)</a:t>
            </a:r>
            <a:r>
              <a:rPr lang="en-US" sz="2000" dirty="0"/>
              <a:t> </a:t>
            </a:r>
            <a:r>
              <a:rPr lang="en-US" sz="2000" dirty="0" smtClean="0"/>
              <a:t>you will see the activated theme.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68" y="1598222"/>
            <a:ext cx="7534275" cy="5172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547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a blog/post to your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1503" y="2133600"/>
            <a:ext cx="4384835" cy="3992563"/>
          </a:xfrm>
        </p:spPr>
        <p:txBody>
          <a:bodyPr/>
          <a:lstStyle/>
          <a:p>
            <a:r>
              <a:rPr lang="en-US" dirty="0" smtClean="0"/>
              <a:t>Again go to </a:t>
            </a:r>
            <a:r>
              <a:rPr lang="en-US" dirty="0" smtClean="0">
                <a:solidFill>
                  <a:srgbClr val="0070C0"/>
                </a:solidFill>
              </a:rPr>
              <a:t>Admin</a:t>
            </a:r>
            <a:r>
              <a:rPr lang="en-US" dirty="0" smtClean="0"/>
              <a:t> page and go to </a:t>
            </a:r>
            <a:r>
              <a:rPr lang="en-US" dirty="0" smtClean="0">
                <a:solidFill>
                  <a:srgbClr val="0070C0"/>
                </a:solidFill>
              </a:rPr>
              <a:t>Blog Posts </a:t>
            </a:r>
            <a:r>
              <a:rPr lang="en-US" dirty="0" smtClean="0">
                <a:solidFill>
                  <a:schemeClr val="tx1"/>
                </a:solidFill>
              </a:rPr>
              <a:t>and click on </a:t>
            </a:r>
            <a:r>
              <a:rPr lang="en-US" dirty="0" smtClean="0">
                <a:solidFill>
                  <a:srgbClr val="0070C0"/>
                </a:solidFill>
              </a:rPr>
              <a:t>Add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You will see an editor page just like </a:t>
            </a:r>
            <a:r>
              <a:rPr lang="en-US" dirty="0" smtClean="0">
                <a:solidFill>
                  <a:srgbClr val="0070C0"/>
                </a:solidFill>
              </a:rPr>
              <a:t>MS Word. </a:t>
            </a:r>
            <a:r>
              <a:rPr lang="en-US" dirty="0" smtClean="0">
                <a:solidFill>
                  <a:schemeClr val="tx1"/>
                </a:solidFill>
              </a:rPr>
              <a:t>(Given in next slide)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5" y="1999883"/>
            <a:ext cx="2600325" cy="4429125"/>
          </a:xfrm>
          <a:prstGeom prst="rect">
            <a:avLst/>
          </a:prstGeom>
        </p:spPr>
      </p:pic>
      <p:sp>
        <p:nvSpPr>
          <p:cNvPr id="5" name="Line Callout 2 4"/>
          <p:cNvSpPr/>
          <p:nvPr/>
        </p:nvSpPr>
        <p:spPr>
          <a:xfrm>
            <a:off x="6377354" y="5282125"/>
            <a:ext cx="2309445" cy="614583"/>
          </a:xfrm>
          <a:prstGeom prst="borderCallout2">
            <a:avLst>
              <a:gd name="adj1" fmla="val 63826"/>
              <a:gd name="adj2" fmla="val -1105"/>
              <a:gd name="adj3" fmla="val -388098"/>
              <a:gd name="adj4" fmla="val -91386"/>
              <a:gd name="adj5" fmla="val -389563"/>
              <a:gd name="adj6" fmla="val -144339"/>
            </a:avLst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48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add a blog/post to your site?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2" y="2133600"/>
            <a:ext cx="8944708" cy="4248150"/>
          </a:xfrm>
          <a:prstGeom prst="rect">
            <a:avLst/>
          </a:prstGeom>
        </p:spPr>
      </p:pic>
      <p:sp>
        <p:nvSpPr>
          <p:cNvPr id="5" name="Line Callout 2 4"/>
          <p:cNvSpPr/>
          <p:nvPr/>
        </p:nvSpPr>
        <p:spPr>
          <a:xfrm>
            <a:off x="1078118" y="2016370"/>
            <a:ext cx="2509143" cy="1134892"/>
          </a:xfrm>
          <a:prstGeom prst="borderCallout2">
            <a:avLst>
              <a:gd name="adj1" fmla="val 86716"/>
              <a:gd name="adj2" fmla="val 100926"/>
              <a:gd name="adj3" fmla="val 49258"/>
              <a:gd name="adj4" fmla="val 277255"/>
              <a:gd name="adj5" fmla="val 49581"/>
              <a:gd name="adj6" fmla="val 313466"/>
            </a:avLst>
          </a:prstGeom>
          <a:solidFill>
            <a:srgbClr val="7030A0"/>
          </a:solidFill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Write any thing you want to post on your page and then click on  Publish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3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You will see the post on your site as following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77561" y="1836493"/>
            <a:ext cx="6246895" cy="42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5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Now its your turn to explore the </a:t>
            </a:r>
            <a:r>
              <a:rPr lang="en-US" sz="3600" dirty="0" err="1" smtClean="0"/>
              <a:t>wordpress</a:t>
            </a:r>
            <a:r>
              <a:rPr lang="en-US" sz="3600" dirty="0" smtClean="0"/>
              <a:t>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You can also add </a:t>
            </a:r>
            <a:endParaRPr lang="en-US" dirty="0"/>
          </a:p>
          <a:p>
            <a:r>
              <a:rPr lang="en-US" dirty="0" smtClean="0"/>
              <a:t>Pages</a:t>
            </a:r>
          </a:p>
          <a:p>
            <a:r>
              <a:rPr lang="en-US" dirty="0" smtClean="0"/>
              <a:t>Media</a:t>
            </a:r>
          </a:p>
          <a:p>
            <a:r>
              <a:rPr lang="en-US" dirty="0" smtClean="0"/>
              <a:t>Comments</a:t>
            </a:r>
          </a:p>
          <a:p>
            <a:r>
              <a:rPr lang="en-US" dirty="0" smtClean="0"/>
              <a:t>Can Site pages in your blog</a:t>
            </a:r>
          </a:p>
          <a:p>
            <a:r>
              <a:rPr lang="en-US" dirty="0" smtClean="0"/>
              <a:t>Even you can share your post on any Social Media platform from your site.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064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pectrum">
  <a:themeElements>
    <a:clrScheme name="Spectrum">
      <a:dk1>
        <a:sysClr val="windowText" lastClr="000000"/>
      </a:dk1>
      <a:lt1>
        <a:sysClr val="window" lastClr="FFFFFF"/>
      </a:lt1>
      <a:dk2>
        <a:srgbClr val="252731"/>
      </a:dk2>
      <a:lt2>
        <a:srgbClr val="EAE7E4"/>
      </a:lt2>
      <a:accent1>
        <a:srgbClr val="990000"/>
      </a:accent1>
      <a:accent2>
        <a:srgbClr val="FF6600"/>
      </a:accent2>
      <a:accent3>
        <a:srgbClr val="FFBA00"/>
      </a:accent3>
      <a:accent4>
        <a:srgbClr val="99CC00"/>
      </a:accent4>
      <a:accent5>
        <a:srgbClr val="528A02"/>
      </a:accent5>
      <a:accent6>
        <a:srgbClr val="333333"/>
      </a:accent6>
      <a:hlink>
        <a:srgbClr val="660000"/>
      </a:hlink>
      <a:folHlink>
        <a:srgbClr val="CC3300"/>
      </a:folHlink>
    </a:clrScheme>
    <a:fontScheme name="Spectrum">
      <a:majorFont>
        <a:latin typeface="Corbel"/>
        <a:ea typeface=""/>
        <a:cs typeface=""/>
        <a:font script="Jpan" typeface="ＭＳ ゴシック"/>
      </a:majorFont>
      <a:minorFont>
        <a:latin typeface="Calibri"/>
        <a:ea typeface=""/>
        <a:cs typeface=""/>
        <a:font script="Jpan" typeface="ＭＳ ゴシック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275</TotalTime>
  <Words>318</Words>
  <Application>Microsoft Office PowerPoint</Application>
  <PresentationFormat>On-screen Show (4:3)</PresentationFormat>
  <Paragraphs>48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Corbel</vt:lpstr>
      <vt:lpstr>Wingdings</vt:lpstr>
      <vt:lpstr>Spectrum</vt:lpstr>
      <vt:lpstr>PowerPoint Presentation</vt:lpstr>
      <vt:lpstr>Creating a WordPress Website</vt:lpstr>
      <vt:lpstr>Getting started with wordpress</vt:lpstr>
      <vt:lpstr>Sign Up on wordpress</vt:lpstr>
      <vt:lpstr>Registring to wordpress</vt:lpstr>
      <vt:lpstr>Selecting URL for your Site</vt:lpstr>
      <vt:lpstr>Select a Free URL</vt:lpstr>
      <vt:lpstr>PowerPoint Presentation</vt:lpstr>
      <vt:lpstr>After confirming your email you will see the following Admin page https://wordpress.com/checklist/webdevelopment.video.blog </vt:lpstr>
      <vt:lpstr>Now go to next page and write your URL in address bar</vt:lpstr>
      <vt:lpstr>Changing Theme of your site</vt:lpstr>
      <vt:lpstr>PowerPoint Presentation</vt:lpstr>
      <vt:lpstr>Activating a FREE theme</vt:lpstr>
      <vt:lpstr>After activating and going to your site (https://webdevelopment.video.blog/) you will see the activated theme.</vt:lpstr>
      <vt:lpstr>Adding a blog/post to your page</vt:lpstr>
      <vt:lpstr>How to add a blog/post to your site?</vt:lpstr>
      <vt:lpstr>You will see the post on your site as following</vt:lpstr>
      <vt:lpstr>Now its your turn to explore the wordpress.</vt:lpstr>
    </vt:vector>
  </TitlesOfParts>
  <Company>Melody Sharp Web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Creating a WordPress Website</dc:title>
  <dc:creator>Melody Sharp</dc:creator>
  <cp:keywords/>
  <cp:lastModifiedBy>Bismillah Jan</cp:lastModifiedBy>
  <cp:revision>121</cp:revision>
  <dcterms:created xsi:type="dcterms:W3CDTF">2011-01-23T20:27:30Z</dcterms:created>
  <dcterms:modified xsi:type="dcterms:W3CDTF">2018-10-15T18:13:05Z</dcterms:modified>
</cp:coreProperties>
</file>