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61" r:id="rId6"/>
    <p:sldId id="260" r:id="rId7"/>
    <p:sldId id="258" r:id="rId8"/>
    <p:sldId id="262" r:id="rId9"/>
    <p:sldId id="267" r:id="rId10"/>
    <p:sldId id="263" r:id="rId11"/>
    <p:sldId id="264" r:id="rId12"/>
    <p:sldId id="265" r:id="rId13"/>
    <p:sldId id="268" r:id="rId14"/>
    <p:sldId id="266" r:id="rId15"/>
    <p:sldId id="269" r:id="rId16"/>
    <p:sldId id="270" r:id="rId17"/>
    <p:sldId id="271" r:id="rId18"/>
    <p:sldId id="272" r:id="rId19"/>
    <p:sldId id="273" r:id="rId20"/>
    <p:sldId id="274" r:id="rId21"/>
    <p:sldId id="275" r:id="rId22"/>
    <p:sldId id="276" r:id="rId23"/>
    <p:sldId id="277" r:id="rId24"/>
    <p:sldId id="27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7" autoAdjust="0"/>
    <p:restoredTop sz="85631" autoAdjust="0"/>
  </p:normalViewPr>
  <p:slideViewPr>
    <p:cSldViewPr showGuides="1">
      <p:cViewPr varScale="1">
        <p:scale>
          <a:sx n="79" d="100"/>
          <a:sy n="79" d="100"/>
        </p:scale>
        <p:origin x="133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BCF0D1-8CF6-41A8-952F-E134CB5011C3}"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5DC8AC-FA9F-43D8-AB85-82147F1DE76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Fault and Error: A fault may remain undetected for a long time, until some event activates it. When an event activates a fault, it first brings the program into an intermediate error state.</a:t>
            </a:r>
            <a:endParaRPr lang="en-US" dirty="0" smtClean="0"/>
          </a:p>
          <a:p>
            <a:endParaRPr lang="en-US" dirty="0" smtClean="0"/>
          </a:p>
          <a:p>
            <a:r>
              <a:rPr lang="en-US" dirty="0" smtClean="0"/>
              <a:t>Failure: If computation is allowed to proceed from an error state without any corrective</a:t>
            </a:r>
            <a:r>
              <a:rPr lang="en-US" baseline="0" dirty="0" smtClean="0"/>
              <a:t> </a:t>
            </a:r>
            <a:r>
              <a:rPr lang="en-US" dirty="0" smtClean="0"/>
              <a:t>action, the program eventually causes a failure.</a:t>
            </a:r>
            <a:endParaRPr lang="en-US" dirty="0" smtClean="0"/>
          </a:p>
          <a:p>
            <a:endParaRPr lang="en-US" dirty="0" smtClean="0"/>
          </a:p>
          <a:p>
            <a:r>
              <a:rPr lang="en-US" dirty="0" smtClean="0"/>
              <a:t>As an aside, in fault-tolerant computing, corrective actions can be taken to take a program out of an error state into</a:t>
            </a:r>
            <a:r>
              <a:rPr lang="en-US" baseline="0" dirty="0" smtClean="0"/>
              <a:t> </a:t>
            </a:r>
            <a:r>
              <a:rPr lang="en-US" dirty="0" smtClean="0"/>
              <a:t>a desirable state such that subsequent computation does not eventually lead to a failure.</a:t>
            </a:r>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b="1" dirty="0" smtClean="0"/>
              <a:t>RIPR model</a:t>
            </a:r>
            <a:r>
              <a:rPr lang="en-US" dirty="0" smtClean="0"/>
              <a:t> (Reachability, Infection, Propagation, and </a:t>
            </a:r>
            <a:r>
              <a:rPr lang="en-US" dirty="0" err="1" smtClean="0"/>
              <a:t>Revealability</a:t>
            </a:r>
            <a:r>
              <a:rPr lang="en-US" dirty="0" smtClean="0"/>
              <a:t>) is a foundational framework in software testing used to explain the </a:t>
            </a:r>
            <a:r>
              <a:rPr lang="en-US" b="1" dirty="0" smtClean="0"/>
              <a:t>conditions necessary for a software fault to result in an observable failure</a:t>
            </a:r>
            <a:endParaRPr lang="en-US" dirty="0" smtClean="0"/>
          </a:p>
          <a:p>
            <a:endParaRPr lang="en-US" dirty="0" smtClean="0"/>
          </a:p>
          <a:p>
            <a:r>
              <a:rPr lang="en-US" dirty="0" smtClean="0"/>
              <a:t>First</a:t>
            </a:r>
            <a:r>
              <a:rPr lang="en-US" dirty="0" smtClean="0"/>
              <a:t>, a test must reach the location or locations in the program that contain the fault (Reachability). </a:t>
            </a:r>
            <a:endParaRPr lang="en-US" dirty="0" smtClean="0"/>
          </a:p>
          <a:p>
            <a:r>
              <a:rPr lang="en-US" dirty="0" smtClean="0"/>
              <a:t>After the location is executed, the state of the program must be incorrect (Infection). </a:t>
            </a:r>
            <a:endParaRPr lang="en-US" dirty="0" smtClean="0"/>
          </a:p>
          <a:p>
            <a:r>
              <a:rPr lang="en-US" dirty="0" smtClean="0"/>
              <a:t>Third, the infected state must propagate through the rest of the execution and cause some output or final state of the program to be incorrect (Propagation). </a:t>
            </a:r>
            <a:endParaRPr lang="en-US" dirty="0" smtClean="0"/>
          </a:p>
          <a:p>
            <a:r>
              <a:rPr lang="en-US" dirty="0" smtClean="0"/>
              <a:t>Finally, the tester must observe part of the incorrect portion of the final program state (</a:t>
            </a:r>
            <a:r>
              <a:rPr lang="en-US" dirty="0" err="1" smtClean="0"/>
              <a:t>Revealability</a:t>
            </a:r>
            <a:r>
              <a:rPr lang="en-US"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smtClean="0"/>
              <a:t>Handouts</a:t>
            </a:r>
            <a:endParaRPr lang="en-US" smtClean="0"/>
          </a:p>
        </p:txBody>
      </p:sp>
      <p:sp>
        <p:nvSpPr>
          <p:cNvPr id="35843" name="Rectangle 5"/>
          <p:cNvSpPr>
            <a:spLocks noGrp="1" noChangeArrowheads="1"/>
          </p:cNvSpPr>
          <p:nvPr>
            <p:ph type="sldNum" sz="quarter" idx="5"/>
          </p:nvPr>
        </p:nvSpPr>
        <p:spPr>
          <a:noFill/>
        </p:spPr>
        <p:txBody>
          <a:bodyPr/>
          <a:lstStyle/>
          <a:p>
            <a:fld id="{6918EF2F-750D-49E0-934A-5F45CB1C1475}" type="slidenum">
              <a:rPr lang="en-US" smtClean="0"/>
            </a:fld>
            <a:endParaRPr lang="en-US" smtClean="0"/>
          </a:p>
        </p:txBody>
      </p:sp>
      <p:sp>
        <p:nvSpPr>
          <p:cNvPr id="35844" name="Rectangle 2"/>
          <p:cNvSpPr>
            <a:spLocks noGrp="1" noRot="1" noChangeAspect="1" noChangeArrowheads="1" noTextEdit="1"/>
          </p:cNvSpPr>
          <p:nvPr>
            <p:ph type="sldImg"/>
          </p:nvPr>
        </p:nvSpPr>
        <p:spPr/>
      </p:sp>
      <p:sp>
        <p:nvSpPr>
          <p:cNvPr id="35845"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smtClean="0"/>
              <a:t>Handouts</a:t>
            </a:r>
            <a:endParaRPr lang="en-US" smtClean="0"/>
          </a:p>
        </p:txBody>
      </p:sp>
      <p:sp>
        <p:nvSpPr>
          <p:cNvPr id="35843" name="Rectangle 5"/>
          <p:cNvSpPr>
            <a:spLocks noGrp="1" noChangeArrowheads="1"/>
          </p:cNvSpPr>
          <p:nvPr>
            <p:ph type="sldNum" sz="quarter" idx="5"/>
          </p:nvPr>
        </p:nvSpPr>
        <p:spPr>
          <a:noFill/>
        </p:spPr>
        <p:txBody>
          <a:bodyPr/>
          <a:lstStyle/>
          <a:p>
            <a:fld id="{6918EF2F-750D-49E0-934A-5F45CB1C1475}" type="slidenum">
              <a:rPr lang="en-US" smtClean="0"/>
            </a:fld>
            <a:endParaRPr lang="en-US" smtClean="0"/>
          </a:p>
        </p:txBody>
      </p:sp>
      <p:sp>
        <p:nvSpPr>
          <p:cNvPr id="35844" name="Rectangle 2"/>
          <p:cNvSpPr>
            <a:spLocks noGrp="1" noRot="1" noChangeAspect="1" noChangeArrowheads="1" noTextEdit="1"/>
          </p:cNvSpPr>
          <p:nvPr>
            <p:ph type="sldImg"/>
          </p:nvPr>
        </p:nvSpPr>
        <p:spPr/>
      </p:sp>
      <p:sp>
        <p:nvSpPr>
          <p:cNvPr id="35845"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smtClean="0"/>
              <a:t>Handouts</a:t>
            </a:r>
            <a:endParaRPr lang="en-US" smtClean="0"/>
          </a:p>
        </p:txBody>
      </p:sp>
      <p:sp>
        <p:nvSpPr>
          <p:cNvPr id="35843" name="Rectangle 5"/>
          <p:cNvSpPr>
            <a:spLocks noGrp="1" noChangeArrowheads="1"/>
          </p:cNvSpPr>
          <p:nvPr>
            <p:ph type="sldNum" sz="quarter" idx="5"/>
          </p:nvPr>
        </p:nvSpPr>
        <p:spPr>
          <a:noFill/>
        </p:spPr>
        <p:txBody>
          <a:bodyPr/>
          <a:lstStyle/>
          <a:p>
            <a:fld id="{6918EF2F-750D-49E0-934A-5F45CB1C1475}" type="slidenum">
              <a:rPr lang="en-US" smtClean="0"/>
            </a:fld>
            <a:endParaRPr lang="en-US" smtClean="0"/>
          </a:p>
        </p:txBody>
      </p:sp>
      <p:sp>
        <p:nvSpPr>
          <p:cNvPr id="35844" name="Rectangle 2"/>
          <p:cNvSpPr>
            <a:spLocks noGrp="1" noRot="1" noChangeAspect="1" noChangeArrowheads="1" noTextEdit="1"/>
          </p:cNvSpPr>
          <p:nvPr>
            <p:ph type="sldImg"/>
          </p:nvPr>
        </p:nvSpPr>
        <p:spPr/>
      </p:sp>
      <p:sp>
        <p:nvSpPr>
          <p:cNvPr id="35845"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smtClean="0"/>
              <a:t>Handouts</a:t>
            </a:r>
            <a:endParaRPr lang="en-US" smtClean="0"/>
          </a:p>
        </p:txBody>
      </p:sp>
      <p:sp>
        <p:nvSpPr>
          <p:cNvPr id="35843" name="Rectangle 5"/>
          <p:cNvSpPr>
            <a:spLocks noGrp="1" noChangeArrowheads="1"/>
          </p:cNvSpPr>
          <p:nvPr>
            <p:ph type="sldNum" sz="quarter" idx="5"/>
          </p:nvPr>
        </p:nvSpPr>
        <p:spPr>
          <a:noFill/>
        </p:spPr>
        <p:txBody>
          <a:bodyPr/>
          <a:lstStyle/>
          <a:p>
            <a:fld id="{6918EF2F-750D-49E0-934A-5F45CB1C1475}" type="slidenum">
              <a:rPr lang="en-US" smtClean="0"/>
            </a:fld>
            <a:endParaRPr lang="en-US" smtClean="0"/>
          </a:p>
        </p:txBody>
      </p:sp>
      <p:sp>
        <p:nvSpPr>
          <p:cNvPr id="35844" name="Rectangle 2"/>
          <p:cNvSpPr>
            <a:spLocks noGrp="1" noRot="1" noChangeAspect="1" noChangeArrowheads="1" noTextEdit="1"/>
          </p:cNvSpPr>
          <p:nvPr>
            <p:ph type="sldImg"/>
          </p:nvPr>
        </p:nvSpPr>
        <p:spPr/>
      </p:sp>
      <p:sp>
        <p:nvSpPr>
          <p:cNvPr id="35845"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Verification (The Technical Check)</a:t>
            </a:r>
            <a:endParaRPr lang="en-US" b="1" dirty="0" smtClean="0"/>
          </a:p>
          <a:p>
            <a:r>
              <a:rPr lang="en-US" b="1" dirty="0" smtClean="0"/>
              <a:t>Question:</a:t>
            </a:r>
            <a:r>
              <a:rPr lang="en-US" dirty="0" smtClean="0"/>
              <a:t> Does the code satisfy the written technical specifications?</a:t>
            </a:r>
            <a:endParaRPr lang="en-US" dirty="0" smtClean="0"/>
          </a:p>
          <a:p>
            <a:r>
              <a:rPr lang="en-US" b="1" dirty="0" smtClean="0"/>
              <a:t>The Test:</a:t>
            </a:r>
            <a:r>
              <a:rPr lang="en-US" dirty="0" smtClean="0"/>
              <a:t> You check if the input fields accept only numerical values. You verify that if a user enters a "Min" of $500,000 and a "Max" of $400,000, the system displays an error message ("Max must be greater than Min"). You check the database query to ensure it uses a BETWEEN clause correctly.</a:t>
            </a:r>
            <a:endParaRPr lang="en-US" dirty="0" smtClean="0"/>
          </a:p>
          <a:p>
            <a:endParaRPr lang="en-US" dirty="0" smtClean="0"/>
          </a:p>
          <a:p>
            <a:r>
              <a:rPr lang="en-US" b="1" dirty="0" smtClean="0"/>
              <a:t>Validation (The User Experience Check)</a:t>
            </a:r>
            <a:endParaRPr lang="en-US" b="1" dirty="0" smtClean="0"/>
          </a:p>
          <a:p>
            <a:r>
              <a:rPr lang="en-US" b="1" dirty="0" smtClean="0"/>
              <a:t>Question:</a:t>
            </a:r>
            <a:r>
              <a:rPr lang="en-US" dirty="0" smtClean="0"/>
              <a:t> Does this feature actually help the user find a house effectively?</a:t>
            </a:r>
            <a:endParaRPr lang="en-US" dirty="0" smtClean="0"/>
          </a:p>
          <a:p>
            <a:r>
              <a:rPr lang="en-US" b="1" dirty="0" smtClean="0"/>
              <a:t>The Test:</a:t>
            </a:r>
            <a:r>
              <a:rPr lang="en-US" dirty="0" smtClean="0"/>
              <a:t> You give the app to actual home-buyers. They find that typing in exact numbers (like $455,500) on a mobile keyboard is tedious and slow. They would much rather have a </a:t>
            </a:r>
            <a:r>
              <a:rPr lang="en-US" b="1" dirty="0" smtClean="0"/>
              <a:t>Range Slider</a:t>
            </a:r>
            <a:r>
              <a:rPr lang="en-US" dirty="0" smtClean="0"/>
              <a:t> or a dropdown with pre-set increments (e.g., $100k, $200k).</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7ACAE-68F5-4161-B908-30A16D8F51AA}"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approach is often ad hoc and unplanned, and testing is performed only by the developer. </a:t>
            </a:r>
            <a:endParaRPr lang="en-US" dirty="0" smtClean="0"/>
          </a:p>
          <a:p>
            <a:r>
              <a:rPr lang="en-US" dirty="0" smtClean="0"/>
              <a:t>It's a reactive, unsystematic process.</a:t>
            </a:r>
            <a:endParaRPr lang="en-US" dirty="0"/>
          </a:p>
        </p:txBody>
      </p:sp>
      <p:sp>
        <p:nvSpPr>
          <p:cNvPr id="4" name="Slide Number Placeholder 3"/>
          <p:cNvSpPr>
            <a:spLocks noGrp="1"/>
          </p:cNvSpPr>
          <p:nvPr>
            <p:ph type="sldNum" sz="quarter" idx="10"/>
          </p:nvPr>
        </p:nvSpPr>
        <p:spPr/>
        <p:txBody>
          <a:bodyPr/>
          <a:lstStyle/>
          <a:p>
            <a:fld id="{9947ACAE-68F5-4161-B908-30A16D8F51AA}"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Organizations at this level focus on "happy path" testing, where test cases are designed to show that the software meets its specified requirements. </a:t>
            </a:r>
            <a:endParaRPr lang="en-US" dirty="0" smtClean="0"/>
          </a:p>
          <a:p>
            <a:r>
              <a:rPr lang="en-US" dirty="0" smtClean="0"/>
              <a:t>The mindset is to prove correctness, not to find defects. </a:t>
            </a:r>
            <a:endParaRPr lang="en-US" dirty="0" smtClean="0"/>
          </a:p>
          <a:p>
            <a:r>
              <a:rPr lang="en-US" dirty="0" smtClean="0"/>
              <a:t>This can create a false sense of security and often misses edge cases and potential failures.</a:t>
            </a:r>
            <a:endParaRPr lang="en-US" dirty="0" smtClean="0"/>
          </a:p>
          <a:p>
            <a:endParaRPr lang="en-US" dirty="0"/>
          </a:p>
        </p:txBody>
      </p:sp>
      <p:sp>
        <p:nvSpPr>
          <p:cNvPr id="4" name="Slide Number Placeholder 3"/>
          <p:cNvSpPr>
            <a:spLocks noGrp="1"/>
          </p:cNvSpPr>
          <p:nvPr>
            <p:ph type="sldNum" sz="quarter" idx="10"/>
          </p:nvPr>
        </p:nvSpPr>
        <p:spPr/>
        <p:txBody>
          <a:bodyPr/>
          <a:lstStyle/>
          <a:p>
            <a:fld id="{9947ACAE-68F5-4161-B908-30A16D8F51AA}"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level is a progression from Level 1, as the focus shifts to finding defects. </a:t>
            </a:r>
            <a:endParaRPr lang="en-US" dirty="0" smtClean="0"/>
          </a:p>
          <a:p>
            <a:r>
              <a:rPr lang="en-US" dirty="0" smtClean="0"/>
              <a:t>Testers and developers often have an adversarial relationship, as the tester's job is to "break" the software. </a:t>
            </a:r>
            <a:endParaRPr lang="en-US" dirty="0" smtClean="0"/>
          </a:p>
          <a:p>
            <a:r>
              <a:rPr lang="en-US" dirty="0" smtClean="0"/>
              <a:t>The primary goal is to find as many bugs as possible, with success measured by the number of faults found.</a:t>
            </a:r>
            <a:endParaRPr lang="en-US" dirty="0"/>
          </a:p>
        </p:txBody>
      </p:sp>
      <p:sp>
        <p:nvSpPr>
          <p:cNvPr id="4" name="Slide Number Placeholder 3"/>
          <p:cNvSpPr>
            <a:spLocks noGrp="1"/>
          </p:cNvSpPr>
          <p:nvPr>
            <p:ph type="sldNum" sz="quarter" idx="10"/>
          </p:nvPr>
        </p:nvSpPr>
        <p:spPr/>
        <p:txBody>
          <a:bodyPr/>
          <a:lstStyle/>
          <a:p>
            <a:fld id="{9947ACAE-68F5-4161-B908-30A16D8F51AA}"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focus is on prioritizing tests based on the potential impact of a failure. </a:t>
            </a:r>
            <a:endParaRPr lang="en-US" dirty="0" smtClean="0"/>
          </a:p>
          <a:p>
            <a:r>
              <a:rPr lang="en-US" dirty="0" smtClean="0"/>
              <a:t>Testers and developers work together to identify high-risk areas and design tests to ensure the software is reliable, safe, and secure.</a:t>
            </a:r>
            <a:endParaRPr lang="en-US" dirty="0"/>
          </a:p>
        </p:txBody>
      </p:sp>
      <p:sp>
        <p:nvSpPr>
          <p:cNvPr id="4" name="Slide Number Placeholder 3"/>
          <p:cNvSpPr>
            <a:spLocks noGrp="1"/>
          </p:cNvSpPr>
          <p:nvPr>
            <p:ph type="sldNum" sz="quarter" idx="10"/>
          </p:nvPr>
        </p:nvSpPr>
        <p:spPr/>
        <p:txBody>
          <a:bodyPr/>
          <a:lstStyle/>
          <a:p>
            <a:fld id="{9947ACAE-68F5-4161-B908-30A16D8F51AA}"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7ACAE-68F5-4161-B908-30A16D8F51AA}"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3. there is no single tool, technology, or process that will, by itself, provide a massive jump in software quality or productivity.</a:t>
            </a:r>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16AF7C5-E7A4-4886-968D-C96ADCA10EE6}"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1A0B322C-6A84-4B2E-AA7C-23E8DE48639A}"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0B322C-6A84-4B2E-AA7C-23E8DE48639A}"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1A0B322C-6A84-4B2E-AA7C-23E8DE48639A}"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16AF7C5-E7A4-4886-968D-C96ADCA10E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0B322C-6A84-4B2E-AA7C-23E8DE48639A}"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C16AF7C5-E7A4-4886-968D-C96ADCA10EE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0B322C-6A84-4B2E-AA7C-23E8DE48639A}"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16AF7C5-E7A4-4886-968D-C96ADCA10EE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6AF7C5-E7A4-4886-968D-C96ADCA10EE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C16AF7C5-E7A4-4886-968D-C96ADCA10E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0B322C-6A84-4B2E-AA7C-23E8DE48639A}"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C16AF7C5-E7A4-4886-968D-C96ADCA10EE6}" type="datetimeFigureOut">
              <a:rPr lang="en-US" smtClean="0"/>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1A0B322C-6A84-4B2E-AA7C-23E8DE48639A}"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16AF7C5-E7A4-4886-968D-C96ADCA10EE6}" type="datetimeFigureOut">
              <a:rPr lang="en-US" smtClean="0"/>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A0B322C-6A84-4B2E-AA7C-23E8DE48639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dirty="0"/>
              <a:t>Fault Errors and Failures. RIPR Model </a:t>
            </a:r>
            <a:endParaRPr lang="en-US" dirty="0"/>
          </a:p>
        </p:txBody>
      </p:sp>
      <p:sp>
        <p:nvSpPr>
          <p:cNvPr id="2" name="Title 1"/>
          <p:cNvSpPr>
            <a:spLocks noGrp="1"/>
          </p:cNvSpPr>
          <p:nvPr>
            <p:ph type="ctrTitle"/>
          </p:nvPr>
        </p:nvSpPr>
        <p:spPr/>
        <p:txBody>
          <a:bodyPr/>
          <a:lstStyle/>
          <a:p>
            <a:r>
              <a:rPr lang="en-US" dirty="0" smtClean="0"/>
              <a:t>Software Testing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Fault, Error and Failure</a:t>
            </a:r>
            <a:endParaRPr lang="en-US" dirty="0"/>
          </a:p>
        </p:txBody>
      </p:sp>
      <p:sp>
        <p:nvSpPr>
          <p:cNvPr id="3" name="Content Placeholder 2"/>
          <p:cNvSpPr>
            <a:spLocks noGrp="1"/>
          </p:cNvSpPr>
          <p:nvPr>
            <p:ph sz="quarter" idx="1"/>
          </p:nvPr>
        </p:nvSpPr>
        <p:spPr/>
        <p:txBody>
          <a:bodyPr/>
          <a:lstStyle/>
          <a:p>
            <a:r>
              <a:rPr lang="en-US" dirty="0"/>
              <a:t>Software Fault: A static defect in the software. </a:t>
            </a:r>
            <a:endParaRPr lang="en-US" dirty="0" smtClean="0"/>
          </a:p>
          <a:p>
            <a:r>
              <a:rPr lang="en-US" dirty="0"/>
              <a:t>Software Error: An incorrect internal state that is the manifestation of some fault</a:t>
            </a:r>
            <a:r>
              <a:rPr lang="en-US" dirty="0" smtClean="0"/>
              <a:t>.</a:t>
            </a:r>
            <a:endParaRPr lang="en-US" dirty="0" smtClean="0"/>
          </a:p>
          <a:p>
            <a:r>
              <a:rPr lang="en-US" dirty="0" smtClean="0"/>
              <a:t>Software </a:t>
            </a:r>
            <a:r>
              <a:rPr lang="en-US" dirty="0"/>
              <a:t>Failure: External, incorrect behavior with respect to the requirements or another description of the expected behavior.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RIPR model</a:t>
            </a:r>
            <a:endParaRPr lang="en-US" dirty="0"/>
          </a:p>
        </p:txBody>
      </p:sp>
      <p:sp>
        <p:nvSpPr>
          <p:cNvPr id="3" name="Content Placeholder 2"/>
          <p:cNvSpPr>
            <a:spLocks noGrp="1"/>
          </p:cNvSpPr>
          <p:nvPr>
            <p:ph sz="quarter" idx="1"/>
          </p:nvPr>
        </p:nvSpPr>
        <p:spPr/>
        <p:txBody>
          <a:bodyPr/>
          <a:lstStyle/>
          <a:p>
            <a:r>
              <a:rPr lang="en-US" dirty="0"/>
              <a:t>A test exposes a fault only if </a:t>
            </a:r>
            <a:r>
              <a:rPr lang="en-US" b="1" dirty="0"/>
              <a:t>all four</a:t>
            </a:r>
            <a:r>
              <a:rPr lang="en-US" dirty="0"/>
              <a:t> conditions hold:</a:t>
            </a:r>
            <a:endParaRPr lang="en-US" dirty="0"/>
          </a:p>
          <a:p>
            <a:pPr lvl="1"/>
            <a:r>
              <a:rPr lang="en-US" b="1" dirty="0"/>
              <a:t>Reachability</a:t>
            </a:r>
            <a:r>
              <a:rPr lang="en-US" dirty="0"/>
              <a:t> – the test </a:t>
            </a:r>
            <a:r>
              <a:rPr lang="en-US" b="1" dirty="0"/>
              <a:t>executes the </a:t>
            </a:r>
            <a:r>
              <a:rPr lang="en-US" b="1" dirty="0" smtClean="0"/>
              <a:t>faulty (defect) </a:t>
            </a:r>
            <a:r>
              <a:rPr lang="en-US" b="1" dirty="0"/>
              <a:t>code</a:t>
            </a:r>
            <a:r>
              <a:rPr lang="en-US" dirty="0"/>
              <a:t>.</a:t>
            </a:r>
            <a:endParaRPr lang="en-US" dirty="0"/>
          </a:p>
          <a:p>
            <a:pPr lvl="1"/>
            <a:r>
              <a:rPr lang="en-US" b="1" dirty="0"/>
              <a:t>Infection</a:t>
            </a:r>
            <a:r>
              <a:rPr lang="en-US" dirty="0"/>
              <a:t> – executing that fault </a:t>
            </a:r>
            <a:r>
              <a:rPr lang="en-US" b="1" dirty="0"/>
              <a:t>corrupts program state</a:t>
            </a:r>
            <a:r>
              <a:rPr lang="en-US" dirty="0"/>
              <a:t> (a wrong value appears somewhere</a:t>
            </a:r>
            <a:r>
              <a:rPr lang="en-US" dirty="0" smtClean="0"/>
              <a:t>) (error).</a:t>
            </a:r>
            <a:endParaRPr lang="en-US" dirty="0"/>
          </a:p>
          <a:p>
            <a:pPr lvl="1"/>
            <a:r>
              <a:rPr lang="en-US" b="1" dirty="0"/>
              <a:t>Propagation</a:t>
            </a:r>
            <a:r>
              <a:rPr lang="en-US" dirty="0"/>
              <a:t> – the corrupted state </a:t>
            </a:r>
            <a:r>
              <a:rPr lang="en-US" b="1" dirty="0"/>
              <a:t>flows to an observable output/</a:t>
            </a:r>
            <a:r>
              <a:rPr lang="en-US" b="1" dirty="0" err="1"/>
              <a:t>behaviour</a:t>
            </a:r>
            <a:r>
              <a:rPr lang="en-US" dirty="0"/>
              <a:t>.</a:t>
            </a:r>
            <a:endParaRPr lang="en-US" dirty="0"/>
          </a:p>
          <a:p>
            <a:pPr lvl="1"/>
            <a:r>
              <a:rPr lang="en-US" b="1" dirty="0" err="1"/>
              <a:t>Revealability</a:t>
            </a:r>
            <a:r>
              <a:rPr lang="en-US" dirty="0"/>
              <a:t> – the test’s </a:t>
            </a:r>
            <a:r>
              <a:rPr lang="en-US" b="1" dirty="0"/>
              <a:t>oracle checks</a:t>
            </a:r>
            <a:r>
              <a:rPr lang="en-US" dirty="0"/>
              <a:t> that output and can </a:t>
            </a:r>
            <a:r>
              <a:rPr lang="en-US" b="1" dirty="0"/>
              <a:t>distinguish</a:t>
            </a:r>
            <a:r>
              <a:rPr lang="en-US" dirty="0"/>
              <a:t> right from wrong.</a:t>
            </a: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RIPR model</a:t>
            </a:r>
            <a:endParaRPr lang="en-US" dirty="0"/>
          </a:p>
        </p:txBody>
      </p:sp>
      <p:sp>
        <p:nvSpPr>
          <p:cNvPr id="4" name="Content Placeholder 3"/>
          <p:cNvSpPr>
            <a:spLocks noGrp="1"/>
          </p:cNvSpPr>
          <p:nvPr>
            <p:ph sz="quarter" idx="1"/>
          </p:nvPr>
        </p:nvSpPr>
        <p:spPr/>
        <p:txBody>
          <a:bodyPr/>
          <a:lstStyle/>
          <a:p>
            <a:endParaRPr lang="en-US"/>
          </a:p>
        </p:txBody>
      </p:sp>
      <p:pic>
        <p:nvPicPr>
          <p:cNvPr id="5" name="Picture 4"/>
          <p:cNvPicPr>
            <a:picLocks noChangeAspect="1"/>
          </p:cNvPicPr>
          <p:nvPr/>
        </p:nvPicPr>
        <p:blipFill>
          <a:blip r:embed="rId1"/>
          <a:stretch>
            <a:fillRect/>
          </a:stretch>
        </p:blipFill>
        <p:spPr>
          <a:xfrm>
            <a:off x="762000" y="1417638"/>
            <a:ext cx="7614398" cy="486727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RIPR Simple Example</a:t>
            </a:r>
            <a:endParaRPr lang="en-US" dirty="0"/>
          </a:p>
        </p:txBody>
      </p:sp>
      <p:sp>
        <p:nvSpPr>
          <p:cNvPr id="3" name="Content Placeholder 2"/>
          <p:cNvSpPr>
            <a:spLocks noGrp="1"/>
          </p:cNvSpPr>
          <p:nvPr>
            <p:ph sz="quarter" idx="1"/>
          </p:nvPr>
        </p:nvSpPr>
        <p:spPr/>
        <p:txBody>
          <a:bodyPr>
            <a:normAutofit fontScale="92500" lnSpcReduction="20000"/>
          </a:bodyPr>
          <a:lstStyle/>
          <a:p>
            <a:pPr marL="0" indent="0">
              <a:buNone/>
            </a:pPr>
            <a:r>
              <a:rPr lang="en-US" dirty="0" err="1"/>
              <a:t>int</a:t>
            </a:r>
            <a:r>
              <a:rPr lang="en-US" dirty="0"/>
              <a:t> max2(</a:t>
            </a:r>
            <a:r>
              <a:rPr lang="en-US" dirty="0" err="1"/>
              <a:t>int</a:t>
            </a:r>
            <a:r>
              <a:rPr lang="en-US" dirty="0"/>
              <a:t> a, </a:t>
            </a:r>
            <a:r>
              <a:rPr lang="en-US" dirty="0" err="1"/>
              <a:t>int</a:t>
            </a:r>
            <a:r>
              <a:rPr lang="en-US" dirty="0"/>
              <a:t> b) {</a:t>
            </a:r>
            <a:endParaRPr lang="en-US" dirty="0"/>
          </a:p>
          <a:p>
            <a:pPr marL="0" indent="0">
              <a:buNone/>
            </a:pPr>
            <a:r>
              <a:rPr lang="en-US" dirty="0"/>
              <a:t>  if (a &gt; b) return a;</a:t>
            </a:r>
            <a:endParaRPr lang="en-US" dirty="0"/>
          </a:p>
          <a:p>
            <a:pPr marL="0" indent="0">
              <a:buNone/>
            </a:pPr>
            <a:r>
              <a:rPr lang="en-US" dirty="0"/>
              <a:t>  else return a;   // BUG: should return b</a:t>
            </a:r>
            <a:endParaRPr lang="en-US" dirty="0"/>
          </a:p>
          <a:p>
            <a:pPr marL="0" indent="0">
              <a:buNone/>
            </a:pPr>
            <a:r>
              <a:rPr lang="en-US" dirty="0"/>
              <a:t>}</a:t>
            </a:r>
            <a:endParaRPr lang="en-US" dirty="0"/>
          </a:p>
          <a:p>
            <a:r>
              <a:rPr lang="en-US" dirty="0"/>
              <a:t>Reachability: Use inputs that go to the else branch, e.g., a=2, b=5</a:t>
            </a:r>
            <a:r>
              <a:rPr lang="en-US" dirty="0" smtClean="0"/>
              <a:t>.</a:t>
            </a:r>
            <a:endParaRPr lang="en-US" dirty="0" smtClean="0"/>
          </a:p>
          <a:p>
            <a:r>
              <a:rPr lang="en-US" dirty="0" smtClean="0"/>
              <a:t>Infection</a:t>
            </a:r>
            <a:r>
              <a:rPr lang="en-US" dirty="0"/>
              <a:t>: Because of the bug, result becomes 2 (wrong) → state infected</a:t>
            </a:r>
            <a:r>
              <a:rPr lang="en-US" dirty="0" smtClean="0"/>
              <a:t>.</a:t>
            </a:r>
            <a:endParaRPr lang="en-US" dirty="0" smtClean="0"/>
          </a:p>
          <a:p>
            <a:r>
              <a:rPr lang="en-US" dirty="0" smtClean="0"/>
              <a:t>Propagation</a:t>
            </a:r>
            <a:r>
              <a:rPr lang="en-US" dirty="0"/>
              <a:t>: That wrong value is returned (visible at the interface</a:t>
            </a:r>
            <a:r>
              <a:rPr lang="en-US" dirty="0" smtClean="0"/>
              <a:t>).</a:t>
            </a:r>
            <a:endParaRPr lang="en-US" dirty="0" smtClean="0"/>
          </a:p>
          <a:p>
            <a:r>
              <a:rPr lang="en-US" dirty="0" err="1" smtClean="0"/>
              <a:t>Revealability</a:t>
            </a:r>
            <a:r>
              <a:rPr lang="en-US" dirty="0"/>
              <a:t>: Your test asserts max2(2,5) == 5. If you don’t assert (or assert the wrong thing), the failure isn’t revealed.</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9"/>
          <p:cNvSpPr>
            <a:spLocks noGrp="1" noChangeArrowheads="1"/>
          </p:cNvSpPr>
          <p:nvPr>
            <p:ph type="sldNum" sz="quarter" idx="10"/>
          </p:nvPr>
        </p:nvSpPr>
        <p:spPr>
          <a:noFill/>
        </p:spPr>
        <p:txBody>
          <a:bodyPr/>
          <a:lstStyle/>
          <a:p>
            <a:fld id="{6B6CD132-E89B-4634-93A8-3B7341854A5A}" type="slidenum">
              <a:rPr lang="en-US" smtClean="0"/>
            </a:fld>
            <a:endParaRPr lang="en-US" smtClean="0"/>
          </a:p>
        </p:txBody>
      </p:sp>
      <p:sp>
        <p:nvSpPr>
          <p:cNvPr id="16387" name="Rectangle 2"/>
          <p:cNvSpPr>
            <a:spLocks noGrp="1" noChangeArrowheads="1"/>
          </p:cNvSpPr>
          <p:nvPr>
            <p:ph type="title" idx="4294967295"/>
          </p:nvPr>
        </p:nvSpPr>
        <p:spPr/>
        <p:txBody>
          <a:bodyPr/>
          <a:lstStyle/>
          <a:p>
            <a:r>
              <a:rPr lang="en-US" dirty="0"/>
              <a:t>Defect detection techniques</a:t>
            </a:r>
            <a:endParaRPr lang="en-US" dirty="0" smtClean="0">
              <a:latin typeface="Times New Roman" panose="02020603050405020304" pitchFamily="18" charset="0"/>
            </a:endParaRPr>
          </a:p>
        </p:txBody>
      </p:sp>
      <p:sp>
        <p:nvSpPr>
          <p:cNvPr id="16388" name="Rectangle 3"/>
          <p:cNvSpPr>
            <a:spLocks noGrp="1" noChangeArrowheads="1"/>
          </p:cNvSpPr>
          <p:nvPr>
            <p:ph type="body" idx="4294967295"/>
          </p:nvPr>
        </p:nvSpPr>
        <p:spPr/>
        <p:txBody>
          <a:bodyPr>
            <a:normAutofit/>
          </a:bodyPr>
          <a:lstStyle/>
          <a:p>
            <a:r>
              <a:rPr lang="en-US" dirty="0"/>
              <a:t>methods used in software development to find and identify errors, or "defects," in software before it is released. </a:t>
            </a:r>
            <a:endParaRPr lang="en-US" dirty="0" smtClean="0"/>
          </a:p>
          <a:p>
            <a:r>
              <a:rPr lang="en-US" dirty="0" smtClean="0"/>
              <a:t>The </a:t>
            </a:r>
            <a:r>
              <a:rPr lang="en-US" dirty="0"/>
              <a:t>primary goal is to improve software quality, reduce the cost of fixing issues, and ensure the product meets its requirements. </a:t>
            </a:r>
            <a:endParaRPr lang="en-US" dirty="0" smtClean="0"/>
          </a:p>
          <a:p>
            <a:r>
              <a:rPr lang="en-US" dirty="0" smtClean="0"/>
              <a:t>These </a:t>
            </a:r>
            <a:r>
              <a:rPr lang="en-US" dirty="0"/>
              <a:t>techniques are broadly categorized into </a:t>
            </a:r>
            <a:r>
              <a:rPr lang="en-US" b="1" dirty="0"/>
              <a:t>static</a:t>
            </a:r>
            <a:r>
              <a:rPr lang="en-US" dirty="0"/>
              <a:t> and </a:t>
            </a:r>
            <a:r>
              <a:rPr lang="en-US" b="1" dirty="0"/>
              <a:t>dynamic</a:t>
            </a:r>
            <a:r>
              <a:rPr lang="en-US" dirty="0"/>
              <a:t> methods.</a:t>
            </a:r>
            <a:endParaRPr lang="en-US" dirty="0"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0740" y="5974656"/>
            <a:ext cx="6362077" cy="770805"/>
          </a:xfrm>
          <a:prstGeom prst="rect">
            <a:avLst/>
          </a:prstGeom>
        </p:spPr>
        <p:txBody>
          <a:bodyPr vert="horz" wrap="square" lIns="0" tIns="185119" rIns="0" bIns="0" rtlCol="0" anchor="b" anchorCtr="0">
            <a:spAutoFit/>
          </a:bodyPr>
          <a:lstStyle/>
          <a:p>
            <a:pPr marL="1723390">
              <a:spcBef>
                <a:spcPts val="90"/>
              </a:spcBef>
            </a:pPr>
            <a:r>
              <a:rPr sz="3795" spc="-44" dirty="0"/>
              <a:t>Testing</a:t>
            </a:r>
            <a:r>
              <a:rPr sz="3795" spc="-269" dirty="0"/>
              <a:t> </a:t>
            </a:r>
            <a:r>
              <a:rPr sz="3795" spc="-53" dirty="0"/>
              <a:t>Categories</a:t>
            </a:r>
            <a:endParaRPr sz="3795" dirty="0"/>
          </a:p>
        </p:txBody>
      </p:sp>
      <p:sp>
        <p:nvSpPr>
          <p:cNvPr id="12" name="object 12"/>
          <p:cNvSpPr txBox="1">
            <a:spLocks noGrp="1"/>
          </p:cNvSpPr>
          <p:nvPr>
            <p:ph type="sldNum" sz="quarter" idx="12"/>
          </p:nvPr>
        </p:nvSpPr>
        <p:spPr>
          <a:xfrm>
            <a:off x="263562" y="5604438"/>
            <a:ext cx="403412" cy="153888"/>
          </a:xfrm>
          <a:prstGeom prst="rect">
            <a:avLst/>
          </a:prstGeom>
        </p:spPr>
        <p:txBody>
          <a:bodyPr vert="horz" wrap="square" lIns="0" tIns="0" rIns="0" bIns="0" rtlCol="0" anchor="ctr" anchorCtr="1">
            <a:spAutoFit/>
          </a:bodyPr>
          <a:lstStyle/>
          <a:p>
            <a:pPr marL="66040">
              <a:lnSpc>
                <a:spcPts val="1160"/>
              </a:lnSpc>
            </a:pPr>
            <a:fld id="{81D60167-4931-47E6-BA6A-407CBD079E47}" type="slidenum">
              <a:rPr spc="-44" dirty="0"/>
            </a:fld>
            <a:endParaRPr spc="-44" dirty="0"/>
          </a:p>
        </p:txBody>
      </p:sp>
      <p:sp>
        <p:nvSpPr>
          <p:cNvPr id="3" name="object 3"/>
          <p:cNvSpPr txBox="1"/>
          <p:nvPr/>
        </p:nvSpPr>
        <p:spPr>
          <a:xfrm>
            <a:off x="616030" y="1840454"/>
            <a:ext cx="3768538" cy="1593630"/>
          </a:xfrm>
          <a:prstGeom prst="rect">
            <a:avLst/>
          </a:prstGeom>
        </p:spPr>
        <p:txBody>
          <a:bodyPr vert="horz" wrap="square" lIns="0" tIns="560" rIns="0" bIns="0" rtlCol="0">
            <a:spAutoFit/>
          </a:bodyPr>
          <a:lstStyle/>
          <a:p>
            <a:pPr marL="183515" marR="4445" indent="-172720">
              <a:lnSpc>
                <a:spcPct val="104000"/>
              </a:lnSpc>
              <a:spcBef>
                <a:spcPts val="5"/>
              </a:spcBef>
              <a:buSzPct val="81000"/>
              <a:buFont typeface="Arial" panose="020B0604020202020204"/>
              <a:buChar char="•"/>
              <a:tabLst>
                <a:tab pos="182880" algn="l"/>
              </a:tabLst>
            </a:pPr>
            <a:r>
              <a:rPr sz="1855" dirty="0">
                <a:latin typeface="Verdana" panose="020B0604030504040204"/>
                <a:cs typeface="Verdana" panose="020B0604030504040204"/>
              </a:rPr>
              <a:t>Testing</a:t>
            </a:r>
            <a:r>
              <a:rPr sz="1855" spc="88" dirty="0">
                <a:latin typeface="Verdana" panose="020B0604030504040204"/>
                <a:cs typeface="Verdana" panose="020B0604030504040204"/>
              </a:rPr>
              <a:t> </a:t>
            </a:r>
            <a:r>
              <a:rPr sz="1855" dirty="0">
                <a:latin typeface="Verdana" panose="020B0604030504040204"/>
                <a:cs typeface="Verdana" panose="020B0604030504040204"/>
              </a:rPr>
              <a:t>without</a:t>
            </a:r>
            <a:r>
              <a:rPr sz="1855" spc="79" dirty="0">
                <a:latin typeface="Verdana" panose="020B0604030504040204"/>
                <a:cs typeface="Verdana" panose="020B0604030504040204"/>
              </a:rPr>
              <a:t> </a:t>
            </a:r>
            <a:r>
              <a:rPr sz="1855" dirty="0">
                <a:latin typeface="Verdana" panose="020B0604030504040204"/>
                <a:cs typeface="Verdana" panose="020B0604030504040204"/>
              </a:rPr>
              <a:t>executing</a:t>
            </a:r>
            <a:r>
              <a:rPr sz="1855" spc="93" dirty="0">
                <a:latin typeface="Verdana" panose="020B0604030504040204"/>
                <a:cs typeface="Verdana" panose="020B0604030504040204"/>
              </a:rPr>
              <a:t> </a:t>
            </a:r>
            <a:r>
              <a:rPr sz="1855" spc="-22" dirty="0">
                <a:latin typeface="Verdana" panose="020B0604030504040204"/>
                <a:cs typeface="Verdana" panose="020B0604030504040204"/>
              </a:rPr>
              <a:t>the </a:t>
            </a:r>
            <a:r>
              <a:rPr sz="1855" spc="-9" dirty="0">
                <a:latin typeface="Verdana" panose="020B0604030504040204"/>
                <a:cs typeface="Verdana" panose="020B0604030504040204"/>
              </a:rPr>
              <a:t>program</a:t>
            </a:r>
            <a:endParaRPr sz="1855" dirty="0">
              <a:latin typeface="Verdana" panose="020B0604030504040204"/>
              <a:cs typeface="Verdana" panose="020B0604030504040204"/>
            </a:endParaRPr>
          </a:p>
          <a:p>
            <a:pPr marL="614680" marR="542925" indent="-176530">
              <a:lnSpc>
                <a:spcPct val="101000"/>
              </a:lnSpc>
              <a:spcBef>
                <a:spcPts val="1720"/>
              </a:spcBef>
            </a:pPr>
            <a:r>
              <a:rPr sz="1675" spc="-247" dirty="0">
                <a:latin typeface="Noto Sans Symbols2"/>
                <a:cs typeface="Noto Sans Symbols2"/>
              </a:rPr>
              <a:t>🞄</a:t>
            </a:r>
            <a:r>
              <a:rPr sz="1675" spc="366" dirty="0">
                <a:latin typeface="Noto Sans Symbols2"/>
                <a:cs typeface="Noto Sans Symbols2"/>
              </a:rPr>
              <a:t> </a:t>
            </a:r>
            <a:r>
              <a:rPr sz="1675" dirty="0">
                <a:latin typeface="Verdana" panose="020B0604030504040204"/>
                <a:cs typeface="Verdana" panose="020B0604030504040204"/>
              </a:rPr>
              <a:t>Software</a:t>
            </a:r>
            <a:r>
              <a:rPr sz="1675" spc="35" dirty="0">
                <a:latin typeface="Verdana" panose="020B0604030504040204"/>
                <a:cs typeface="Verdana" panose="020B0604030504040204"/>
              </a:rPr>
              <a:t> </a:t>
            </a:r>
            <a:r>
              <a:rPr sz="1675" dirty="0">
                <a:latin typeface="Verdana" panose="020B0604030504040204"/>
                <a:cs typeface="Verdana" panose="020B0604030504040204"/>
              </a:rPr>
              <a:t>inspection</a:t>
            </a:r>
            <a:r>
              <a:rPr sz="1675" spc="35" dirty="0">
                <a:latin typeface="Verdana" panose="020B0604030504040204"/>
                <a:cs typeface="Verdana" panose="020B0604030504040204"/>
              </a:rPr>
              <a:t> </a:t>
            </a:r>
            <a:r>
              <a:rPr sz="1675" spc="-22" dirty="0">
                <a:latin typeface="Verdana" panose="020B0604030504040204"/>
                <a:cs typeface="Verdana" panose="020B0604030504040204"/>
              </a:rPr>
              <a:t>and </a:t>
            </a:r>
            <a:r>
              <a:rPr sz="1675" dirty="0">
                <a:latin typeface="Verdana" panose="020B0604030504040204"/>
                <a:cs typeface="Verdana" panose="020B0604030504040204"/>
              </a:rPr>
              <a:t>some</a:t>
            </a:r>
            <a:r>
              <a:rPr sz="1675" spc="22" dirty="0">
                <a:latin typeface="Verdana" panose="020B0604030504040204"/>
                <a:cs typeface="Verdana" panose="020B0604030504040204"/>
              </a:rPr>
              <a:t> </a:t>
            </a:r>
            <a:r>
              <a:rPr sz="1675" dirty="0">
                <a:latin typeface="Verdana" panose="020B0604030504040204"/>
                <a:cs typeface="Verdana" panose="020B0604030504040204"/>
              </a:rPr>
              <a:t>forms</a:t>
            </a:r>
            <a:r>
              <a:rPr sz="1675" spc="22" dirty="0">
                <a:latin typeface="Verdana" panose="020B0604030504040204"/>
                <a:cs typeface="Verdana" panose="020B0604030504040204"/>
              </a:rPr>
              <a:t> </a:t>
            </a:r>
            <a:r>
              <a:rPr sz="1675" dirty="0">
                <a:latin typeface="Verdana" panose="020B0604030504040204"/>
                <a:cs typeface="Verdana" panose="020B0604030504040204"/>
              </a:rPr>
              <a:t>of</a:t>
            </a:r>
            <a:r>
              <a:rPr sz="1675" spc="22" dirty="0">
                <a:latin typeface="Verdana" panose="020B0604030504040204"/>
                <a:cs typeface="Verdana" panose="020B0604030504040204"/>
              </a:rPr>
              <a:t> </a:t>
            </a:r>
            <a:r>
              <a:rPr sz="1675" spc="-9" dirty="0">
                <a:latin typeface="Verdana" panose="020B0604030504040204"/>
                <a:cs typeface="Verdana" panose="020B0604030504040204"/>
              </a:rPr>
              <a:t>analysis</a:t>
            </a:r>
            <a:endParaRPr sz="1675" dirty="0">
              <a:latin typeface="Verdana" panose="020B0604030504040204"/>
              <a:cs typeface="Verdana" panose="020B0604030504040204"/>
            </a:endParaRPr>
          </a:p>
        </p:txBody>
      </p:sp>
      <p:sp>
        <p:nvSpPr>
          <p:cNvPr id="4" name="object 4"/>
          <p:cNvSpPr txBox="1"/>
          <p:nvPr/>
        </p:nvSpPr>
        <p:spPr>
          <a:xfrm>
            <a:off x="1043347" y="3377004"/>
            <a:ext cx="3114114" cy="1322044"/>
          </a:xfrm>
          <a:prstGeom prst="rect">
            <a:avLst/>
          </a:prstGeom>
        </p:spPr>
        <p:txBody>
          <a:bodyPr vert="horz" wrap="square" lIns="0" tIns="5603" rIns="0" bIns="0" rtlCol="0">
            <a:spAutoFit/>
          </a:bodyPr>
          <a:lstStyle/>
          <a:p>
            <a:pPr marL="187325" marR="4445" indent="-176530">
              <a:lnSpc>
                <a:spcPct val="102000"/>
              </a:lnSpc>
              <a:spcBef>
                <a:spcPts val="45"/>
              </a:spcBef>
            </a:pPr>
            <a:r>
              <a:rPr sz="1675" dirty="0">
                <a:latin typeface="Noto Sans Symbols2"/>
                <a:cs typeface="Noto Sans Symbols2"/>
              </a:rPr>
              <a:t>🞄</a:t>
            </a:r>
            <a:r>
              <a:rPr sz="1675" spc="349" dirty="0">
                <a:latin typeface="Noto Sans Symbols2"/>
                <a:cs typeface="Noto Sans Symbols2"/>
              </a:rPr>
              <a:t> </a:t>
            </a:r>
            <a:r>
              <a:rPr sz="1675" dirty="0">
                <a:latin typeface="Verdana" panose="020B0604030504040204"/>
                <a:cs typeface="Verdana" panose="020B0604030504040204"/>
              </a:rPr>
              <a:t>Effective</a:t>
            </a:r>
            <a:r>
              <a:rPr sz="1675" spc="22" dirty="0">
                <a:latin typeface="Verdana" panose="020B0604030504040204"/>
                <a:cs typeface="Verdana" panose="020B0604030504040204"/>
              </a:rPr>
              <a:t> </a:t>
            </a:r>
            <a:r>
              <a:rPr sz="1675" dirty="0">
                <a:latin typeface="Verdana" panose="020B0604030504040204"/>
                <a:cs typeface="Verdana" panose="020B0604030504040204"/>
              </a:rPr>
              <a:t>at</a:t>
            </a:r>
            <a:r>
              <a:rPr sz="1675" spc="22" dirty="0">
                <a:latin typeface="Verdana" panose="020B0604030504040204"/>
                <a:cs typeface="Verdana" panose="020B0604030504040204"/>
              </a:rPr>
              <a:t> </a:t>
            </a:r>
            <a:r>
              <a:rPr sz="1675" dirty="0">
                <a:latin typeface="Verdana" panose="020B0604030504040204"/>
                <a:cs typeface="Verdana" panose="020B0604030504040204"/>
              </a:rPr>
              <a:t>finding</a:t>
            </a:r>
            <a:r>
              <a:rPr sz="1675" spc="22" dirty="0">
                <a:latin typeface="Verdana" panose="020B0604030504040204"/>
                <a:cs typeface="Verdana" panose="020B0604030504040204"/>
              </a:rPr>
              <a:t> </a:t>
            </a:r>
            <a:r>
              <a:rPr sz="1675" spc="-9" dirty="0">
                <a:latin typeface="Verdana" panose="020B0604030504040204"/>
                <a:cs typeface="Verdana" panose="020B0604030504040204"/>
              </a:rPr>
              <a:t>certain </a:t>
            </a:r>
            <a:r>
              <a:rPr sz="1675" dirty="0">
                <a:latin typeface="Verdana" panose="020B0604030504040204"/>
                <a:cs typeface="Verdana" panose="020B0604030504040204"/>
              </a:rPr>
              <a:t>kinds</a:t>
            </a:r>
            <a:r>
              <a:rPr sz="1675" spc="26" dirty="0">
                <a:latin typeface="Verdana" panose="020B0604030504040204"/>
                <a:cs typeface="Verdana" panose="020B0604030504040204"/>
              </a:rPr>
              <a:t> </a:t>
            </a:r>
            <a:r>
              <a:rPr sz="1675" dirty="0">
                <a:latin typeface="Verdana" panose="020B0604030504040204"/>
                <a:cs typeface="Verdana" panose="020B0604030504040204"/>
              </a:rPr>
              <a:t>of</a:t>
            </a:r>
            <a:r>
              <a:rPr sz="1675" spc="26" dirty="0">
                <a:latin typeface="Verdana" panose="020B0604030504040204"/>
                <a:cs typeface="Verdana" panose="020B0604030504040204"/>
              </a:rPr>
              <a:t> </a:t>
            </a:r>
            <a:r>
              <a:rPr sz="1675" dirty="0">
                <a:latin typeface="Verdana" panose="020B0604030504040204"/>
                <a:cs typeface="Verdana" panose="020B0604030504040204"/>
              </a:rPr>
              <a:t>problems</a:t>
            </a:r>
            <a:r>
              <a:rPr sz="1675" spc="31" dirty="0">
                <a:latin typeface="Verdana" panose="020B0604030504040204"/>
                <a:cs typeface="Verdana" panose="020B0604030504040204"/>
              </a:rPr>
              <a:t> </a:t>
            </a:r>
            <a:r>
              <a:rPr sz="1675" dirty="0">
                <a:latin typeface="Verdana" panose="020B0604030504040204"/>
                <a:cs typeface="Verdana" panose="020B0604030504040204"/>
              </a:rPr>
              <a:t>such</a:t>
            </a:r>
            <a:r>
              <a:rPr sz="1675" spc="26" dirty="0">
                <a:latin typeface="Verdana" panose="020B0604030504040204"/>
                <a:cs typeface="Verdana" panose="020B0604030504040204"/>
              </a:rPr>
              <a:t> </a:t>
            </a:r>
            <a:r>
              <a:rPr sz="1675" spc="-22" dirty="0">
                <a:latin typeface="Verdana" panose="020B0604030504040204"/>
                <a:cs typeface="Verdana" panose="020B0604030504040204"/>
              </a:rPr>
              <a:t>as </a:t>
            </a:r>
            <a:r>
              <a:rPr sz="1675" dirty="0">
                <a:latin typeface="Verdana" panose="020B0604030504040204"/>
                <a:cs typeface="Verdana" panose="020B0604030504040204"/>
              </a:rPr>
              <a:t>problems</a:t>
            </a:r>
            <a:r>
              <a:rPr sz="1675" spc="22" dirty="0">
                <a:latin typeface="Verdana" panose="020B0604030504040204"/>
                <a:cs typeface="Verdana" panose="020B0604030504040204"/>
              </a:rPr>
              <a:t> </a:t>
            </a:r>
            <a:r>
              <a:rPr sz="1675" dirty="0">
                <a:latin typeface="Verdana" panose="020B0604030504040204"/>
                <a:cs typeface="Verdana" panose="020B0604030504040204"/>
              </a:rPr>
              <a:t>that</a:t>
            </a:r>
            <a:r>
              <a:rPr sz="1675" spc="26" dirty="0">
                <a:latin typeface="Verdana" panose="020B0604030504040204"/>
                <a:cs typeface="Verdana" panose="020B0604030504040204"/>
              </a:rPr>
              <a:t> </a:t>
            </a:r>
            <a:r>
              <a:rPr sz="1675" dirty="0">
                <a:latin typeface="Verdana" panose="020B0604030504040204"/>
                <a:cs typeface="Verdana" panose="020B0604030504040204"/>
              </a:rPr>
              <a:t>can</a:t>
            </a:r>
            <a:r>
              <a:rPr sz="1675" spc="26" dirty="0">
                <a:latin typeface="Verdana" panose="020B0604030504040204"/>
                <a:cs typeface="Verdana" panose="020B0604030504040204"/>
              </a:rPr>
              <a:t> </a:t>
            </a:r>
            <a:r>
              <a:rPr sz="1675" dirty="0">
                <a:latin typeface="Verdana" panose="020B0604030504040204"/>
                <a:cs typeface="Verdana" panose="020B0604030504040204"/>
              </a:rPr>
              <a:t>lead</a:t>
            </a:r>
            <a:r>
              <a:rPr sz="1675" spc="26" dirty="0">
                <a:latin typeface="Verdana" panose="020B0604030504040204"/>
                <a:cs typeface="Verdana" panose="020B0604030504040204"/>
              </a:rPr>
              <a:t> </a:t>
            </a:r>
            <a:r>
              <a:rPr sz="1675" spc="-22" dirty="0">
                <a:latin typeface="Verdana" panose="020B0604030504040204"/>
                <a:cs typeface="Verdana" panose="020B0604030504040204"/>
              </a:rPr>
              <a:t>to </a:t>
            </a:r>
            <a:r>
              <a:rPr sz="1675" dirty="0">
                <a:latin typeface="Verdana" panose="020B0604030504040204"/>
                <a:cs typeface="Verdana" panose="020B0604030504040204"/>
              </a:rPr>
              <a:t>faults</a:t>
            </a:r>
            <a:r>
              <a:rPr sz="1675" spc="13" dirty="0">
                <a:latin typeface="Verdana" panose="020B0604030504040204"/>
                <a:cs typeface="Verdana" panose="020B0604030504040204"/>
              </a:rPr>
              <a:t> </a:t>
            </a:r>
            <a:r>
              <a:rPr sz="1675" dirty="0">
                <a:latin typeface="Verdana" panose="020B0604030504040204"/>
                <a:cs typeface="Verdana" panose="020B0604030504040204"/>
              </a:rPr>
              <a:t>when</a:t>
            </a:r>
            <a:r>
              <a:rPr sz="1675" spc="13" dirty="0">
                <a:latin typeface="Verdana" panose="020B0604030504040204"/>
                <a:cs typeface="Verdana" panose="020B0604030504040204"/>
              </a:rPr>
              <a:t> </a:t>
            </a:r>
            <a:r>
              <a:rPr sz="1675" dirty="0">
                <a:latin typeface="Verdana" panose="020B0604030504040204"/>
                <a:cs typeface="Verdana" panose="020B0604030504040204"/>
              </a:rPr>
              <a:t>the</a:t>
            </a:r>
            <a:r>
              <a:rPr sz="1675" spc="18" dirty="0">
                <a:latin typeface="Verdana" panose="020B0604030504040204"/>
                <a:cs typeface="Verdana" panose="020B0604030504040204"/>
              </a:rPr>
              <a:t> </a:t>
            </a:r>
            <a:r>
              <a:rPr sz="1675" dirty="0">
                <a:latin typeface="Verdana" panose="020B0604030504040204"/>
                <a:cs typeface="Verdana" panose="020B0604030504040204"/>
              </a:rPr>
              <a:t>program</a:t>
            </a:r>
            <a:r>
              <a:rPr sz="1675" spc="22" dirty="0">
                <a:latin typeface="Verdana" panose="020B0604030504040204"/>
                <a:cs typeface="Verdana" panose="020B0604030504040204"/>
              </a:rPr>
              <a:t> </a:t>
            </a:r>
            <a:r>
              <a:rPr sz="1675" spc="-22" dirty="0">
                <a:latin typeface="Verdana" panose="020B0604030504040204"/>
                <a:cs typeface="Verdana" panose="020B0604030504040204"/>
              </a:rPr>
              <a:t>is </a:t>
            </a:r>
            <a:r>
              <a:rPr sz="1675" spc="-9" dirty="0">
                <a:latin typeface="Verdana" panose="020B0604030504040204"/>
                <a:cs typeface="Verdana" panose="020B0604030504040204"/>
              </a:rPr>
              <a:t>modified</a:t>
            </a:r>
            <a:endParaRPr sz="1675" dirty="0">
              <a:latin typeface="Verdana" panose="020B0604030504040204"/>
              <a:cs typeface="Verdana" panose="020B0604030504040204"/>
            </a:endParaRPr>
          </a:p>
        </p:txBody>
      </p:sp>
      <p:sp>
        <p:nvSpPr>
          <p:cNvPr id="5" name="object 5"/>
          <p:cNvSpPr txBox="1"/>
          <p:nvPr/>
        </p:nvSpPr>
        <p:spPr>
          <a:xfrm>
            <a:off x="665629" y="4700499"/>
            <a:ext cx="3761815" cy="879566"/>
          </a:xfrm>
          <a:prstGeom prst="rect">
            <a:avLst/>
          </a:prstGeom>
        </p:spPr>
        <p:txBody>
          <a:bodyPr vert="horz" wrap="square" lIns="0" tIns="11206" rIns="0" bIns="0" rtlCol="0">
            <a:spAutoFit/>
          </a:bodyPr>
          <a:lstStyle/>
          <a:p>
            <a:pPr marL="183515" marR="4445" indent="-172720">
              <a:spcBef>
                <a:spcPts val="90"/>
              </a:spcBef>
              <a:buSzPct val="81000"/>
              <a:buFont typeface="Arial" panose="020B0604020202020204"/>
              <a:buChar char="•"/>
              <a:tabLst>
                <a:tab pos="182880" algn="l"/>
              </a:tabLst>
            </a:pPr>
            <a:r>
              <a:rPr sz="1855" dirty="0">
                <a:solidFill>
                  <a:srgbClr val="FFFFFF"/>
                </a:solidFill>
                <a:latin typeface="Verdana" panose="020B0604030504040204"/>
                <a:cs typeface="Verdana" panose="020B0604030504040204"/>
              </a:rPr>
              <a:t>Inspection,</a:t>
            </a:r>
            <a:r>
              <a:rPr sz="1855" spc="199" dirty="0">
                <a:solidFill>
                  <a:srgbClr val="FFFFFF"/>
                </a:solidFill>
                <a:latin typeface="Verdana" panose="020B0604030504040204"/>
                <a:cs typeface="Verdana" panose="020B0604030504040204"/>
              </a:rPr>
              <a:t> </a:t>
            </a:r>
            <a:r>
              <a:rPr sz="1855" spc="-9" dirty="0">
                <a:solidFill>
                  <a:srgbClr val="FFFFFF"/>
                </a:solidFill>
                <a:latin typeface="Verdana" panose="020B0604030504040204"/>
                <a:cs typeface="Verdana" panose="020B0604030504040204"/>
              </a:rPr>
              <a:t>walkthrough, </a:t>
            </a:r>
            <a:r>
              <a:rPr sz="1855" dirty="0">
                <a:solidFill>
                  <a:srgbClr val="FFFFFF"/>
                </a:solidFill>
                <a:latin typeface="Verdana" panose="020B0604030504040204"/>
                <a:cs typeface="Verdana" panose="020B0604030504040204"/>
              </a:rPr>
              <a:t>code</a:t>
            </a:r>
            <a:r>
              <a:rPr sz="1855" spc="110" dirty="0">
                <a:solidFill>
                  <a:srgbClr val="FFFFFF"/>
                </a:solidFill>
                <a:latin typeface="Verdana" panose="020B0604030504040204"/>
                <a:cs typeface="Verdana" panose="020B0604030504040204"/>
              </a:rPr>
              <a:t> </a:t>
            </a:r>
            <a:r>
              <a:rPr sz="1855" dirty="0">
                <a:solidFill>
                  <a:srgbClr val="FFFFFF"/>
                </a:solidFill>
                <a:latin typeface="Verdana" panose="020B0604030504040204"/>
                <a:cs typeface="Verdana" panose="020B0604030504040204"/>
              </a:rPr>
              <a:t>review,</a:t>
            </a:r>
            <a:r>
              <a:rPr sz="1855" spc="110" dirty="0">
                <a:solidFill>
                  <a:srgbClr val="FFFFFF"/>
                </a:solidFill>
                <a:latin typeface="Verdana" panose="020B0604030504040204"/>
                <a:cs typeface="Verdana" panose="020B0604030504040204"/>
              </a:rPr>
              <a:t> </a:t>
            </a:r>
            <a:r>
              <a:rPr sz="1855" dirty="0">
                <a:solidFill>
                  <a:srgbClr val="FFFFFF"/>
                </a:solidFill>
                <a:latin typeface="Verdana" panose="020B0604030504040204"/>
                <a:cs typeface="Verdana" panose="020B0604030504040204"/>
              </a:rPr>
              <a:t>informal</a:t>
            </a:r>
            <a:r>
              <a:rPr sz="1855" spc="106" dirty="0">
                <a:solidFill>
                  <a:srgbClr val="FFFFFF"/>
                </a:solidFill>
                <a:latin typeface="Verdana" panose="020B0604030504040204"/>
                <a:cs typeface="Verdana" panose="020B0604030504040204"/>
              </a:rPr>
              <a:t> </a:t>
            </a:r>
            <a:r>
              <a:rPr sz="1855" spc="-9" dirty="0">
                <a:solidFill>
                  <a:srgbClr val="FFFFFF"/>
                </a:solidFill>
                <a:latin typeface="Verdana" panose="020B0604030504040204"/>
                <a:cs typeface="Verdana" panose="020B0604030504040204"/>
              </a:rPr>
              <a:t>review,</a:t>
            </a:r>
            <a:endParaRPr sz="1855" dirty="0">
              <a:latin typeface="Verdana" panose="020B0604030504040204"/>
              <a:cs typeface="Verdana" panose="020B0604030504040204"/>
            </a:endParaRPr>
          </a:p>
          <a:p>
            <a:pPr marL="183515">
              <a:spcBef>
                <a:spcPts val="60"/>
              </a:spcBef>
            </a:pPr>
            <a:r>
              <a:rPr sz="1855" spc="-44" dirty="0">
                <a:solidFill>
                  <a:srgbClr val="FFFFFF"/>
                </a:solidFill>
                <a:latin typeface="Verdana" panose="020B0604030504040204"/>
                <a:cs typeface="Verdana" panose="020B0604030504040204"/>
              </a:rPr>
              <a:t>…</a:t>
            </a:r>
            <a:endParaRPr sz="1855" dirty="0">
              <a:latin typeface="Verdana" panose="020B0604030504040204"/>
              <a:cs typeface="Verdana" panose="020B0604030504040204"/>
            </a:endParaRPr>
          </a:p>
        </p:txBody>
      </p:sp>
      <p:sp>
        <p:nvSpPr>
          <p:cNvPr id="6" name="object 6"/>
          <p:cNvSpPr txBox="1"/>
          <p:nvPr/>
        </p:nvSpPr>
        <p:spPr>
          <a:xfrm>
            <a:off x="616030" y="1237130"/>
            <a:ext cx="6589618" cy="323709"/>
          </a:xfrm>
          <a:prstGeom prst="rect">
            <a:avLst/>
          </a:prstGeom>
        </p:spPr>
        <p:txBody>
          <a:bodyPr vert="horz" wrap="square" lIns="0" tIns="11206" rIns="0" bIns="0" rtlCol="0">
            <a:spAutoFit/>
          </a:bodyPr>
          <a:lstStyle/>
          <a:p>
            <a:pPr marL="11430">
              <a:spcBef>
                <a:spcPts val="90"/>
              </a:spcBef>
              <a:tabLst>
                <a:tab pos="4170045" algn="l"/>
              </a:tabLst>
            </a:pPr>
            <a:r>
              <a:rPr sz="2030" b="1" dirty="0">
                <a:latin typeface="Verdana" panose="020B0604030504040204"/>
                <a:cs typeface="Verdana" panose="020B0604030504040204"/>
              </a:rPr>
              <a:t>Static</a:t>
            </a:r>
            <a:r>
              <a:rPr sz="2030" b="1" spc="141" dirty="0">
                <a:latin typeface="Verdana" panose="020B0604030504040204"/>
                <a:cs typeface="Verdana" panose="020B0604030504040204"/>
              </a:rPr>
              <a:t> </a:t>
            </a:r>
            <a:r>
              <a:rPr sz="2030" b="1" spc="-9" dirty="0">
                <a:latin typeface="Verdana" panose="020B0604030504040204"/>
                <a:cs typeface="Verdana" panose="020B0604030504040204"/>
              </a:rPr>
              <a:t>testing</a:t>
            </a:r>
            <a:r>
              <a:rPr sz="2030" b="1" dirty="0">
                <a:latin typeface="Verdana" panose="020B0604030504040204"/>
                <a:cs typeface="Verdana" panose="020B0604030504040204"/>
              </a:rPr>
              <a:t>	Dynamic</a:t>
            </a:r>
            <a:r>
              <a:rPr sz="2030" b="1" spc="199" dirty="0">
                <a:latin typeface="Verdana" panose="020B0604030504040204"/>
                <a:cs typeface="Verdana" panose="020B0604030504040204"/>
              </a:rPr>
              <a:t> </a:t>
            </a:r>
            <a:r>
              <a:rPr sz="2030" b="1" spc="-9" dirty="0">
                <a:latin typeface="Verdana" panose="020B0604030504040204"/>
                <a:cs typeface="Verdana" panose="020B0604030504040204"/>
              </a:rPr>
              <a:t>testing</a:t>
            </a:r>
            <a:endParaRPr sz="2030" dirty="0">
              <a:latin typeface="Verdana" panose="020B0604030504040204"/>
              <a:cs typeface="Verdana" panose="020B0604030504040204"/>
            </a:endParaRPr>
          </a:p>
        </p:txBody>
      </p:sp>
      <p:sp>
        <p:nvSpPr>
          <p:cNvPr id="7" name="object 7"/>
          <p:cNvSpPr txBox="1"/>
          <p:nvPr/>
        </p:nvSpPr>
        <p:spPr>
          <a:xfrm>
            <a:off x="4775655" y="1840453"/>
            <a:ext cx="3185832" cy="568798"/>
          </a:xfrm>
          <a:prstGeom prst="rect">
            <a:avLst/>
          </a:prstGeom>
        </p:spPr>
        <p:txBody>
          <a:bodyPr vert="horz" wrap="square" lIns="0" tIns="560" rIns="0" bIns="0" rtlCol="0">
            <a:spAutoFit/>
          </a:bodyPr>
          <a:lstStyle/>
          <a:p>
            <a:pPr marL="183515" marR="4445" indent="-172720">
              <a:lnSpc>
                <a:spcPct val="104000"/>
              </a:lnSpc>
              <a:spcBef>
                <a:spcPts val="5"/>
              </a:spcBef>
              <a:buSzPct val="81000"/>
              <a:buFont typeface="Arial" panose="020B0604020202020204"/>
              <a:buChar char="•"/>
              <a:tabLst>
                <a:tab pos="182880" algn="l"/>
              </a:tabLst>
            </a:pPr>
            <a:r>
              <a:rPr sz="1855" dirty="0">
                <a:latin typeface="Verdana" panose="020B0604030504040204"/>
                <a:cs typeface="Verdana" panose="020B0604030504040204"/>
              </a:rPr>
              <a:t>Testing</a:t>
            </a:r>
            <a:r>
              <a:rPr sz="1855" spc="53" dirty="0">
                <a:latin typeface="Verdana" panose="020B0604030504040204"/>
                <a:cs typeface="Verdana" panose="020B0604030504040204"/>
              </a:rPr>
              <a:t> </a:t>
            </a:r>
            <a:r>
              <a:rPr sz="1855" dirty="0">
                <a:latin typeface="Verdana" panose="020B0604030504040204"/>
                <a:cs typeface="Verdana" panose="020B0604030504040204"/>
              </a:rPr>
              <a:t>by</a:t>
            </a:r>
            <a:r>
              <a:rPr sz="1855" spc="53" dirty="0">
                <a:latin typeface="Verdana" panose="020B0604030504040204"/>
                <a:cs typeface="Verdana" panose="020B0604030504040204"/>
              </a:rPr>
              <a:t> </a:t>
            </a:r>
            <a:r>
              <a:rPr sz="1855" dirty="0">
                <a:latin typeface="Verdana" panose="020B0604030504040204"/>
                <a:cs typeface="Verdana" panose="020B0604030504040204"/>
              </a:rPr>
              <a:t>executing</a:t>
            </a:r>
            <a:r>
              <a:rPr sz="1855" spc="53" dirty="0">
                <a:latin typeface="Verdana" panose="020B0604030504040204"/>
                <a:cs typeface="Verdana" panose="020B0604030504040204"/>
              </a:rPr>
              <a:t> </a:t>
            </a:r>
            <a:r>
              <a:rPr sz="1855" spc="-22" dirty="0">
                <a:latin typeface="Verdana" panose="020B0604030504040204"/>
                <a:cs typeface="Verdana" panose="020B0604030504040204"/>
              </a:rPr>
              <a:t>the </a:t>
            </a:r>
            <a:r>
              <a:rPr sz="1855" dirty="0">
                <a:latin typeface="Verdana" panose="020B0604030504040204"/>
                <a:cs typeface="Verdana" panose="020B0604030504040204"/>
              </a:rPr>
              <a:t>program</a:t>
            </a:r>
            <a:r>
              <a:rPr sz="1855" spc="110" dirty="0">
                <a:latin typeface="Verdana" panose="020B0604030504040204"/>
                <a:cs typeface="Verdana" panose="020B0604030504040204"/>
              </a:rPr>
              <a:t> </a:t>
            </a:r>
            <a:r>
              <a:rPr sz="1855" dirty="0">
                <a:latin typeface="Verdana" panose="020B0604030504040204"/>
                <a:cs typeface="Verdana" panose="020B0604030504040204"/>
              </a:rPr>
              <a:t>with</a:t>
            </a:r>
            <a:r>
              <a:rPr sz="1855" spc="93" dirty="0">
                <a:latin typeface="Verdana" panose="020B0604030504040204"/>
                <a:cs typeface="Verdana" panose="020B0604030504040204"/>
              </a:rPr>
              <a:t> </a:t>
            </a:r>
            <a:r>
              <a:rPr sz="1855" dirty="0">
                <a:latin typeface="Verdana" panose="020B0604030504040204"/>
                <a:cs typeface="Verdana" panose="020B0604030504040204"/>
              </a:rPr>
              <a:t>real</a:t>
            </a:r>
            <a:r>
              <a:rPr sz="1855" spc="84" dirty="0">
                <a:latin typeface="Verdana" panose="020B0604030504040204"/>
                <a:cs typeface="Verdana" panose="020B0604030504040204"/>
              </a:rPr>
              <a:t> </a:t>
            </a:r>
            <a:r>
              <a:rPr sz="1855" spc="-9" dirty="0">
                <a:latin typeface="Verdana" panose="020B0604030504040204"/>
                <a:cs typeface="Verdana" panose="020B0604030504040204"/>
              </a:rPr>
              <a:t>inputs</a:t>
            </a:r>
            <a:endParaRPr sz="1855" dirty="0">
              <a:latin typeface="Verdana" panose="020B0604030504040204"/>
              <a:cs typeface="Verdana" panose="020B0604030504040204"/>
            </a:endParaRPr>
          </a:p>
        </p:txBody>
      </p:sp>
      <p:sp>
        <p:nvSpPr>
          <p:cNvPr id="8" name="object 8"/>
          <p:cNvSpPr txBox="1"/>
          <p:nvPr/>
        </p:nvSpPr>
        <p:spPr>
          <a:xfrm>
            <a:off x="4775656" y="2727960"/>
            <a:ext cx="3078816" cy="1471179"/>
          </a:xfrm>
          <a:prstGeom prst="rect">
            <a:avLst/>
          </a:prstGeom>
        </p:spPr>
        <p:txBody>
          <a:bodyPr vert="horz" wrap="square" lIns="0" tIns="2801" rIns="0" bIns="0" rtlCol="0">
            <a:spAutoFit/>
          </a:bodyPr>
          <a:lstStyle/>
          <a:p>
            <a:pPr marL="183515" marR="4445" indent="-172720" algn="just">
              <a:lnSpc>
                <a:spcPct val="103000"/>
              </a:lnSpc>
              <a:spcBef>
                <a:spcPts val="20"/>
              </a:spcBef>
              <a:buSzPct val="81000"/>
              <a:buFont typeface="Arial" panose="020B0604020202020204"/>
              <a:buChar char="•"/>
              <a:tabLst>
                <a:tab pos="182880" algn="l"/>
              </a:tabLst>
            </a:pPr>
            <a:r>
              <a:rPr sz="1855" b="1" dirty="0">
                <a:latin typeface="Verdana" panose="020B0604030504040204"/>
                <a:cs typeface="Verdana" panose="020B0604030504040204"/>
              </a:rPr>
              <a:t>Unit</a:t>
            </a:r>
            <a:r>
              <a:rPr sz="1855" b="1" spc="124" dirty="0">
                <a:latin typeface="Verdana" panose="020B0604030504040204"/>
                <a:cs typeface="Verdana" panose="020B0604030504040204"/>
              </a:rPr>
              <a:t> </a:t>
            </a:r>
            <a:r>
              <a:rPr sz="1855" b="1" dirty="0">
                <a:latin typeface="Verdana" panose="020B0604030504040204"/>
                <a:cs typeface="Verdana" panose="020B0604030504040204"/>
              </a:rPr>
              <a:t>testing,</a:t>
            </a:r>
            <a:r>
              <a:rPr sz="1855" b="1" spc="124" dirty="0">
                <a:latin typeface="Verdana" panose="020B0604030504040204"/>
                <a:cs typeface="Verdana" panose="020B0604030504040204"/>
              </a:rPr>
              <a:t> </a:t>
            </a:r>
            <a:r>
              <a:rPr sz="1855" b="1" spc="-9" dirty="0">
                <a:latin typeface="Verdana" panose="020B0604030504040204"/>
                <a:cs typeface="Verdana" panose="020B0604030504040204"/>
              </a:rPr>
              <a:t>integration </a:t>
            </a:r>
            <a:r>
              <a:rPr sz="1855" b="1" dirty="0">
                <a:latin typeface="Verdana" panose="020B0604030504040204"/>
                <a:cs typeface="Verdana" panose="020B0604030504040204"/>
              </a:rPr>
              <a:t>testing,</a:t>
            </a:r>
            <a:r>
              <a:rPr sz="1855" b="1" spc="110" dirty="0">
                <a:latin typeface="Verdana" panose="020B0604030504040204"/>
                <a:cs typeface="Verdana" panose="020B0604030504040204"/>
              </a:rPr>
              <a:t> </a:t>
            </a:r>
            <a:r>
              <a:rPr sz="1855" b="1" dirty="0">
                <a:latin typeface="Verdana" panose="020B0604030504040204"/>
                <a:cs typeface="Verdana" panose="020B0604030504040204"/>
              </a:rPr>
              <a:t>system</a:t>
            </a:r>
            <a:r>
              <a:rPr sz="1855" b="1" spc="141" dirty="0">
                <a:latin typeface="Verdana" panose="020B0604030504040204"/>
                <a:cs typeface="Verdana" panose="020B0604030504040204"/>
              </a:rPr>
              <a:t> </a:t>
            </a:r>
            <a:r>
              <a:rPr sz="1855" b="1" spc="-9" dirty="0">
                <a:latin typeface="Verdana" panose="020B0604030504040204"/>
                <a:cs typeface="Verdana" panose="020B0604030504040204"/>
              </a:rPr>
              <a:t>testing, </a:t>
            </a:r>
            <a:r>
              <a:rPr sz="1855" b="1" dirty="0">
                <a:latin typeface="Verdana" panose="020B0604030504040204"/>
                <a:cs typeface="Verdana" panose="020B0604030504040204"/>
              </a:rPr>
              <a:t>acceptance</a:t>
            </a:r>
            <a:r>
              <a:rPr sz="1855" b="1" spc="146" dirty="0">
                <a:latin typeface="Verdana" panose="020B0604030504040204"/>
                <a:cs typeface="Verdana" panose="020B0604030504040204"/>
              </a:rPr>
              <a:t> </a:t>
            </a:r>
            <a:r>
              <a:rPr sz="1855" b="1" dirty="0">
                <a:latin typeface="Verdana" panose="020B0604030504040204"/>
                <a:cs typeface="Verdana" panose="020B0604030504040204"/>
              </a:rPr>
              <a:t>testing,</a:t>
            </a:r>
            <a:r>
              <a:rPr sz="1855" b="1" spc="150" dirty="0">
                <a:latin typeface="Verdana" panose="020B0604030504040204"/>
                <a:cs typeface="Verdana" panose="020B0604030504040204"/>
              </a:rPr>
              <a:t> </a:t>
            </a:r>
            <a:r>
              <a:rPr sz="1855" b="1" spc="-44" dirty="0">
                <a:latin typeface="Verdana" panose="020B0604030504040204"/>
                <a:cs typeface="Verdana" panose="020B0604030504040204"/>
              </a:rPr>
              <a:t>…</a:t>
            </a:r>
            <a:endParaRPr sz="1855" b="1" dirty="0">
              <a:latin typeface="Verdana" panose="020B0604030504040204"/>
              <a:cs typeface="Verdana" panose="020B0604030504040204"/>
            </a:endParaRPr>
          </a:p>
        </p:txBody>
      </p:sp>
      <p:sp>
        <p:nvSpPr>
          <p:cNvPr id="9" name="object 9"/>
          <p:cNvSpPr/>
          <p:nvPr/>
        </p:nvSpPr>
        <p:spPr>
          <a:xfrm>
            <a:off x="4572000" y="1277471"/>
            <a:ext cx="0" cy="4876800"/>
          </a:xfrm>
          <a:custGeom>
            <a:avLst/>
            <a:gdLst/>
            <a:ahLst/>
            <a:cxnLst/>
            <a:rect l="l" t="t" r="r" b="b"/>
            <a:pathLst>
              <a:path h="5527040">
                <a:moveTo>
                  <a:pt x="0" y="0"/>
                </a:moveTo>
                <a:lnTo>
                  <a:pt x="1" y="5527039"/>
                </a:lnTo>
              </a:path>
            </a:pathLst>
          </a:custGeom>
          <a:ln w="10159">
            <a:solidFill>
              <a:srgbClr val="E0EBF6"/>
            </a:solidFill>
          </a:ln>
        </p:spPr>
        <p:txBody>
          <a:bodyPr wrap="square" lIns="0" tIns="0" rIns="0" bIns="0" rtlCol="0"/>
          <a:lstStyle/>
          <a:p>
            <a:endParaRPr sz="159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9"/>
          <p:cNvSpPr>
            <a:spLocks noGrp="1" noChangeArrowheads="1"/>
          </p:cNvSpPr>
          <p:nvPr>
            <p:ph type="sldNum" sz="quarter" idx="10"/>
          </p:nvPr>
        </p:nvSpPr>
        <p:spPr>
          <a:noFill/>
        </p:spPr>
        <p:txBody>
          <a:bodyPr/>
          <a:lstStyle/>
          <a:p>
            <a:fld id="{6B6CD132-E89B-4634-93A8-3B7341854A5A}" type="slidenum">
              <a:rPr lang="en-US" smtClean="0"/>
            </a:fld>
            <a:endParaRPr lang="en-US" smtClean="0"/>
          </a:p>
        </p:txBody>
      </p:sp>
      <p:sp>
        <p:nvSpPr>
          <p:cNvPr id="16387" name="Rectangle 2"/>
          <p:cNvSpPr>
            <a:spLocks noGrp="1" noChangeArrowheads="1"/>
          </p:cNvSpPr>
          <p:nvPr>
            <p:ph type="title" idx="4294967295"/>
          </p:nvPr>
        </p:nvSpPr>
        <p:spPr>
          <a:xfrm>
            <a:off x="609600" y="381000"/>
            <a:ext cx="7773338" cy="1596177"/>
          </a:xfrm>
        </p:spPr>
        <p:txBody>
          <a:bodyPr/>
          <a:lstStyle/>
          <a:p>
            <a:r>
              <a:rPr lang="en-US" dirty="0"/>
              <a:t>Defect detection techniques</a:t>
            </a:r>
            <a:endParaRPr lang="en-US" dirty="0" smtClean="0">
              <a:latin typeface="Times New Roman" panose="02020603050405020304" pitchFamily="18" charset="0"/>
            </a:endParaRPr>
          </a:p>
        </p:txBody>
      </p:sp>
      <p:sp>
        <p:nvSpPr>
          <p:cNvPr id="16388" name="Rectangle 3"/>
          <p:cNvSpPr>
            <a:spLocks noGrp="1" noChangeArrowheads="1"/>
          </p:cNvSpPr>
          <p:nvPr>
            <p:ph type="body" idx="4294967295"/>
          </p:nvPr>
        </p:nvSpPr>
        <p:spPr>
          <a:xfrm>
            <a:off x="609599" y="1977177"/>
            <a:ext cx="7773339" cy="4423623"/>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Static </a:t>
            </a:r>
            <a:r>
              <a:rPr lang="en-US" dirty="0" smtClean="0">
                <a:latin typeface="Times New Roman" panose="02020603050405020304" pitchFamily="18" charset="0"/>
                <a:cs typeface="Times New Roman" panose="02020603050405020304" pitchFamily="18" charset="0"/>
              </a:rPr>
              <a:t>Techniques</a:t>
            </a:r>
            <a:endParaRPr lang="en-US" dirty="0" smtClean="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Inspections</a:t>
            </a:r>
            <a:r>
              <a:rPr lang="en-US" dirty="0">
                <a:latin typeface="Times New Roman" panose="02020603050405020304" pitchFamily="18" charset="0"/>
                <a:cs typeface="Times New Roman" panose="02020603050405020304" pitchFamily="18" charset="0"/>
              </a:rPr>
              <a:t>: A formal process where a team of developers, designers, and testers systematically reviews the source code. This is a very thorough method for finding defects that might not be apparent during execution</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lvl="1"/>
            <a:r>
              <a:rPr lang="en-US" b="1" dirty="0" smtClean="0">
                <a:latin typeface="Times New Roman" panose="02020603050405020304" pitchFamily="18" charset="0"/>
                <a:cs typeface="Times New Roman" panose="02020603050405020304" pitchFamily="18" charset="0"/>
              </a:rPr>
              <a:t>Walkthroughs</a:t>
            </a:r>
            <a:r>
              <a:rPr lang="en-US" dirty="0" smtClean="0">
                <a:latin typeface="Times New Roman" panose="02020603050405020304" pitchFamily="18" charset="0"/>
                <a:cs typeface="Times New Roman" panose="02020603050405020304" pitchFamily="18" charset="0"/>
              </a:rPr>
              <a:t>: A less formal review where the developer guides a team through the code, explaining its logic and design. The team provides feedback and identifies potential issues.</a:t>
            </a:r>
            <a:endParaRPr lang="en-US" dirty="0" smtClean="0">
              <a:latin typeface="Times New Roman" panose="02020603050405020304" pitchFamily="18" charset="0"/>
              <a:cs typeface="Times New Roman" panose="02020603050405020304" pitchFamily="18" charset="0"/>
            </a:endParaRPr>
          </a:p>
          <a:p>
            <a:pPr lvl="1"/>
            <a:r>
              <a:rPr lang="en-US" b="1" dirty="0" smtClean="0">
                <a:latin typeface="Times New Roman" panose="02020603050405020304" pitchFamily="18" charset="0"/>
                <a:cs typeface="Times New Roman" panose="02020603050405020304" pitchFamily="18" charset="0"/>
              </a:rPr>
              <a:t>Static </a:t>
            </a:r>
            <a:r>
              <a:rPr lang="en-US" b="1" dirty="0">
                <a:latin typeface="Times New Roman" panose="02020603050405020304" pitchFamily="18" charset="0"/>
                <a:cs typeface="Times New Roman" panose="02020603050405020304" pitchFamily="18" charset="0"/>
              </a:rPr>
              <a:t>Analysis</a:t>
            </a:r>
            <a:r>
              <a:rPr lang="en-US" dirty="0" smtClean="0">
                <a:latin typeface="Times New Roman" panose="02020603050405020304" pitchFamily="18" charset="0"/>
                <a:cs typeface="Times New Roman" panose="02020603050405020304" pitchFamily="18" charset="0"/>
              </a:rPr>
              <a:t>: Automated tools scan the source code for common errors, potential bugs, security vulnerabilities, and violations of coding standards. This is a highly efficient method for early defect detection.</a:t>
            </a:r>
            <a:endParaRPr lang="en-US" dirty="0" smtClean="0">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9"/>
          <p:cNvSpPr>
            <a:spLocks noGrp="1" noChangeArrowheads="1"/>
          </p:cNvSpPr>
          <p:nvPr>
            <p:ph type="sldNum" sz="quarter" idx="10"/>
          </p:nvPr>
        </p:nvSpPr>
        <p:spPr>
          <a:noFill/>
        </p:spPr>
        <p:txBody>
          <a:bodyPr/>
          <a:lstStyle/>
          <a:p>
            <a:fld id="{6B6CD132-E89B-4634-93A8-3B7341854A5A}" type="slidenum">
              <a:rPr lang="en-US" smtClean="0"/>
            </a:fld>
            <a:endParaRPr lang="en-US" smtClean="0"/>
          </a:p>
        </p:txBody>
      </p:sp>
      <p:sp>
        <p:nvSpPr>
          <p:cNvPr id="16387" name="Rectangle 2"/>
          <p:cNvSpPr>
            <a:spLocks noGrp="1" noChangeArrowheads="1"/>
          </p:cNvSpPr>
          <p:nvPr>
            <p:ph type="title" idx="4294967295"/>
          </p:nvPr>
        </p:nvSpPr>
        <p:spPr>
          <a:xfrm>
            <a:off x="609600" y="381000"/>
            <a:ext cx="8135620" cy="814070"/>
          </a:xfrm>
        </p:spPr>
        <p:txBody>
          <a:bodyPr/>
          <a:lstStyle/>
          <a:p>
            <a:r>
              <a:rPr lang="en-US" dirty="0"/>
              <a:t>Defect detection techniques</a:t>
            </a:r>
            <a:endParaRPr lang="en-US" dirty="0" smtClean="0">
              <a:latin typeface="Times New Roman" panose="02020603050405020304" pitchFamily="18" charset="0"/>
            </a:endParaRPr>
          </a:p>
        </p:txBody>
      </p:sp>
      <p:sp>
        <p:nvSpPr>
          <p:cNvPr id="16388" name="Rectangle 3"/>
          <p:cNvSpPr>
            <a:spLocks noGrp="1" noChangeArrowheads="1"/>
          </p:cNvSpPr>
          <p:nvPr>
            <p:ph type="body" idx="4294967295"/>
          </p:nvPr>
        </p:nvSpPr>
        <p:spPr>
          <a:xfrm>
            <a:off x="685799" y="1218987"/>
            <a:ext cx="7773339" cy="4423623"/>
          </a:xfrm>
        </p:spPr>
        <p:txBody>
          <a:bodyPr>
            <a:noAutofit/>
          </a:bodyPr>
          <a:lstStyle/>
          <a:p>
            <a:r>
              <a:rPr lang="en-US" sz="2000" dirty="0"/>
              <a:t>Dynamic </a:t>
            </a:r>
            <a:r>
              <a:rPr lang="en-US" sz="2000" dirty="0" smtClean="0"/>
              <a:t>Techniques</a:t>
            </a:r>
            <a:endParaRPr lang="en-US" sz="2000" dirty="0" smtClean="0"/>
          </a:p>
          <a:p>
            <a:pPr lvl="1"/>
            <a:r>
              <a:rPr lang="en-US" sz="2000" b="1" dirty="0"/>
              <a:t>Unit Testing</a:t>
            </a:r>
            <a:r>
              <a:rPr lang="en-US" sz="2000" dirty="0"/>
              <a:t>: The smallest components of the software (e.g., individual functions or methods) are tested in isolation to ensure they work correctly. This is usually done by the developers themselves</a:t>
            </a:r>
            <a:r>
              <a:rPr lang="en-US" sz="2000" dirty="0" smtClean="0"/>
              <a:t>.</a:t>
            </a:r>
            <a:endParaRPr lang="en-US" sz="2000" dirty="0" smtClean="0"/>
          </a:p>
          <a:p>
            <a:pPr lvl="1"/>
            <a:r>
              <a:rPr lang="en-US" sz="2000" b="1" dirty="0"/>
              <a:t>Integration Testing</a:t>
            </a:r>
            <a:r>
              <a:rPr lang="en-US" sz="2000" dirty="0"/>
              <a:t>: This type of testing checks how different software modules interact with each other, uncovering defects that arise when components are combined</a:t>
            </a:r>
            <a:r>
              <a:rPr lang="en-US" sz="2000" dirty="0" smtClean="0"/>
              <a:t>.</a:t>
            </a:r>
            <a:endParaRPr lang="en-US" sz="2000" dirty="0" smtClean="0"/>
          </a:p>
          <a:p>
            <a:pPr lvl="1"/>
            <a:r>
              <a:rPr lang="en-US" sz="2000" b="1" dirty="0"/>
              <a:t>System Testing</a:t>
            </a:r>
            <a:r>
              <a:rPr lang="en-US" sz="2000" dirty="0"/>
              <a:t>: The entire, integrated system is tested to verify that it meets the specified requirements. This includes functional, performance, and security testing</a:t>
            </a:r>
            <a:r>
              <a:rPr lang="en-US" sz="2000" dirty="0" smtClean="0"/>
              <a:t>.</a:t>
            </a:r>
            <a:endParaRPr lang="en-US" sz="2000" dirty="0" smtClean="0"/>
          </a:p>
          <a:p>
            <a:pPr lvl="1"/>
            <a:r>
              <a:rPr lang="en-US" sz="2000" b="1" dirty="0"/>
              <a:t>Acceptance Testing</a:t>
            </a:r>
            <a:r>
              <a:rPr lang="en-US" sz="2000" dirty="0"/>
              <a:t>: This is the final stage of testing where the software is validated against the user's requirements. It's often performed by end-users to ensure the product is ready for release.</a:t>
            </a:r>
            <a:endParaRPr lang="en-US" sz="2000" dirty="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9"/>
          <p:cNvSpPr>
            <a:spLocks noGrp="1" noChangeArrowheads="1"/>
          </p:cNvSpPr>
          <p:nvPr>
            <p:ph type="sldNum" sz="quarter" idx="10"/>
          </p:nvPr>
        </p:nvSpPr>
        <p:spPr>
          <a:noFill/>
        </p:spPr>
        <p:txBody>
          <a:bodyPr/>
          <a:lstStyle/>
          <a:p>
            <a:fld id="{6B6CD132-E89B-4634-93A8-3B7341854A5A}" type="slidenum">
              <a:rPr lang="en-US" smtClean="0"/>
            </a:fld>
            <a:endParaRPr lang="en-US" smtClean="0"/>
          </a:p>
        </p:txBody>
      </p:sp>
      <p:sp>
        <p:nvSpPr>
          <p:cNvPr id="16387" name="Rectangle 2"/>
          <p:cNvSpPr>
            <a:spLocks noGrp="1" noChangeArrowheads="1"/>
          </p:cNvSpPr>
          <p:nvPr>
            <p:ph type="title" idx="4294967295"/>
          </p:nvPr>
        </p:nvSpPr>
        <p:spPr/>
        <p:txBody>
          <a:bodyPr/>
          <a:lstStyle/>
          <a:p>
            <a:r>
              <a:rPr lang="en-US" smtClean="0">
                <a:latin typeface="Times New Roman" panose="02020603050405020304" pitchFamily="18" charset="0"/>
              </a:rPr>
              <a:t>Verification and Validation</a:t>
            </a:r>
            <a:endParaRPr lang="en-US" smtClean="0">
              <a:latin typeface="Times New Roman" panose="02020603050405020304" pitchFamily="18" charset="0"/>
            </a:endParaRPr>
          </a:p>
        </p:txBody>
      </p:sp>
      <p:sp>
        <p:nvSpPr>
          <p:cNvPr id="16388" name="Rectangle 3"/>
          <p:cNvSpPr>
            <a:spLocks noGrp="1" noChangeArrowheads="1"/>
          </p:cNvSpPr>
          <p:nvPr>
            <p:ph type="body" idx="4294967295"/>
          </p:nvPr>
        </p:nvSpPr>
        <p:spPr/>
        <p:txBody>
          <a:bodyPr>
            <a:normAutofit/>
          </a:bodyPr>
          <a:lstStyle/>
          <a:p>
            <a:r>
              <a:rPr lang="en-US" dirty="0" smtClean="0">
                <a:latin typeface="Times New Roman" panose="02020603050405020304" pitchFamily="18" charset="0"/>
              </a:rPr>
              <a:t>Verification</a:t>
            </a:r>
            <a:endParaRPr lang="en-US" dirty="0" smtClean="0">
              <a:latin typeface="Times New Roman" panose="02020603050405020304" pitchFamily="18" charset="0"/>
            </a:endParaRPr>
          </a:p>
          <a:p>
            <a:pPr lvl="1"/>
            <a:r>
              <a:rPr lang="en-US" dirty="0" smtClean="0">
                <a:latin typeface="Times New Roman" panose="02020603050405020304" pitchFamily="18" charset="0"/>
              </a:rPr>
              <a:t>Evaluation of software system that help in determining whether the product of a given development phase satisfy the requirements established before the start of that phase</a:t>
            </a:r>
            <a:endParaRPr lang="en-US" dirty="0" smtClean="0">
              <a:latin typeface="Times New Roman" panose="02020603050405020304" pitchFamily="18" charset="0"/>
            </a:endParaRPr>
          </a:p>
          <a:p>
            <a:pPr lvl="2"/>
            <a:r>
              <a:rPr lang="en-US" dirty="0" smtClean="0">
                <a:latin typeface="Times New Roman" panose="02020603050405020304" pitchFamily="18" charset="0"/>
              </a:rPr>
              <a:t>Building the product correctly</a:t>
            </a:r>
            <a:endParaRPr lang="en-US" dirty="0" smtClean="0">
              <a:latin typeface="Times New Roman" panose="02020603050405020304" pitchFamily="18" charset="0"/>
            </a:endParaRPr>
          </a:p>
          <a:p>
            <a:pPr lvl="1">
              <a:buFontTx/>
              <a:buNone/>
            </a:pPr>
            <a:endParaRPr lang="en-US" dirty="0" smtClean="0">
              <a:latin typeface="Times New Roman" panose="02020603050405020304" pitchFamily="18" charset="0"/>
            </a:endParaRPr>
          </a:p>
          <a:p>
            <a:pPr lvl="1"/>
            <a:endParaRPr lang="en-US" dirty="0" smtClean="0">
              <a:latin typeface="Times New Roman" panose="02020603050405020304" pitchFamily="18" charset="0"/>
            </a:endParaRPr>
          </a:p>
          <a:p>
            <a:r>
              <a:rPr lang="en-US" dirty="0" smtClean="0">
                <a:latin typeface="Times New Roman" panose="02020603050405020304" pitchFamily="18" charset="0"/>
              </a:rPr>
              <a:t>Validation</a:t>
            </a:r>
            <a:endParaRPr lang="en-US" dirty="0" smtClean="0">
              <a:latin typeface="Times New Roman" panose="02020603050405020304" pitchFamily="18" charset="0"/>
            </a:endParaRPr>
          </a:p>
          <a:p>
            <a:pPr lvl="1"/>
            <a:r>
              <a:rPr lang="en-US" dirty="0" smtClean="0">
                <a:latin typeface="Times New Roman" panose="02020603050405020304" pitchFamily="18" charset="0"/>
              </a:rPr>
              <a:t>Evaluation of software system that help in determining whether the product meets its intended use</a:t>
            </a:r>
            <a:endParaRPr lang="en-US" dirty="0" smtClean="0">
              <a:latin typeface="Times New Roman" panose="02020603050405020304" pitchFamily="18" charset="0"/>
            </a:endParaRPr>
          </a:p>
          <a:p>
            <a:pPr lvl="2"/>
            <a:r>
              <a:rPr lang="en-US" dirty="0" smtClean="0">
                <a:latin typeface="Times New Roman" panose="02020603050405020304" pitchFamily="18" charset="0"/>
              </a:rPr>
              <a:t>Building the correct product</a:t>
            </a:r>
            <a:endParaRPr lang="en-US" dirty="0" smtClean="0">
              <a:latin typeface="Times New Roman" panose="02020603050405020304" pitchFamily="18" charset="0"/>
            </a:endParaRPr>
          </a:p>
          <a:p>
            <a:pPr lvl="1"/>
            <a:endParaRPr lang="en-US" dirty="0" smtClean="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294" y="491880"/>
            <a:ext cx="6858000" cy="758977"/>
          </a:xfrm>
          <a:prstGeom prst="rect">
            <a:avLst/>
          </a:prstGeom>
        </p:spPr>
        <p:txBody>
          <a:bodyPr vert="horz" wrap="square" lIns="0" tIns="227254" rIns="0" bIns="0" rtlCol="0" anchor="b" anchorCtr="0">
            <a:spAutoFit/>
          </a:bodyPr>
          <a:lstStyle/>
          <a:p>
            <a:pPr marL="88900">
              <a:spcBef>
                <a:spcPts val="90"/>
              </a:spcBef>
            </a:pPr>
            <a:r>
              <a:rPr sz="3440" spc="-9" dirty="0">
                <a:solidFill>
                  <a:schemeClr val="tx1"/>
                </a:solidFill>
              </a:rPr>
              <a:t>Validation</a:t>
            </a:r>
            <a:r>
              <a:rPr sz="3440" spc="-176" dirty="0">
                <a:solidFill>
                  <a:schemeClr val="tx1"/>
                </a:solidFill>
              </a:rPr>
              <a:t> </a:t>
            </a:r>
            <a:r>
              <a:rPr sz="3440" dirty="0">
                <a:solidFill>
                  <a:schemeClr val="tx1"/>
                </a:solidFill>
              </a:rPr>
              <a:t>and</a:t>
            </a:r>
            <a:r>
              <a:rPr sz="3440" spc="-172" dirty="0">
                <a:solidFill>
                  <a:schemeClr val="tx1"/>
                </a:solidFill>
              </a:rPr>
              <a:t> </a:t>
            </a:r>
            <a:r>
              <a:rPr sz="3440" spc="-18" dirty="0">
                <a:solidFill>
                  <a:schemeClr val="tx1"/>
                </a:solidFill>
              </a:rPr>
              <a:t>Verification</a:t>
            </a:r>
            <a:r>
              <a:rPr sz="3440" spc="-176" dirty="0">
                <a:solidFill>
                  <a:schemeClr val="tx1"/>
                </a:solidFill>
              </a:rPr>
              <a:t> </a:t>
            </a:r>
            <a:r>
              <a:rPr sz="3440" spc="-9" dirty="0">
                <a:solidFill>
                  <a:schemeClr val="tx1"/>
                </a:solidFill>
              </a:rPr>
              <a:t>(IEEE)</a:t>
            </a:r>
            <a:endParaRPr sz="3440">
              <a:solidFill>
                <a:schemeClr val="tx1"/>
              </a:solidFill>
            </a:endParaRPr>
          </a:p>
        </p:txBody>
      </p:sp>
      <p:sp>
        <p:nvSpPr>
          <p:cNvPr id="10" name="object 10"/>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66040">
              <a:lnSpc>
                <a:spcPts val="1160"/>
              </a:lnSpc>
            </a:pPr>
            <a:fld id="{81D60167-4931-47E6-BA6A-407CBD079E47}" type="slidenum">
              <a:rPr spc="-44" dirty="0">
                <a:solidFill>
                  <a:schemeClr val="tx1"/>
                </a:solidFill>
              </a:rPr>
            </a:fld>
            <a:endParaRPr spc="-44" dirty="0">
              <a:solidFill>
                <a:schemeClr val="tx1"/>
              </a:solidFill>
            </a:endParaRPr>
          </a:p>
        </p:txBody>
      </p:sp>
      <p:sp>
        <p:nvSpPr>
          <p:cNvPr id="3" name="object 3"/>
          <p:cNvSpPr txBox="1"/>
          <p:nvPr/>
        </p:nvSpPr>
        <p:spPr>
          <a:xfrm>
            <a:off x="587978" y="1212924"/>
            <a:ext cx="3551143" cy="2904672"/>
          </a:xfrm>
          <a:prstGeom prst="rect">
            <a:avLst/>
          </a:prstGeom>
        </p:spPr>
        <p:txBody>
          <a:bodyPr vert="horz" wrap="square" lIns="0" tIns="11206" rIns="0" bIns="0" rtlCol="0">
            <a:spAutoFit/>
          </a:bodyPr>
          <a:lstStyle/>
          <a:p>
            <a:pPr marL="1099820">
              <a:spcBef>
                <a:spcPts val="90"/>
              </a:spcBef>
            </a:pPr>
            <a:r>
              <a:rPr sz="2030" b="1" spc="-9" dirty="0">
                <a:latin typeface="Verdana" panose="020B0604030504040204"/>
                <a:cs typeface="Verdana" panose="020B0604030504040204"/>
              </a:rPr>
              <a:t>Validation</a:t>
            </a:r>
            <a:endParaRPr sz="2030" dirty="0">
              <a:latin typeface="Verdana" panose="020B0604030504040204"/>
              <a:cs typeface="Verdana" panose="020B0604030504040204"/>
            </a:endParaRPr>
          </a:p>
          <a:p>
            <a:pPr marL="222885" marR="4445" indent="-212090">
              <a:spcBef>
                <a:spcPts val="1810"/>
              </a:spcBef>
              <a:buSzPct val="80000"/>
              <a:buFont typeface="Arial" panose="020B0604020202020204"/>
              <a:buChar char="•"/>
              <a:tabLst>
                <a:tab pos="222885" algn="l"/>
              </a:tabLst>
            </a:pPr>
            <a:r>
              <a:rPr sz="1765" dirty="0">
                <a:latin typeface="Verdana" panose="020B0604030504040204"/>
                <a:cs typeface="Verdana" panose="020B0604030504040204"/>
              </a:rPr>
              <a:t>Evaluate</a:t>
            </a:r>
            <a:r>
              <a:rPr sz="1765" spc="93" dirty="0">
                <a:latin typeface="Verdana" panose="020B0604030504040204"/>
                <a:cs typeface="Verdana" panose="020B0604030504040204"/>
              </a:rPr>
              <a:t> </a:t>
            </a:r>
            <a:r>
              <a:rPr sz="1765" dirty="0">
                <a:latin typeface="Verdana" panose="020B0604030504040204"/>
                <a:cs typeface="Verdana" panose="020B0604030504040204"/>
              </a:rPr>
              <a:t>software</a:t>
            </a:r>
            <a:r>
              <a:rPr sz="1765" spc="93" dirty="0">
                <a:latin typeface="Verdana" panose="020B0604030504040204"/>
                <a:cs typeface="Verdana" panose="020B0604030504040204"/>
              </a:rPr>
              <a:t> </a:t>
            </a:r>
            <a:r>
              <a:rPr sz="1765" dirty="0">
                <a:latin typeface="Verdana" panose="020B0604030504040204"/>
                <a:cs typeface="Verdana" panose="020B0604030504040204"/>
              </a:rPr>
              <a:t>at</a:t>
            </a:r>
            <a:r>
              <a:rPr sz="1765" spc="84" dirty="0">
                <a:latin typeface="Verdana" panose="020B0604030504040204"/>
                <a:cs typeface="Verdana" panose="020B0604030504040204"/>
              </a:rPr>
              <a:t> </a:t>
            </a:r>
            <a:r>
              <a:rPr sz="1765" dirty="0">
                <a:latin typeface="Verdana" panose="020B0604030504040204"/>
                <a:cs typeface="Verdana" panose="020B0604030504040204"/>
              </a:rPr>
              <a:t>the</a:t>
            </a:r>
            <a:r>
              <a:rPr sz="1765" spc="93" dirty="0">
                <a:latin typeface="Verdana" panose="020B0604030504040204"/>
                <a:cs typeface="Verdana" panose="020B0604030504040204"/>
              </a:rPr>
              <a:t> </a:t>
            </a:r>
            <a:r>
              <a:rPr sz="1765" spc="-22" dirty="0">
                <a:latin typeface="Verdana" panose="020B0604030504040204"/>
                <a:cs typeface="Verdana" panose="020B0604030504040204"/>
              </a:rPr>
              <a:t>end </a:t>
            </a:r>
            <a:r>
              <a:rPr sz="1765" dirty="0">
                <a:latin typeface="Verdana" panose="020B0604030504040204"/>
                <a:cs typeface="Verdana" panose="020B0604030504040204"/>
              </a:rPr>
              <a:t>of</a:t>
            </a:r>
            <a:r>
              <a:rPr sz="1765" spc="66" dirty="0">
                <a:latin typeface="Verdana" panose="020B0604030504040204"/>
                <a:cs typeface="Verdana" panose="020B0604030504040204"/>
              </a:rPr>
              <a:t> </a:t>
            </a:r>
            <a:r>
              <a:rPr sz="1765" dirty="0">
                <a:latin typeface="Verdana" panose="020B0604030504040204"/>
                <a:cs typeface="Verdana" panose="020B0604030504040204"/>
              </a:rPr>
              <a:t>software</a:t>
            </a:r>
            <a:r>
              <a:rPr sz="1765" spc="93" dirty="0">
                <a:latin typeface="Verdana" panose="020B0604030504040204"/>
                <a:cs typeface="Verdana" panose="020B0604030504040204"/>
              </a:rPr>
              <a:t> </a:t>
            </a:r>
            <a:r>
              <a:rPr sz="1765" spc="-9" dirty="0">
                <a:latin typeface="Verdana" panose="020B0604030504040204"/>
                <a:cs typeface="Verdana" panose="020B0604030504040204"/>
              </a:rPr>
              <a:t>development</a:t>
            </a:r>
            <a:endParaRPr sz="1765" dirty="0">
              <a:latin typeface="Verdana" panose="020B0604030504040204"/>
              <a:cs typeface="Verdana" panose="020B0604030504040204"/>
            </a:endParaRPr>
          </a:p>
          <a:p>
            <a:pPr marL="222885" marR="146050" indent="-212090">
              <a:spcBef>
                <a:spcPts val="1760"/>
              </a:spcBef>
              <a:buSzPct val="80000"/>
              <a:buFont typeface="Arial" panose="020B0604020202020204"/>
              <a:buChar char="•"/>
              <a:tabLst>
                <a:tab pos="222885" algn="l"/>
              </a:tabLst>
            </a:pPr>
            <a:r>
              <a:rPr sz="1765" dirty="0">
                <a:latin typeface="Verdana" panose="020B0604030504040204"/>
                <a:cs typeface="Verdana" panose="020B0604030504040204"/>
              </a:rPr>
              <a:t>Ensure</a:t>
            </a:r>
            <a:r>
              <a:rPr sz="1765" spc="137" dirty="0">
                <a:latin typeface="Verdana" panose="020B0604030504040204"/>
                <a:cs typeface="Verdana" panose="020B0604030504040204"/>
              </a:rPr>
              <a:t> </a:t>
            </a:r>
            <a:r>
              <a:rPr sz="1765" dirty="0">
                <a:latin typeface="Verdana" panose="020B0604030504040204"/>
                <a:cs typeface="Verdana" panose="020B0604030504040204"/>
              </a:rPr>
              <a:t>compliance</a:t>
            </a:r>
            <a:r>
              <a:rPr sz="1765" spc="141" dirty="0">
                <a:latin typeface="Verdana" panose="020B0604030504040204"/>
                <a:cs typeface="Verdana" panose="020B0604030504040204"/>
              </a:rPr>
              <a:t> </a:t>
            </a:r>
            <a:r>
              <a:rPr sz="1765" dirty="0">
                <a:latin typeface="Verdana" panose="020B0604030504040204"/>
                <a:cs typeface="Verdana" panose="020B0604030504040204"/>
              </a:rPr>
              <a:t>with</a:t>
            </a:r>
            <a:r>
              <a:rPr sz="1765" spc="128" dirty="0">
                <a:latin typeface="Verdana" panose="020B0604030504040204"/>
                <a:cs typeface="Verdana" panose="020B0604030504040204"/>
              </a:rPr>
              <a:t> </a:t>
            </a:r>
            <a:r>
              <a:rPr sz="1765" spc="-22" dirty="0">
                <a:latin typeface="Verdana" panose="020B0604030504040204"/>
                <a:cs typeface="Verdana" panose="020B0604030504040204"/>
              </a:rPr>
              <a:t>the </a:t>
            </a:r>
            <a:r>
              <a:rPr sz="1765" dirty="0">
                <a:latin typeface="Verdana" panose="020B0604030504040204"/>
                <a:cs typeface="Verdana" panose="020B0604030504040204"/>
              </a:rPr>
              <a:t>intended</a:t>
            </a:r>
            <a:r>
              <a:rPr sz="1765" spc="172" dirty="0">
                <a:latin typeface="Verdana" panose="020B0604030504040204"/>
                <a:cs typeface="Verdana" panose="020B0604030504040204"/>
              </a:rPr>
              <a:t> </a:t>
            </a:r>
            <a:r>
              <a:rPr sz="1765" spc="-9" dirty="0">
                <a:latin typeface="Verdana" panose="020B0604030504040204"/>
                <a:cs typeface="Verdana" panose="020B0604030504040204"/>
              </a:rPr>
              <a:t>usage</a:t>
            </a:r>
            <a:endParaRPr sz="1765" dirty="0">
              <a:latin typeface="Verdana" panose="020B0604030504040204"/>
              <a:cs typeface="Verdana" panose="020B0604030504040204"/>
            </a:endParaRPr>
          </a:p>
          <a:p>
            <a:pPr marL="222885" marR="466725" indent="-212090">
              <a:lnSpc>
                <a:spcPct val="100000"/>
              </a:lnSpc>
              <a:spcBef>
                <a:spcPts val="1745"/>
              </a:spcBef>
              <a:buSzPct val="80000"/>
              <a:buFont typeface="Arial" panose="020B0604020202020204"/>
              <a:buChar char="•"/>
              <a:tabLst>
                <a:tab pos="222885" algn="l"/>
              </a:tabLst>
            </a:pPr>
            <a:r>
              <a:rPr sz="1765" dirty="0">
                <a:latin typeface="Verdana" panose="020B0604030504040204"/>
                <a:cs typeface="Verdana" panose="020B0604030504040204"/>
              </a:rPr>
              <a:t>Done</a:t>
            </a:r>
            <a:r>
              <a:rPr sz="1765" spc="84" dirty="0">
                <a:latin typeface="Verdana" panose="020B0604030504040204"/>
                <a:cs typeface="Verdana" panose="020B0604030504040204"/>
              </a:rPr>
              <a:t> </a:t>
            </a:r>
            <a:r>
              <a:rPr sz="1765" dirty="0">
                <a:latin typeface="Verdana" panose="020B0604030504040204"/>
                <a:cs typeface="Verdana" panose="020B0604030504040204"/>
              </a:rPr>
              <a:t>by</a:t>
            </a:r>
            <a:r>
              <a:rPr sz="1765" spc="84" dirty="0">
                <a:latin typeface="Verdana" panose="020B0604030504040204"/>
                <a:cs typeface="Verdana" panose="020B0604030504040204"/>
              </a:rPr>
              <a:t> </a:t>
            </a:r>
            <a:r>
              <a:rPr sz="1765" dirty="0">
                <a:latin typeface="Verdana" panose="020B0604030504040204"/>
                <a:cs typeface="Verdana" panose="020B0604030504040204"/>
              </a:rPr>
              <a:t>experts</a:t>
            </a:r>
            <a:r>
              <a:rPr sz="1765" spc="79" dirty="0">
                <a:latin typeface="Verdana" panose="020B0604030504040204"/>
                <a:cs typeface="Verdana" panose="020B0604030504040204"/>
              </a:rPr>
              <a:t> </a:t>
            </a:r>
            <a:r>
              <a:rPr sz="1765" dirty="0">
                <a:latin typeface="Verdana" panose="020B0604030504040204"/>
                <a:cs typeface="Verdana" panose="020B0604030504040204"/>
              </a:rPr>
              <a:t>in</a:t>
            </a:r>
            <a:r>
              <a:rPr sz="1765" spc="79" dirty="0">
                <a:latin typeface="Verdana" panose="020B0604030504040204"/>
                <a:cs typeface="Verdana" panose="020B0604030504040204"/>
              </a:rPr>
              <a:t> </a:t>
            </a:r>
            <a:r>
              <a:rPr sz="1765" spc="-22" dirty="0">
                <a:latin typeface="Verdana" panose="020B0604030504040204"/>
                <a:cs typeface="Verdana" panose="020B0604030504040204"/>
              </a:rPr>
              <a:t>the </a:t>
            </a:r>
            <a:r>
              <a:rPr sz="1765" dirty="0">
                <a:latin typeface="Verdana" panose="020B0604030504040204"/>
                <a:cs typeface="Verdana" panose="020B0604030504040204"/>
              </a:rPr>
              <a:t>intended</a:t>
            </a:r>
            <a:r>
              <a:rPr sz="1765" spc="106" dirty="0">
                <a:latin typeface="Verdana" panose="020B0604030504040204"/>
                <a:cs typeface="Verdana" panose="020B0604030504040204"/>
              </a:rPr>
              <a:t> </a:t>
            </a:r>
            <a:r>
              <a:rPr sz="1765" dirty="0">
                <a:latin typeface="Verdana" panose="020B0604030504040204"/>
                <a:cs typeface="Verdana" panose="020B0604030504040204"/>
              </a:rPr>
              <a:t>usage</a:t>
            </a:r>
            <a:r>
              <a:rPr sz="1765" spc="119" dirty="0">
                <a:latin typeface="Verdana" panose="020B0604030504040204"/>
                <a:cs typeface="Verdana" panose="020B0604030504040204"/>
              </a:rPr>
              <a:t> </a:t>
            </a:r>
            <a:r>
              <a:rPr sz="1765" dirty="0">
                <a:latin typeface="Verdana" panose="020B0604030504040204"/>
                <a:cs typeface="Verdana" panose="020B0604030504040204"/>
              </a:rPr>
              <a:t>of</a:t>
            </a:r>
            <a:r>
              <a:rPr sz="1765" spc="101" dirty="0">
                <a:latin typeface="Verdana" panose="020B0604030504040204"/>
                <a:cs typeface="Verdana" panose="020B0604030504040204"/>
              </a:rPr>
              <a:t> </a:t>
            </a:r>
            <a:r>
              <a:rPr sz="1765" spc="-22" dirty="0">
                <a:latin typeface="Verdana" panose="020B0604030504040204"/>
                <a:cs typeface="Verdana" panose="020B0604030504040204"/>
              </a:rPr>
              <a:t>the </a:t>
            </a:r>
            <a:r>
              <a:rPr sz="1765" dirty="0">
                <a:latin typeface="Verdana" panose="020B0604030504040204"/>
                <a:cs typeface="Verdana" panose="020B0604030504040204"/>
              </a:rPr>
              <a:t>software,</a:t>
            </a:r>
            <a:r>
              <a:rPr sz="1765" spc="97" dirty="0">
                <a:latin typeface="Verdana" panose="020B0604030504040204"/>
                <a:cs typeface="Verdana" panose="020B0604030504040204"/>
              </a:rPr>
              <a:t> </a:t>
            </a:r>
            <a:r>
              <a:rPr sz="1765" dirty="0">
                <a:latin typeface="Verdana" panose="020B0604030504040204"/>
                <a:cs typeface="Verdana" panose="020B0604030504040204"/>
              </a:rPr>
              <a:t>not</a:t>
            </a:r>
            <a:r>
              <a:rPr sz="1765" spc="101" dirty="0">
                <a:latin typeface="Verdana" panose="020B0604030504040204"/>
                <a:cs typeface="Verdana" panose="020B0604030504040204"/>
              </a:rPr>
              <a:t> </a:t>
            </a:r>
            <a:r>
              <a:rPr sz="1765" spc="-9" dirty="0">
                <a:latin typeface="Verdana" panose="020B0604030504040204"/>
                <a:cs typeface="Verdana" panose="020B0604030504040204"/>
              </a:rPr>
              <a:t>developers</a:t>
            </a:r>
            <a:endParaRPr sz="1765" dirty="0">
              <a:latin typeface="Verdana" panose="020B0604030504040204"/>
              <a:cs typeface="Verdana" panose="020B0604030504040204"/>
            </a:endParaRPr>
          </a:p>
        </p:txBody>
      </p:sp>
      <p:sp>
        <p:nvSpPr>
          <p:cNvPr id="4" name="object 4"/>
          <p:cNvSpPr txBox="1"/>
          <p:nvPr/>
        </p:nvSpPr>
        <p:spPr>
          <a:xfrm>
            <a:off x="5832706" y="1212924"/>
            <a:ext cx="1735791" cy="323709"/>
          </a:xfrm>
          <a:prstGeom prst="rect">
            <a:avLst/>
          </a:prstGeom>
        </p:spPr>
        <p:txBody>
          <a:bodyPr vert="horz" wrap="square" lIns="0" tIns="11206" rIns="0" bIns="0" rtlCol="0">
            <a:spAutoFit/>
          </a:bodyPr>
          <a:lstStyle/>
          <a:p>
            <a:pPr marL="11430">
              <a:spcBef>
                <a:spcPts val="90"/>
              </a:spcBef>
            </a:pPr>
            <a:r>
              <a:rPr sz="2030" b="1" spc="-9" dirty="0">
                <a:latin typeface="Verdana" panose="020B0604030504040204"/>
                <a:cs typeface="Verdana" panose="020B0604030504040204"/>
              </a:rPr>
              <a:t>Verification</a:t>
            </a:r>
            <a:endParaRPr sz="2030">
              <a:latin typeface="Verdana" panose="020B0604030504040204"/>
              <a:cs typeface="Verdana" panose="020B0604030504040204"/>
            </a:endParaRPr>
          </a:p>
        </p:txBody>
      </p:sp>
      <p:sp>
        <p:nvSpPr>
          <p:cNvPr id="5" name="object 5"/>
          <p:cNvSpPr txBox="1"/>
          <p:nvPr/>
        </p:nvSpPr>
        <p:spPr>
          <a:xfrm>
            <a:off x="4805228" y="1752152"/>
            <a:ext cx="3762375" cy="3421031"/>
          </a:xfrm>
          <a:prstGeom prst="rect">
            <a:avLst/>
          </a:prstGeom>
        </p:spPr>
        <p:txBody>
          <a:bodyPr vert="horz" wrap="square" lIns="0" tIns="11206" rIns="0" bIns="0" rtlCol="0">
            <a:spAutoFit/>
          </a:bodyPr>
          <a:lstStyle/>
          <a:p>
            <a:pPr marL="221615" marR="254000" indent="-211455">
              <a:spcBef>
                <a:spcPts val="90"/>
              </a:spcBef>
              <a:buSzPct val="80000"/>
              <a:buFont typeface="Arial" panose="020B0604020202020204"/>
              <a:buChar char="•"/>
              <a:tabLst>
                <a:tab pos="221615" algn="l"/>
              </a:tabLst>
            </a:pPr>
            <a:r>
              <a:rPr sz="1765" dirty="0">
                <a:latin typeface="Verdana" panose="020B0604030504040204"/>
                <a:cs typeface="Verdana" panose="020B0604030504040204"/>
              </a:rPr>
              <a:t>Evaluate</a:t>
            </a:r>
            <a:r>
              <a:rPr sz="1765" spc="84" dirty="0">
                <a:latin typeface="Verdana" panose="020B0604030504040204"/>
                <a:cs typeface="Verdana" panose="020B0604030504040204"/>
              </a:rPr>
              <a:t> </a:t>
            </a:r>
            <a:r>
              <a:rPr sz="1765" dirty="0">
                <a:latin typeface="Verdana" panose="020B0604030504040204"/>
                <a:cs typeface="Verdana" panose="020B0604030504040204"/>
              </a:rPr>
              <a:t>software</a:t>
            </a:r>
            <a:r>
              <a:rPr sz="1765" spc="84" dirty="0">
                <a:latin typeface="Verdana" panose="020B0604030504040204"/>
                <a:cs typeface="Verdana" panose="020B0604030504040204"/>
              </a:rPr>
              <a:t> </a:t>
            </a:r>
            <a:r>
              <a:rPr sz="1765" dirty="0">
                <a:latin typeface="Verdana" panose="020B0604030504040204"/>
                <a:cs typeface="Verdana" panose="020B0604030504040204"/>
              </a:rPr>
              <a:t>at</a:t>
            </a:r>
            <a:r>
              <a:rPr sz="1765" spc="75" dirty="0">
                <a:latin typeface="Verdana" panose="020B0604030504040204"/>
                <a:cs typeface="Verdana" panose="020B0604030504040204"/>
              </a:rPr>
              <a:t> </a:t>
            </a:r>
            <a:r>
              <a:rPr sz="1765" dirty="0">
                <a:latin typeface="Verdana" panose="020B0604030504040204"/>
                <a:cs typeface="Verdana" panose="020B0604030504040204"/>
              </a:rPr>
              <a:t>a</a:t>
            </a:r>
            <a:r>
              <a:rPr sz="1765" spc="75" dirty="0">
                <a:latin typeface="Verdana" panose="020B0604030504040204"/>
                <a:cs typeface="Verdana" panose="020B0604030504040204"/>
              </a:rPr>
              <a:t> </a:t>
            </a:r>
            <a:r>
              <a:rPr sz="1765" spc="-9" dirty="0">
                <a:latin typeface="Verdana" panose="020B0604030504040204"/>
                <a:cs typeface="Verdana" panose="020B0604030504040204"/>
              </a:rPr>
              <a:t>given </a:t>
            </a:r>
            <a:r>
              <a:rPr sz="1765" dirty="0">
                <a:latin typeface="Verdana" panose="020B0604030504040204"/>
                <a:cs typeface="Verdana" panose="020B0604030504040204"/>
              </a:rPr>
              <a:t>phase</a:t>
            </a:r>
            <a:r>
              <a:rPr sz="1765" spc="79" dirty="0">
                <a:latin typeface="Verdana" panose="020B0604030504040204"/>
                <a:cs typeface="Verdana" panose="020B0604030504040204"/>
              </a:rPr>
              <a:t> </a:t>
            </a:r>
            <a:r>
              <a:rPr sz="1765" dirty="0">
                <a:latin typeface="Verdana" panose="020B0604030504040204"/>
                <a:cs typeface="Verdana" panose="020B0604030504040204"/>
              </a:rPr>
              <a:t>of</a:t>
            </a:r>
            <a:r>
              <a:rPr sz="1765" spc="57" dirty="0">
                <a:latin typeface="Verdana" panose="020B0604030504040204"/>
                <a:cs typeface="Verdana" panose="020B0604030504040204"/>
              </a:rPr>
              <a:t> </a:t>
            </a:r>
            <a:r>
              <a:rPr sz="1765" dirty="0">
                <a:latin typeface="Verdana" panose="020B0604030504040204"/>
                <a:cs typeface="Verdana" panose="020B0604030504040204"/>
              </a:rPr>
              <a:t>the</a:t>
            </a:r>
            <a:r>
              <a:rPr sz="1765" spc="79" dirty="0">
                <a:latin typeface="Verdana" panose="020B0604030504040204"/>
                <a:cs typeface="Verdana" panose="020B0604030504040204"/>
              </a:rPr>
              <a:t> </a:t>
            </a:r>
            <a:r>
              <a:rPr sz="1765" spc="-9" dirty="0">
                <a:latin typeface="Verdana" panose="020B0604030504040204"/>
                <a:cs typeface="Verdana" panose="020B0604030504040204"/>
              </a:rPr>
              <a:t>development process</a:t>
            </a:r>
            <a:endParaRPr sz="1765">
              <a:latin typeface="Verdana" panose="020B0604030504040204"/>
              <a:cs typeface="Verdana" panose="020B0604030504040204"/>
            </a:endParaRPr>
          </a:p>
          <a:p>
            <a:pPr marL="221615" marR="853440" indent="-211455">
              <a:lnSpc>
                <a:spcPct val="102000"/>
              </a:lnSpc>
              <a:spcBef>
                <a:spcPts val="1715"/>
              </a:spcBef>
              <a:buClr>
                <a:srgbClr val="FFFFFF"/>
              </a:buClr>
              <a:buSzPct val="80000"/>
              <a:buFont typeface="Arial" panose="020B0604020202020204"/>
              <a:buChar char="•"/>
              <a:tabLst>
                <a:tab pos="221615" algn="l"/>
              </a:tabLst>
            </a:pPr>
            <a:r>
              <a:rPr sz="1765" dirty="0">
                <a:latin typeface="Verdana" panose="020B0604030504040204"/>
                <a:cs typeface="Verdana" panose="020B0604030504040204"/>
              </a:rPr>
              <a:t>Fulfill</a:t>
            </a:r>
            <a:r>
              <a:rPr sz="1765" spc="88" dirty="0">
                <a:latin typeface="Verdana" panose="020B0604030504040204"/>
                <a:cs typeface="Verdana" panose="020B0604030504040204"/>
              </a:rPr>
              <a:t> </a:t>
            </a:r>
            <a:r>
              <a:rPr sz="1765" dirty="0">
                <a:latin typeface="Verdana" panose="020B0604030504040204"/>
                <a:cs typeface="Verdana" panose="020B0604030504040204"/>
              </a:rPr>
              <a:t>the</a:t>
            </a:r>
            <a:r>
              <a:rPr sz="1765" spc="101" dirty="0">
                <a:latin typeface="Verdana" panose="020B0604030504040204"/>
                <a:cs typeface="Verdana" panose="020B0604030504040204"/>
              </a:rPr>
              <a:t> </a:t>
            </a:r>
            <a:r>
              <a:rPr sz="1765" spc="-9" dirty="0">
                <a:latin typeface="Verdana" panose="020B0604030504040204"/>
                <a:cs typeface="Verdana" panose="020B0604030504040204"/>
              </a:rPr>
              <a:t>requirements </a:t>
            </a:r>
            <a:r>
              <a:rPr sz="1765" dirty="0">
                <a:latin typeface="Verdana" panose="020B0604030504040204"/>
                <a:cs typeface="Verdana" panose="020B0604030504040204"/>
              </a:rPr>
              <a:t>established</a:t>
            </a:r>
            <a:r>
              <a:rPr sz="1765" spc="159" dirty="0">
                <a:latin typeface="Verdana" panose="020B0604030504040204"/>
                <a:cs typeface="Verdana" panose="020B0604030504040204"/>
              </a:rPr>
              <a:t> </a:t>
            </a:r>
            <a:r>
              <a:rPr sz="1765" dirty="0">
                <a:latin typeface="Verdana" panose="020B0604030504040204"/>
                <a:cs typeface="Verdana" panose="020B0604030504040204"/>
              </a:rPr>
              <a:t>during</a:t>
            </a:r>
            <a:r>
              <a:rPr sz="1765" spc="159" dirty="0">
                <a:latin typeface="Verdana" panose="020B0604030504040204"/>
                <a:cs typeface="Verdana" panose="020B0604030504040204"/>
              </a:rPr>
              <a:t> </a:t>
            </a:r>
            <a:r>
              <a:rPr sz="1765" spc="-22" dirty="0">
                <a:latin typeface="Verdana" panose="020B0604030504040204"/>
                <a:cs typeface="Verdana" panose="020B0604030504040204"/>
              </a:rPr>
              <a:t>the </a:t>
            </a:r>
            <a:r>
              <a:rPr sz="1765" dirty="0">
                <a:latin typeface="Verdana" panose="020B0604030504040204"/>
                <a:cs typeface="Verdana" panose="020B0604030504040204"/>
              </a:rPr>
              <a:t>previous</a:t>
            </a:r>
            <a:r>
              <a:rPr sz="1765" spc="154" dirty="0">
                <a:latin typeface="Verdana" panose="020B0604030504040204"/>
                <a:cs typeface="Verdana" panose="020B0604030504040204"/>
              </a:rPr>
              <a:t> </a:t>
            </a:r>
            <a:r>
              <a:rPr sz="1765" spc="-18" dirty="0">
                <a:latin typeface="Verdana" panose="020B0604030504040204"/>
                <a:cs typeface="Verdana" panose="020B0604030504040204"/>
              </a:rPr>
              <a:t>phase</a:t>
            </a:r>
            <a:endParaRPr sz="1765">
              <a:latin typeface="Verdana" panose="020B0604030504040204"/>
              <a:cs typeface="Verdana" panose="020B0604030504040204"/>
            </a:endParaRPr>
          </a:p>
          <a:p>
            <a:pPr marL="221615" marR="8255" indent="-211455">
              <a:lnSpc>
                <a:spcPct val="105000"/>
              </a:lnSpc>
              <a:spcBef>
                <a:spcPts val="1565"/>
              </a:spcBef>
              <a:buSzPct val="80000"/>
              <a:buFont typeface="Arial" panose="020B0604020202020204"/>
              <a:buChar char="•"/>
              <a:tabLst>
                <a:tab pos="221615" algn="l"/>
              </a:tabLst>
            </a:pPr>
            <a:r>
              <a:rPr sz="1765" dirty="0">
                <a:latin typeface="Verdana" panose="020B0604030504040204"/>
                <a:cs typeface="Verdana" panose="020B0604030504040204"/>
              </a:rPr>
              <a:t>Requires</a:t>
            </a:r>
            <a:r>
              <a:rPr sz="1765" spc="150" dirty="0">
                <a:latin typeface="Verdana" panose="020B0604030504040204"/>
                <a:cs typeface="Verdana" panose="020B0604030504040204"/>
              </a:rPr>
              <a:t> </a:t>
            </a:r>
            <a:r>
              <a:rPr sz="1765" dirty="0">
                <a:latin typeface="Verdana" panose="020B0604030504040204"/>
                <a:cs typeface="Verdana" panose="020B0604030504040204"/>
              </a:rPr>
              <a:t>technical</a:t>
            </a:r>
            <a:r>
              <a:rPr sz="1765" spc="154" dirty="0">
                <a:latin typeface="Verdana" panose="020B0604030504040204"/>
                <a:cs typeface="Verdana" panose="020B0604030504040204"/>
              </a:rPr>
              <a:t> </a:t>
            </a:r>
            <a:r>
              <a:rPr sz="1765" spc="-9" dirty="0">
                <a:latin typeface="Verdana" panose="020B0604030504040204"/>
                <a:cs typeface="Verdana" panose="020B0604030504040204"/>
              </a:rPr>
              <a:t>background </a:t>
            </a:r>
            <a:r>
              <a:rPr sz="1765" dirty="0">
                <a:latin typeface="Verdana" panose="020B0604030504040204"/>
                <a:cs typeface="Verdana" panose="020B0604030504040204"/>
              </a:rPr>
              <a:t>on</a:t>
            </a:r>
            <a:r>
              <a:rPr sz="1765" spc="62" dirty="0">
                <a:latin typeface="Verdana" panose="020B0604030504040204"/>
                <a:cs typeface="Verdana" panose="020B0604030504040204"/>
              </a:rPr>
              <a:t> </a:t>
            </a:r>
            <a:r>
              <a:rPr sz="1765" dirty="0">
                <a:latin typeface="Verdana" panose="020B0604030504040204"/>
                <a:cs typeface="Verdana" panose="020B0604030504040204"/>
              </a:rPr>
              <a:t>the</a:t>
            </a:r>
            <a:r>
              <a:rPr sz="1765" spc="71" dirty="0">
                <a:latin typeface="Verdana" panose="020B0604030504040204"/>
                <a:cs typeface="Verdana" panose="020B0604030504040204"/>
              </a:rPr>
              <a:t> </a:t>
            </a:r>
            <a:r>
              <a:rPr sz="1765" spc="-9" dirty="0">
                <a:latin typeface="Verdana" panose="020B0604030504040204"/>
                <a:cs typeface="Verdana" panose="020B0604030504040204"/>
              </a:rPr>
              <a:t>software</a:t>
            </a:r>
            <a:endParaRPr sz="1765">
              <a:latin typeface="Verdana" panose="020B0604030504040204"/>
              <a:cs typeface="Verdana" panose="020B0604030504040204"/>
            </a:endParaRPr>
          </a:p>
          <a:p>
            <a:pPr marL="221615" marR="4445" indent="-211455">
              <a:lnSpc>
                <a:spcPct val="104000"/>
              </a:lnSpc>
              <a:spcBef>
                <a:spcPts val="1590"/>
              </a:spcBef>
              <a:buSzPct val="80000"/>
              <a:buFont typeface="Arial" panose="020B0604020202020204"/>
              <a:buChar char="•"/>
              <a:tabLst>
                <a:tab pos="221615" algn="l"/>
              </a:tabLst>
            </a:pPr>
            <a:r>
              <a:rPr sz="1765" dirty="0">
                <a:latin typeface="Verdana" panose="020B0604030504040204"/>
                <a:cs typeface="Verdana" panose="020B0604030504040204"/>
              </a:rPr>
              <a:t>Done</a:t>
            </a:r>
            <a:r>
              <a:rPr sz="1765" spc="97" dirty="0">
                <a:latin typeface="Verdana" panose="020B0604030504040204"/>
                <a:cs typeface="Verdana" panose="020B0604030504040204"/>
              </a:rPr>
              <a:t> </a:t>
            </a:r>
            <a:r>
              <a:rPr sz="1765" dirty="0">
                <a:latin typeface="Verdana" panose="020B0604030504040204"/>
                <a:cs typeface="Verdana" panose="020B0604030504040204"/>
              </a:rPr>
              <a:t>by</a:t>
            </a:r>
            <a:r>
              <a:rPr sz="1765" spc="93" dirty="0">
                <a:latin typeface="Verdana" panose="020B0604030504040204"/>
                <a:cs typeface="Verdana" panose="020B0604030504040204"/>
              </a:rPr>
              <a:t> </a:t>
            </a:r>
            <a:r>
              <a:rPr sz="1765" dirty="0">
                <a:latin typeface="Verdana" panose="020B0604030504040204"/>
                <a:cs typeface="Verdana" panose="020B0604030504040204"/>
              </a:rPr>
              <a:t>developers</a:t>
            </a:r>
            <a:r>
              <a:rPr sz="1765" spc="88" dirty="0">
                <a:latin typeface="Verdana" panose="020B0604030504040204"/>
                <a:cs typeface="Verdana" panose="020B0604030504040204"/>
              </a:rPr>
              <a:t> </a:t>
            </a:r>
            <a:r>
              <a:rPr sz="1765" dirty="0">
                <a:latin typeface="Verdana" panose="020B0604030504040204"/>
                <a:cs typeface="Verdana" panose="020B0604030504040204"/>
              </a:rPr>
              <a:t>at</a:t>
            </a:r>
            <a:r>
              <a:rPr sz="1765" spc="88" dirty="0">
                <a:latin typeface="Verdana" panose="020B0604030504040204"/>
                <a:cs typeface="Verdana" panose="020B0604030504040204"/>
              </a:rPr>
              <a:t> </a:t>
            </a:r>
            <a:r>
              <a:rPr sz="1765" spc="-22" dirty="0">
                <a:latin typeface="Verdana" panose="020B0604030504040204"/>
                <a:cs typeface="Verdana" panose="020B0604030504040204"/>
              </a:rPr>
              <a:t>the </a:t>
            </a:r>
            <a:r>
              <a:rPr sz="1765" dirty="0">
                <a:latin typeface="Verdana" panose="020B0604030504040204"/>
                <a:cs typeface="Verdana" panose="020B0604030504040204"/>
              </a:rPr>
              <a:t>various</a:t>
            </a:r>
            <a:r>
              <a:rPr sz="1765" spc="84" dirty="0">
                <a:latin typeface="Verdana" panose="020B0604030504040204"/>
                <a:cs typeface="Verdana" panose="020B0604030504040204"/>
              </a:rPr>
              <a:t> </a:t>
            </a:r>
            <a:r>
              <a:rPr sz="1765" dirty="0">
                <a:latin typeface="Verdana" panose="020B0604030504040204"/>
                <a:cs typeface="Verdana" panose="020B0604030504040204"/>
              </a:rPr>
              <a:t>stages</a:t>
            </a:r>
            <a:r>
              <a:rPr sz="1765" spc="88" dirty="0">
                <a:latin typeface="Verdana" panose="020B0604030504040204"/>
                <a:cs typeface="Verdana" panose="020B0604030504040204"/>
              </a:rPr>
              <a:t> </a:t>
            </a:r>
            <a:r>
              <a:rPr sz="1765" dirty="0">
                <a:latin typeface="Verdana" panose="020B0604030504040204"/>
                <a:cs typeface="Verdana" panose="020B0604030504040204"/>
              </a:rPr>
              <a:t>of</a:t>
            </a:r>
            <a:r>
              <a:rPr sz="1765" spc="75" dirty="0">
                <a:latin typeface="Verdana" panose="020B0604030504040204"/>
                <a:cs typeface="Verdana" panose="020B0604030504040204"/>
              </a:rPr>
              <a:t> </a:t>
            </a:r>
            <a:r>
              <a:rPr sz="1765" spc="-9" dirty="0">
                <a:latin typeface="Verdana" panose="020B0604030504040204"/>
                <a:cs typeface="Verdana" panose="020B0604030504040204"/>
              </a:rPr>
              <a:t>development</a:t>
            </a:r>
            <a:endParaRPr sz="1765">
              <a:latin typeface="Verdana" panose="020B0604030504040204"/>
              <a:cs typeface="Verdana" panose="020B0604030504040204"/>
            </a:endParaRPr>
          </a:p>
        </p:txBody>
      </p:sp>
      <p:sp>
        <p:nvSpPr>
          <p:cNvPr id="7" name="object 7"/>
          <p:cNvSpPr/>
          <p:nvPr/>
        </p:nvSpPr>
        <p:spPr>
          <a:xfrm>
            <a:off x="4572000" y="1277471"/>
            <a:ext cx="0" cy="4303059"/>
          </a:xfrm>
          <a:custGeom>
            <a:avLst/>
            <a:gdLst/>
            <a:ahLst/>
            <a:cxnLst/>
            <a:rect l="l" t="t" r="r" b="b"/>
            <a:pathLst>
              <a:path h="4876800">
                <a:moveTo>
                  <a:pt x="0" y="0"/>
                </a:moveTo>
                <a:lnTo>
                  <a:pt x="1" y="4876799"/>
                </a:lnTo>
              </a:path>
            </a:pathLst>
          </a:custGeom>
          <a:ln w="10159">
            <a:solidFill>
              <a:srgbClr val="E0EBF6"/>
            </a:solidFill>
          </a:ln>
        </p:spPr>
        <p:txBody>
          <a:bodyPr wrap="square" lIns="0" tIns="0" rIns="0" bIns="0" rtlCol="0"/>
          <a:lstStyle/>
          <a:p>
            <a:endParaRPr sz="159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Development and Testing in V-model</a:t>
            </a:r>
            <a:endParaRPr lang="en-US" dirty="0"/>
          </a:p>
        </p:txBody>
      </p:sp>
      <p:pic>
        <p:nvPicPr>
          <p:cNvPr id="2050" name="Picture 2"/>
          <p:cNvPicPr>
            <a:picLocks noGrp="1" noChangeAspect="1" noChangeArrowheads="1"/>
          </p:cNvPicPr>
          <p:nvPr>
            <p:ph sz="quarter" idx="4294967295"/>
          </p:nvPr>
        </p:nvPicPr>
        <p:blipFill>
          <a:blip r:embed="rId1"/>
          <a:stretch>
            <a:fillRect/>
          </a:stretch>
        </p:blipFill>
        <p:spPr bwMode="auto">
          <a:xfrm>
            <a:off x="457200" y="1688547"/>
            <a:ext cx="7239000" cy="468899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9241" y="67896"/>
            <a:ext cx="3816163" cy="626869"/>
          </a:xfrm>
          <a:prstGeom prst="rect">
            <a:avLst/>
          </a:prstGeom>
        </p:spPr>
        <p:txBody>
          <a:bodyPr vert="horz" wrap="square" lIns="0" tIns="11206" rIns="0" bIns="0" rtlCol="0" anchor="b" anchorCtr="0">
            <a:spAutoFit/>
          </a:bodyPr>
          <a:lstStyle/>
          <a:p>
            <a:pPr marL="11430">
              <a:spcBef>
                <a:spcPts val="90"/>
              </a:spcBef>
            </a:pPr>
            <a:r>
              <a:rPr spc="-40" dirty="0">
                <a:solidFill>
                  <a:schemeClr val="tx1"/>
                </a:solidFill>
              </a:rPr>
              <a:t>Goals</a:t>
            </a:r>
            <a:r>
              <a:rPr spc="-247" dirty="0">
                <a:solidFill>
                  <a:schemeClr val="tx1"/>
                </a:solidFill>
              </a:rPr>
              <a:t> </a:t>
            </a:r>
            <a:r>
              <a:rPr spc="-53" dirty="0">
                <a:solidFill>
                  <a:schemeClr val="tx1"/>
                </a:solidFill>
              </a:rPr>
              <a:t>based</a:t>
            </a:r>
            <a:r>
              <a:rPr spc="-238" dirty="0">
                <a:solidFill>
                  <a:schemeClr val="tx1"/>
                </a:solidFill>
              </a:rPr>
              <a:t> </a:t>
            </a:r>
            <a:r>
              <a:rPr spc="-22" dirty="0">
                <a:solidFill>
                  <a:schemeClr val="tx1"/>
                </a:solidFill>
              </a:rPr>
              <a:t>on</a:t>
            </a:r>
            <a:endParaRPr spc="-22" dirty="0">
              <a:solidFill>
                <a:schemeClr val="tx1"/>
              </a:solidFill>
            </a:endParaRPr>
          </a:p>
        </p:txBody>
      </p:sp>
      <p:sp>
        <p:nvSpPr>
          <p:cNvPr id="8" name="object 8"/>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66040">
              <a:lnSpc>
                <a:spcPts val="1160"/>
              </a:lnSpc>
            </a:pPr>
            <a:fld id="{81D60167-4931-47E6-BA6A-407CBD079E47}" type="slidenum">
              <a:rPr spc="-44" dirty="0">
                <a:solidFill>
                  <a:schemeClr val="tx1"/>
                </a:solidFill>
              </a:rPr>
            </a:fld>
            <a:endParaRPr spc="-44" dirty="0">
              <a:solidFill>
                <a:schemeClr val="tx1"/>
              </a:solidFill>
            </a:endParaRPr>
          </a:p>
        </p:txBody>
      </p:sp>
      <p:sp>
        <p:nvSpPr>
          <p:cNvPr id="3" name="object 3"/>
          <p:cNvSpPr txBox="1"/>
          <p:nvPr/>
        </p:nvSpPr>
        <p:spPr>
          <a:xfrm>
            <a:off x="1862417" y="502921"/>
            <a:ext cx="5429810" cy="568071"/>
          </a:xfrm>
          <a:prstGeom prst="rect">
            <a:avLst/>
          </a:prstGeom>
        </p:spPr>
        <p:txBody>
          <a:bodyPr vert="horz" wrap="square" lIns="0" tIns="11206" rIns="0" bIns="0" rtlCol="0">
            <a:spAutoFit/>
          </a:bodyPr>
          <a:lstStyle/>
          <a:p>
            <a:pPr marL="11430">
              <a:spcBef>
                <a:spcPts val="90"/>
              </a:spcBef>
            </a:pPr>
            <a:r>
              <a:rPr sz="3620" b="1" spc="-49" dirty="0">
                <a:latin typeface="Verdana" panose="020B0604030504040204"/>
                <a:cs typeface="Verdana" panose="020B0604030504040204"/>
              </a:rPr>
              <a:t>Test</a:t>
            </a:r>
            <a:r>
              <a:rPr sz="3620" b="1" spc="-224" dirty="0">
                <a:latin typeface="Verdana" panose="020B0604030504040204"/>
                <a:cs typeface="Verdana" panose="020B0604030504040204"/>
              </a:rPr>
              <a:t> </a:t>
            </a:r>
            <a:r>
              <a:rPr sz="3620" b="1" spc="-66" dirty="0">
                <a:latin typeface="Verdana" panose="020B0604030504040204"/>
                <a:cs typeface="Verdana" panose="020B0604030504040204"/>
              </a:rPr>
              <a:t>Process</a:t>
            </a:r>
            <a:r>
              <a:rPr sz="3620" b="1" spc="-224" dirty="0">
                <a:latin typeface="Verdana" panose="020B0604030504040204"/>
                <a:cs typeface="Verdana" panose="020B0604030504040204"/>
              </a:rPr>
              <a:t> </a:t>
            </a:r>
            <a:r>
              <a:rPr sz="3620" b="1" spc="-40" dirty="0">
                <a:latin typeface="Verdana" panose="020B0604030504040204"/>
                <a:cs typeface="Verdana" panose="020B0604030504040204"/>
              </a:rPr>
              <a:t>Maturity</a:t>
            </a:r>
            <a:endParaRPr sz="3620">
              <a:latin typeface="Verdana" panose="020B0604030504040204"/>
              <a:cs typeface="Verdana" panose="020B0604030504040204"/>
            </a:endParaRPr>
          </a:p>
        </p:txBody>
      </p:sp>
      <p:sp>
        <p:nvSpPr>
          <p:cNvPr id="4" name="object 4"/>
          <p:cNvSpPr txBox="1"/>
          <p:nvPr/>
        </p:nvSpPr>
        <p:spPr>
          <a:xfrm>
            <a:off x="630667" y="1215614"/>
            <a:ext cx="7888381" cy="4044086"/>
          </a:xfrm>
          <a:prstGeom prst="rect">
            <a:avLst/>
          </a:prstGeom>
        </p:spPr>
        <p:txBody>
          <a:bodyPr vert="horz" wrap="square" lIns="0" tIns="11206" rIns="0" bIns="0" rtlCol="0">
            <a:spAutoFit/>
          </a:bodyPr>
          <a:lstStyle/>
          <a:p>
            <a:pPr marL="11430">
              <a:spcBef>
                <a:spcPts val="90"/>
              </a:spcBef>
            </a:pPr>
            <a:r>
              <a:rPr sz="2030" dirty="0">
                <a:latin typeface="Verdana" panose="020B0604030504040204"/>
                <a:cs typeface="Verdana" panose="020B0604030504040204"/>
              </a:rPr>
              <a:t>Beizer’s</a:t>
            </a:r>
            <a:r>
              <a:rPr sz="2030" spc="119" dirty="0">
                <a:latin typeface="Verdana" panose="020B0604030504040204"/>
                <a:cs typeface="Verdana" panose="020B0604030504040204"/>
              </a:rPr>
              <a:t> </a:t>
            </a:r>
            <a:r>
              <a:rPr sz="2030" dirty="0">
                <a:latin typeface="Verdana" panose="020B0604030504040204"/>
                <a:cs typeface="Verdana" panose="020B0604030504040204"/>
              </a:rPr>
              <a:t>scale</a:t>
            </a:r>
            <a:r>
              <a:rPr sz="2030" spc="124" dirty="0">
                <a:latin typeface="Verdana" panose="020B0604030504040204"/>
                <a:cs typeface="Verdana" panose="020B0604030504040204"/>
              </a:rPr>
              <a:t> </a:t>
            </a:r>
            <a:r>
              <a:rPr sz="2030" dirty="0">
                <a:latin typeface="Verdana" panose="020B0604030504040204"/>
                <a:cs typeface="Verdana" panose="020B0604030504040204"/>
              </a:rPr>
              <a:t>for</a:t>
            </a:r>
            <a:r>
              <a:rPr sz="2030" spc="115" dirty="0">
                <a:latin typeface="Verdana" panose="020B0604030504040204"/>
                <a:cs typeface="Verdana" panose="020B0604030504040204"/>
              </a:rPr>
              <a:t> </a:t>
            </a:r>
            <a:r>
              <a:rPr sz="2030" dirty="0">
                <a:latin typeface="Verdana" panose="020B0604030504040204"/>
                <a:cs typeface="Verdana" panose="020B0604030504040204"/>
              </a:rPr>
              <a:t>test</a:t>
            </a:r>
            <a:r>
              <a:rPr sz="2030" spc="106" dirty="0">
                <a:latin typeface="Verdana" panose="020B0604030504040204"/>
                <a:cs typeface="Verdana" panose="020B0604030504040204"/>
              </a:rPr>
              <a:t> </a:t>
            </a:r>
            <a:r>
              <a:rPr sz="2030" dirty="0">
                <a:latin typeface="Verdana" panose="020B0604030504040204"/>
                <a:cs typeface="Verdana" panose="020B0604030504040204"/>
              </a:rPr>
              <a:t>process</a:t>
            </a:r>
            <a:r>
              <a:rPr sz="2030" spc="124" dirty="0">
                <a:latin typeface="Verdana" panose="020B0604030504040204"/>
                <a:cs typeface="Verdana" panose="020B0604030504040204"/>
              </a:rPr>
              <a:t> </a:t>
            </a:r>
            <a:r>
              <a:rPr sz="2030" spc="-9" dirty="0">
                <a:latin typeface="Verdana" panose="020B0604030504040204"/>
                <a:cs typeface="Verdana" panose="020B0604030504040204"/>
              </a:rPr>
              <a:t>maturity</a:t>
            </a:r>
            <a:endParaRPr sz="2030" dirty="0">
              <a:latin typeface="Verdana" panose="020B0604030504040204"/>
              <a:cs typeface="Verdana" panose="020B0604030504040204"/>
            </a:endParaRPr>
          </a:p>
          <a:p>
            <a:pPr marL="279400" indent="-268605">
              <a:spcBef>
                <a:spcPts val="2060"/>
              </a:spcBef>
              <a:buClr>
                <a:srgbClr val="FFFFFF"/>
              </a:buClr>
              <a:buSzPct val="81000"/>
              <a:buFont typeface="Wingdings" panose="05000000000000000000"/>
              <a:buChar char=""/>
              <a:tabLst>
                <a:tab pos="279400" algn="l"/>
              </a:tabLst>
            </a:pPr>
            <a:r>
              <a:rPr sz="1855" dirty="0">
                <a:latin typeface="Verdana" panose="020B0604030504040204"/>
                <a:cs typeface="Verdana" panose="020B0604030504040204"/>
              </a:rPr>
              <a:t>Level</a:t>
            </a:r>
            <a:r>
              <a:rPr sz="1855" spc="88" dirty="0">
                <a:latin typeface="Verdana" panose="020B0604030504040204"/>
                <a:cs typeface="Verdana" panose="020B0604030504040204"/>
              </a:rPr>
              <a:t> </a:t>
            </a:r>
            <a:r>
              <a:rPr sz="1855" dirty="0">
                <a:latin typeface="Verdana" panose="020B0604030504040204"/>
                <a:cs typeface="Verdana" panose="020B0604030504040204"/>
              </a:rPr>
              <a:t>0:</a:t>
            </a:r>
            <a:r>
              <a:rPr sz="1855" spc="101" dirty="0">
                <a:latin typeface="Verdana" panose="020B0604030504040204"/>
                <a:cs typeface="Verdana" panose="020B0604030504040204"/>
              </a:rPr>
              <a:t> </a:t>
            </a:r>
            <a:r>
              <a:rPr sz="1855" dirty="0">
                <a:latin typeface="Verdana" panose="020B0604030504040204"/>
                <a:cs typeface="Verdana" panose="020B0604030504040204"/>
              </a:rPr>
              <a:t>There</a:t>
            </a:r>
            <a:r>
              <a:rPr sz="1855" spc="101" dirty="0">
                <a:latin typeface="Verdana" panose="020B0604030504040204"/>
                <a:cs typeface="Verdana" panose="020B0604030504040204"/>
              </a:rPr>
              <a:t> </a:t>
            </a:r>
            <a:r>
              <a:rPr sz="1855" dirty="0">
                <a:latin typeface="Verdana" panose="020B0604030504040204"/>
                <a:cs typeface="Verdana" panose="020B0604030504040204"/>
              </a:rPr>
              <a:t>is</a:t>
            </a:r>
            <a:r>
              <a:rPr sz="1855" spc="97" dirty="0">
                <a:latin typeface="Verdana" panose="020B0604030504040204"/>
                <a:cs typeface="Verdana" panose="020B0604030504040204"/>
              </a:rPr>
              <a:t> </a:t>
            </a:r>
            <a:r>
              <a:rPr sz="1855" dirty="0">
                <a:latin typeface="Verdana" panose="020B0604030504040204"/>
                <a:cs typeface="Verdana" panose="020B0604030504040204"/>
              </a:rPr>
              <a:t>no</a:t>
            </a:r>
            <a:r>
              <a:rPr sz="1855" spc="97" dirty="0">
                <a:latin typeface="Verdana" panose="020B0604030504040204"/>
                <a:cs typeface="Verdana" panose="020B0604030504040204"/>
              </a:rPr>
              <a:t> </a:t>
            </a:r>
            <a:r>
              <a:rPr sz="1855" dirty="0">
                <a:latin typeface="Verdana" panose="020B0604030504040204"/>
                <a:cs typeface="Verdana" panose="020B0604030504040204"/>
              </a:rPr>
              <a:t>difference</a:t>
            </a:r>
            <a:r>
              <a:rPr sz="1855" spc="101" dirty="0">
                <a:latin typeface="Verdana" panose="020B0604030504040204"/>
                <a:cs typeface="Verdana" panose="020B0604030504040204"/>
              </a:rPr>
              <a:t> </a:t>
            </a:r>
            <a:r>
              <a:rPr sz="1855" dirty="0">
                <a:latin typeface="Verdana" panose="020B0604030504040204"/>
                <a:cs typeface="Verdana" panose="020B0604030504040204"/>
              </a:rPr>
              <a:t>between</a:t>
            </a:r>
            <a:r>
              <a:rPr sz="1855" spc="101" dirty="0">
                <a:latin typeface="Verdana" panose="020B0604030504040204"/>
                <a:cs typeface="Verdana" panose="020B0604030504040204"/>
              </a:rPr>
              <a:t> </a:t>
            </a:r>
            <a:r>
              <a:rPr sz="1855" dirty="0">
                <a:latin typeface="Verdana" panose="020B0604030504040204"/>
                <a:cs typeface="Verdana" panose="020B0604030504040204"/>
              </a:rPr>
              <a:t>testing</a:t>
            </a:r>
            <a:r>
              <a:rPr sz="1855" spc="106" dirty="0">
                <a:latin typeface="Verdana" panose="020B0604030504040204"/>
                <a:cs typeface="Verdana" panose="020B0604030504040204"/>
              </a:rPr>
              <a:t> </a:t>
            </a:r>
            <a:r>
              <a:rPr sz="1855" dirty="0">
                <a:latin typeface="Verdana" panose="020B0604030504040204"/>
                <a:cs typeface="Verdana" panose="020B0604030504040204"/>
              </a:rPr>
              <a:t>and</a:t>
            </a:r>
            <a:r>
              <a:rPr sz="1855" spc="106" dirty="0">
                <a:latin typeface="Verdana" panose="020B0604030504040204"/>
                <a:cs typeface="Verdana" panose="020B0604030504040204"/>
              </a:rPr>
              <a:t> </a:t>
            </a:r>
            <a:r>
              <a:rPr sz="1855" spc="-9" dirty="0">
                <a:latin typeface="Verdana" panose="020B0604030504040204"/>
                <a:cs typeface="Verdana" panose="020B0604030504040204"/>
              </a:rPr>
              <a:t>debugging</a:t>
            </a:r>
            <a:endParaRPr sz="1855" dirty="0">
              <a:latin typeface="Verdana" panose="020B0604030504040204"/>
              <a:cs typeface="Verdana" panose="020B0604030504040204"/>
            </a:endParaRPr>
          </a:p>
          <a:p>
            <a:pPr marL="279400" indent="-268605">
              <a:spcBef>
                <a:spcPts val="2095"/>
              </a:spcBef>
              <a:buClr>
                <a:srgbClr val="FFFFFF"/>
              </a:buClr>
              <a:buSzPct val="81000"/>
              <a:buFont typeface="Wingdings" panose="05000000000000000000"/>
              <a:buChar char=""/>
              <a:tabLst>
                <a:tab pos="279400" algn="l"/>
              </a:tabLst>
            </a:pPr>
            <a:r>
              <a:rPr sz="1855" dirty="0">
                <a:latin typeface="Verdana" panose="020B0604030504040204"/>
                <a:cs typeface="Verdana" panose="020B0604030504040204"/>
              </a:rPr>
              <a:t>Level</a:t>
            </a:r>
            <a:r>
              <a:rPr sz="1855" spc="66" dirty="0">
                <a:latin typeface="Verdana" panose="020B0604030504040204"/>
                <a:cs typeface="Verdana" panose="020B0604030504040204"/>
              </a:rPr>
              <a:t> </a:t>
            </a:r>
            <a:r>
              <a:rPr sz="1855" dirty="0">
                <a:latin typeface="Verdana" panose="020B0604030504040204"/>
                <a:cs typeface="Verdana" panose="020B0604030504040204"/>
              </a:rPr>
              <a:t>1:</a:t>
            </a:r>
            <a:r>
              <a:rPr sz="1855" spc="79" dirty="0">
                <a:latin typeface="Verdana" panose="020B0604030504040204"/>
                <a:cs typeface="Verdana" panose="020B0604030504040204"/>
              </a:rPr>
              <a:t> </a:t>
            </a:r>
            <a:r>
              <a:rPr sz="1855" dirty="0">
                <a:latin typeface="Verdana" panose="020B0604030504040204"/>
                <a:cs typeface="Verdana" panose="020B0604030504040204"/>
              </a:rPr>
              <a:t>The</a:t>
            </a:r>
            <a:r>
              <a:rPr sz="1855" spc="79" dirty="0">
                <a:latin typeface="Verdana" panose="020B0604030504040204"/>
                <a:cs typeface="Verdana" panose="020B0604030504040204"/>
              </a:rPr>
              <a:t> </a:t>
            </a:r>
            <a:r>
              <a:rPr sz="1855" dirty="0">
                <a:latin typeface="Verdana" panose="020B0604030504040204"/>
                <a:cs typeface="Verdana" panose="020B0604030504040204"/>
              </a:rPr>
              <a:t>purpose</a:t>
            </a:r>
            <a:r>
              <a:rPr sz="1855" spc="79" dirty="0">
                <a:latin typeface="Verdana" panose="020B0604030504040204"/>
                <a:cs typeface="Verdana" panose="020B0604030504040204"/>
              </a:rPr>
              <a:t> </a:t>
            </a:r>
            <a:r>
              <a:rPr sz="1855" dirty="0">
                <a:latin typeface="Verdana" panose="020B0604030504040204"/>
                <a:cs typeface="Verdana" panose="020B0604030504040204"/>
              </a:rPr>
              <a:t>of</a:t>
            </a:r>
            <a:r>
              <a:rPr sz="1855" spc="71" dirty="0">
                <a:latin typeface="Verdana" panose="020B0604030504040204"/>
                <a:cs typeface="Verdana" panose="020B0604030504040204"/>
              </a:rPr>
              <a:t> </a:t>
            </a:r>
            <a:r>
              <a:rPr sz="1855" dirty="0">
                <a:latin typeface="Verdana" panose="020B0604030504040204"/>
                <a:cs typeface="Verdana" panose="020B0604030504040204"/>
              </a:rPr>
              <a:t>testing</a:t>
            </a:r>
            <a:r>
              <a:rPr sz="1855" spc="84" dirty="0">
                <a:latin typeface="Verdana" panose="020B0604030504040204"/>
                <a:cs typeface="Verdana" panose="020B0604030504040204"/>
              </a:rPr>
              <a:t> </a:t>
            </a:r>
            <a:r>
              <a:rPr sz="1855" dirty="0">
                <a:latin typeface="Verdana" panose="020B0604030504040204"/>
                <a:cs typeface="Verdana" panose="020B0604030504040204"/>
              </a:rPr>
              <a:t>is</a:t>
            </a:r>
            <a:r>
              <a:rPr sz="1855" spc="75" dirty="0">
                <a:latin typeface="Verdana" panose="020B0604030504040204"/>
                <a:cs typeface="Verdana" panose="020B0604030504040204"/>
              </a:rPr>
              <a:t> </a:t>
            </a:r>
            <a:r>
              <a:rPr sz="1855" dirty="0">
                <a:latin typeface="Verdana" panose="020B0604030504040204"/>
                <a:cs typeface="Verdana" panose="020B0604030504040204"/>
              </a:rPr>
              <a:t>to</a:t>
            </a:r>
            <a:r>
              <a:rPr sz="1855" spc="79" dirty="0">
                <a:latin typeface="Verdana" panose="020B0604030504040204"/>
                <a:cs typeface="Verdana" panose="020B0604030504040204"/>
              </a:rPr>
              <a:t> </a:t>
            </a:r>
            <a:r>
              <a:rPr sz="1855" dirty="0">
                <a:latin typeface="Verdana" panose="020B0604030504040204"/>
                <a:cs typeface="Verdana" panose="020B0604030504040204"/>
              </a:rPr>
              <a:t>show</a:t>
            </a:r>
            <a:r>
              <a:rPr sz="1855" spc="101" dirty="0">
                <a:latin typeface="Verdana" panose="020B0604030504040204"/>
                <a:cs typeface="Verdana" panose="020B0604030504040204"/>
              </a:rPr>
              <a:t> </a:t>
            </a:r>
            <a:r>
              <a:rPr sz="1855" spc="-9" dirty="0">
                <a:latin typeface="Verdana" panose="020B0604030504040204"/>
                <a:cs typeface="Verdana" panose="020B0604030504040204"/>
              </a:rPr>
              <a:t>correctness</a:t>
            </a:r>
            <a:endParaRPr sz="1855" dirty="0">
              <a:latin typeface="Verdana" panose="020B0604030504040204"/>
              <a:cs typeface="Verdana" panose="020B0604030504040204"/>
            </a:endParaRPr>
          </a:p>
          <a:p>
            <a:pPr marL="279400" marR="336550" indent="-269240">
              <a:lnSpc>
                <a:spcPct val="108000"/>
              </a:lnSpc>
              <a:spcBef>
                <a:spcPts val="2010"/>
              </a:spcBef>
              <a:buClr>
                <a:srgbClr val="FFFFFF"/>
              </a:buClr>
              <a:buSzPct val="81000"/>
              <a:buFont typeface="Wingdings" panose="05000000000000000000"/>
              <a:buChar char=""/>
              <a:tabLst>
                <a:tab pos="1362710" algn="l"/>
              </a:tabLst>
            </a:pPr>
            <a:r>
              <a:rPr sz="1855" dirty="0">
                <a:latin typeface="Verdana" panose="020B0604030504040204"/>
                <a:cs typeface="Verdana" panose="020B0604030504040204"/>
              </a:rPr>
              <a:t>Level</a:t>
            </a:r>
            <a:r>
              <a:rPr sz="1855" spc="71" dirty="0">
                <a:latin typeface="Verdana" panose="020B0604030504040204"/>
                <a:cs typeface="Verdana" panose="020B0604030504040204"/>
              </a:rPr>
              <a:t> </a:t>
            </a:r>
            <a:r>
              <a:rPr sz="1855" dirty="0">
                <a:latin typeface="Verdana" panose="020B0604030504040204"/>
                <a:cs typeface="Verdana" panose="020B0604030504040204"/>
              </a:rPr>
              <a:t>2:</a:t>
            </a:r>
            <a:r>
              <a:rPr sz="1855" spc="79" dirty="0">
                <a:latin typeface="Verdana" panose="020B0604030504040204"/>
                <a:cs typeface="Verdana" panose="020B0604030504040204"/>
              </a:rPr>
              <a:t> </a:t>
            </a:r>
            <a:r>
              <a:rPr sz="1855" dirty="0">
                <a:latin typeface="Verdana" panose="020B0604030504040204"/>
                <a:cs typeface="Verdana" panose="020B0604030504040204"/>
              </a:rPr>
              <a:t>The</a:t>
            </a:r>
            <a:r>
              <a:rPr sz="1855" spc="79" dirty="0">
                <a:latin typeface="Verdana" panose="020B0604030504040204"/>
                <a:cs typeface="Verdana" panose="020B0604030504040204"/>
              </a:rPr>
              <a:t> </a:t>
            </a:r>
            <a:r>
              <a:rPr sz="1855" dirty="0">
                <a:latin typeface="Verdana" panose="020B0604030504040204"/>
                <a:cs typeface="Verdana" panose="020B0604030504040204"/>
              </a:rPr>
              <a:t>purpose</a:t>
            </a:r>
            <a:r>
              <a:rPr sz="1855" spc="79" dirty="0">
                <a:latin typeface="Verdana" panose="020B0604030504040204"/>
                <a:cs typeface="Verdana" panose="020B0604030504040204"/>
              </a:rPr>
              <a:t> </a:t>
            </a:r>
            <a:r>
              <a:rPr sz="1855" dirty="0">
                <a:latin typeface="Verdana" panose="020B0604030504040204"/>
                <a:cs typeface="Verdana" panose="020B0604030504040204"/>
              </a:rPr>
              <a:t>of</a:t>
            </a:r>
            <a:r>
              <a:rPr sz="1855" spc="75" dirty="0">
                <a:latin typeface="Verdana" panose="020B0604030504040204"/>
                <a:cs typeface="Verdana" panose="020B0604030504040204"/>
              </a:rPr>
              <a:t> </a:t>
            </a:r>
            <a:r>
              <a:rPr sz="1855" dirty="0">
                <a:latin typeface="Verdana" panose="020B0604030504040204"/>
                <a:cs typeface="Verdana" panose="020B0604030504040204"/>
              </a:rPr>
              <a:t>testing</a:t>
            </a:r>
            <a:r>
              <a:rPr sz="1855" spc="84" dirty="0">
                <a:latin typeface="Verdana" panose="020B0604030504040204"/>
                <a:cs typeface="Verdana" panose="020B0604030504040204"/>
              </a:rPr>
              <a:t> </a:t>
            </a:r>
            <a:r>
              <a:rPr sz="1855" dirty="0">
                <a:latin typeface="Verdana" panose="020B0604030504040204"/>
                <a:cs typeface="Verdana" panose="020B0604030504040204"/>
              </a:rPr>
              <a:t>is</a:t>
            </a:r>
            <a:r>
              <a:rPr sz="1855" spc="75" dirty="0">
                <a:latin typeface="Verdana" panose="020B0604030504040204"/>
                <a:cs typeface="Verdana" panose="020B0604030504040204"/>
              </a:rPr>
              <a:t> </a:t>
            </a:r>
            <a:r>
              <a:rPr sz="1855" dirty="0">
                <a:latin typeface="Verdana" panose="020B0604030504040204"/>
                <a:cs typeface="Verdana" panose="020B0604030504040204"/>
              </a:rPr>
              <a:t>to</a:t>
            </a:r>
            <a:r>
              <a:rPr sz="1855" spc="79" dirty="0">
                <a:latin typeface="Verdana" panose="020B0604030504040204"/>
                <a:cs typeface="Verdana" panose="020B0604030504040204"/>
              </a:rPr>
              <a:t> </a:t>
            </a:r>
            <a:r>
              <a:rPr sz="1855" dirty="0">
                <a:latin typeface="Verdana" panose="020B0604030504040204"/>
                <a:cs typeface="Verdana" panose="020B0604030504040204"/>
              </a:rPr>
              <a:t>show</a:t>
            </a:r>
            <a:r>
              <a:rPr sz="1855" spc="93" dirty="0">
                <a:latin typeface="Verdana" panose="020B0604030504040204"/>
                <a:cs typeface="Verdana" panose="020B0604030504040204"/>
              </a:rPr>
              <a:t> </a:t>
            </a:r>
            <a:r>
              <a:rPr sz="1855" dirty="0">
                <a:latin typeface="Verdana" panose="020B0604030504040204"/>
                <a:cs typeface="Verdana" panose="020B0604030504040204"/>
              </a:rPr>
              <a:t>that</a:t>
            </a:r>
            <a:r>
              <a:rPr sz="1855" spc="75" dirty="0">
                <a:latin typeface="Verdana" panose="020B0604030504040204"/>
                <a:cs typeface="Verdana" panose="020B0604030504040204"/>
              </a:rPr>
              <a:t> </a:t>
            </a:r>
            <a:r>
              <a:rPr sz="1855" dirty="0">
                <a:latin typeface="Verdana" panose="020B0604030504040204"/>
                <a:cs typeface="Verdana" panose="020B0604030504040204"/>
              </a:rPr>
              <a:t>the</a:t>
            </a:r>
            <a:r>
              <a:rPr sz="1855" spc="79" dirty="0">
                <a:latin typeface="Verdana" panose="020B0604030504040204"/>
                <a:cs typeface="Verdana" panose="020B0604030504040204"/>
              </a:rPr>
              <a:t> </a:t>
            </a:r>
            <a:r>
              <a:rPr sz="1855" spc="-9" dirty="0">
                <a:latin typeface="Verdana" panose="020B0604030504040204"/>
                <a:cs typeface="Verdana" panose="020B0604030504040204"/>
              </a:rPr>
              <a:t>software 	</a:t>
            </a:r>
            <a:r>
              <a:rPr sz="1855" dirty="0">
                <a:latin typeface="Verdana" panose="020B0604030504040204"/>
                <a:cs typeface="Verdana" panose="020B0604030504040204"/>
              </a:rPr>
              <a:t>does</a:t>
            </a:r>
            <a:r>
              <a:rPr sz="1855" spc="71" dirty="0">
                <a:latin typeface="Verdana" panose="020B0604030504040204"/>
                <a:cs typeface="Verdana" panose="020B0604030504040204"/>
              </a:rPr>
              <a:t> </a:t>
            </a:r>
            <a:r>
              <a:rPr sz="1855" dirty="0">
                <a:latin typeface="Verdana" panose="020B0604030504040204"/>
                <a:cs typeface="Verdana" panose="020B0604030504040204"/>
              </a:rPr>
              <a:t>not</a:t>
            </a:r>
            <a:r>
              <a:rPr sz="1855" spc="75" dirty="0">
                <a:latin typeface="Verdana" panose="020B0604030504040204"/>
                <a:cs typeface="Verdana" panose="020B0604030504040204"/>
              </a:rPr>
              <a:t> </a:t>
            </a:r>
            <a:r>
              <a:rPr sz="1855" spc="-18" dirty="0">
                <a:latin typeface="Verdana" panose="020B0604030504040204"/>
                <a:cs typeface="Verdana" panose="020B0604030504040204"/>
              </a:rPr>
              <a:t>work</a:t>
            </a:r>
            <a:endParaRPr sz="1855" dirty="0">
              <a:latin typeface="Verdana" panose="020B0604030504040204"/>
              <a:cs typeface="Verdana" panose="020B0604030504040204"/>
            </a:endParaRPr>
          </a:p>
          <a:p>
            <a:pPr marL="279400" marR="242570" indent="-268605">
              <a:lnSpc>
                <a:spcPct val="108000"/>
              </a:lnSpc>
              <a:spcBef>
                <a:spcPts val="2010"/>
              </a:spcBef>
              <a:buClr>
                <a:srgbClr val="FFFFFF"/>
              </a:buClr>
              <a:buSzPct val="81000"/>
              <a:buFont typeface="Wingdings" panose="05000000000000000000"/>
              <a:buChar char=""/>
              <a:tabLst>
                <a:tab pos="1310640" algn="l"/>
              </a:tabLst>
            </a:pPr>
            <a:r>
              <a:rPr sz="1855" dirty="0">
                <a:latin typeface="Verdana" panose="020B0604030504040204"/>
                <a:cs typeface="Verdana" panose="020B0604030504040204"/>
              </a:rPr>
              <a:t>Level</a:t>
            </a:r>
            <a:r>
              <a:rPr sz="1855" spc="66" dirty="0">
                <a:latin typeface="Verdana" panose="020B0604030504040204"/>
                <a:cs typeface="Verdana" panose="020B0604030504040204"/>
              </a:rPr>
              <a:t> </a:t>
            </a:r>
            <a:r>
              <a:rPr sz="1855" dirty="0">
                <a:latin typeface="Verdana" panose="020B0604030504040204"/>
                <a:cs typeface="Verdana" panose="020B0604030504040204"/>
              </a:rPr>
              <a:t>3:</a:t>
            </a:r>
            <a:r>
              <a:rPr sz="1855" spc="79" dirty="0">
                <a:latin typeface="Verdana" panose="020B0604030504040204"/>
                <a:cs typeface="Verdana" panose="020B0604030504040204"/>
              </a:rPr>
              <a:t> </a:t>
            </a:r>
            <a:r>
              <a:rPr sz="1855" dirty="0">
                <a:latin typeface="Verdana" panose="020B0604030504040204"/>
                <a:cs typeface="Verdana" panose="020B0604030504040204"/>
              </a:rPr>
              <a:t>The</a:t>
            </a:r>
            <a:r>
              <a:rPr sz="1855" spc="79" dirty="0">
                <a:latin typeface="Verdana" panose="020B0604030504040204"/>
                <a:cs typeface="Verdana" panose="020B0604030504040204"/>
              </a:rPr>
              <a:t> </a:t>
            </a:r>
            <a:r>
              <a:rPr sz="1855" dirty="0">
                <a:latin typeface="Verdana" panose="020B0604030504040204"/>
                <a:cs typeface="Verdana" panose="020B0604030504040204"/>
              </a:rPr>
              <a:t>purpose</a:t>
            </a:r>
            <a:r>
              <a:rPr sz="1855" spc="75" dirty="0">
                <a:latin typeface="Verdana" panose="020B0604030504040204"/>
                <a:cs typeface="Verdana" panose="020B0604030504040204"/>
              </a:rPr>
              <a:t> </a:t>
            </a:r>
            <a:r>
              <a:rPr sz="1855" dirty="0">
                <a:latin typeface="Verdana" panose="020B0604030504040204"/>
                <a:cs typeface="Verdana" panose="020B0604030504040204"/>
              </a:rPr>
              <a:t>of</a:t>
            </a:r>
            <a:r>
              <a:rPr sz="1855" spc="71" dirty="0">
                <a:latin typeface="Verdana" panose="020B0604030504040204"/>
                <a:cs typeface="Verdana" panose="020B0604030504040204"/>
              </a:rPr>
              <a:t> </a:t>
            </a:r>
            <a:r>
              <a:rPr sz="1855" dirty="0">
                <a:latin typeface="Verdana" panose="020B0604030504040204"/>
                <a:cs typeface="Verdana" panose="020B0604030504040204"/>
              </a:rPr>
              <a:t>testing</a:t>
            </a:r>
            <a:r>
              <a:rPr sz="1855" spc="84" dirty="0">
                <a:latin typeface="Verdana" panose="020B0604030504040204"/>
                <a:cs typeface="Verdana" panose="020B0604030504040204"/>
              </a:rPr>
              <a:t> </a:t>
            </a:r>
            <a:r>
              <a:rPr sz="1855" dirty="0">
                <a:latin typeface="Verdana" panose="020B0604030504040204"/>
                <a:cs typeface="Verdana" panose="020B0604030504040204"/>
              </a:rPr>
              <a:t>is</a:t>
            </a:r>
            <a:r>
              <a:rPr sz="1855" spc="75" dirty="0">
                <a:latin typeface="Verdana" panose="020B0604030504040204"/>
                <a:cs typeface="Verdana" panose="020B0604030504040204"/>
              </a:rPr>
              <a:t> </a:t>
            </a:r>
            <a:r>
              <a:rPr sz="1855" dirty="0">
                <a:latin typeface="Verdana" panose="020B0604030504040204"/>
                <a:cs typeface="Verdana" panose="020B0604030504040204"/>
              </a:rPr>
              <a:t>not</a:t>
            </a:r>
            <a:r>
              <a:rPr sz="1855" spc="71" dirty="0">
                <a:latin typeface="Verdana" panose="020B0604030504040204"/>
                <a:cs typeface="Verdana" panose="020B0604030504040204"/>
              </a:rPr>
              <a:t> </a:t>
            </a:r>
            <a:r>
              <a:rPr sz="1855" dirty="0">
                <a:latin typeface="Verdana" panose="020B0604030504040204"/>
                <a:cs typeface="Verdana" panose="020B0604030504040204"/>
              </a:rPr>
              <a:t>to</a:t>
            </a:r>
            <a:r>
              <a:rPr sz="1855" spc="79" dirty="0">
                <a:latin typeface="Verdana" panose="020B0604030504040204"/>
                <a:cs typeface="Verdana" panose="020B0604030504040204"/>
              </a:rPr>
              <a:t> </a:t>
            </a:r>
            <a:r>
              <a:rPr sz="1855" dirty="0">
                <a:latin typeface="Verdana" panose="020B0604030504040204"/>
                <a:cs typeface="Verdana" panose="020B0604030504040204"/>
              </a:rPr>
              <a:t>prove</a:t>
            </a:r>
            <a:r>
              <a:rPr sz="1855" spc="79" dirty="0">
                <a:latin typeface="Verdana" panose="020B0604030504040204"/>
                <a:cs typeface="Verdana" panose="020B0604030504040204"/>
              </a:rPr>
              <a:t> </a:t>
            </a:r>
            <a:r>
              <a:rPr sz="1855" spc="-9" dirty="0">
                <a:latin typeface="Verdana" panose="020B0604030504040204"/>
                <a:cs typeface="Verdana" panose="020B0604030504040204"/>
              </a:rPr>
              <a:t>anything 	</a:t>
            </a:r>
            <a:r>
              <a:rPr sz="1855" dirty="0">
                <a:latin typeface="Verdana" panose="020B0604030504040204"/>
                <a:cs typeface="Verdana" panose="020B0604030504040204"/>
              </a:rPr>
              <a:t>specific,</a:t>
            </a:r>
            <a:r>
              <a:rPr sz="1855" spc="75" dirty="0">
                <a:latin typeface="Verdana" panose="020B0604030504040204"/>
                <a:cs typeface="Verdana" panose="020B0604030504040204"/>
              </a:rPr>
              <a:t> </a:t>
            </a:r>
            <a:r>
              <a:rPr sz="1855" dirty="0">
                <a:latin typeface="Verdana" panose="020B0604030504040204"/>
                <a:cs typeface="Verdana" panose="020B0604030504040204"/>
              </a:rPr>
              <a:t>but</a:t>
            </a:r>
            <a:r>
              <a:rPr sz="1855" spc="84" dirty="0">
                <a:latin typeface="Verdana" panose="020B0604030504040204"/>
                <a:cs typeface="Verdana" panose="020B0604030504040204"/>
              </a:rPr>
              <a:t> </a:t>
            </a:r>
            <a:r>
              <a:rPr sz="1855" dirty="0">
                <a:latin typeface="Verdana" panose="020B0604030504040204"/>
                <a:cs typeface="Verdana" panose="020B0604030504040204"/>
              </a:rPr>
              <a:t>to</a:t>
            </a:r>
            <a:r>
              <a:rPr sz="1855" spc="88" dirty="0">
                <a:latin typeface="Verdana" panose="020B0604030504040204"/>
                <a:cs typeface="Verdana" panose="020B0604030504040204"/>
              </a:rPr>
              <a:t> </a:t>
            </a:r>
            <a:r>
              <a:rPr sz="1855" dirty="0">
                <a:latin typeface="Verdana" panose="020B0604030504040204"/>
                <a:cs typeface="Verdana" panose="020B0604030504040204"/>
              </a:rPr>
              <a:t>reduce</a:t>
            </a:r>
            <a:r>
              <a:rPr sz="1855" spc="88" dirty="0">
                <a:latin typeface="Verdana" panose="020B0604030504040204"/>
                <a:cs typeface="Verdana" panose="020B0604030504040204"/>
              </a:rPr>
              <a:t> </a:t>
            </a:r>
            <a:r>
              <a:rPr sz="1855" dirty="0">
                <a:latin typeface="Verdana" panose="020B0604030504040204"/>
                <a:cs typeface="Verdana" panose="020B0604030504040204"/>
              </a:rPr>
              <a:t>the</a:t>
            </a:r>
            <a:r>
              <a:rPr sz="1855" spc="84" dirty="0">
                <a:latin typeface="Verdana" panose="020B0604030504040204"/>
                <a:cs typeface="Verdana" panose="020B0604030504040204"/>
              </a:rPr>
              <a:t> </a:t>
            </a:r>
            <a:r>
              <a:rPr sz="1855" dirty="0">
                <a:latin typeface="Verdana" panose="020B0604030504040204"/>
                <a:cs typeface="Verdana" panose="020B0604030504040204"/>
              </a:rPr>
              <a:t>risk</a:t>
            </a:r>
            <a:r>
              <a:rPr sz="1855" spc="93" dirty="0">
                <a:latin typeface="Verdana" panose="020B0604030504040204"/>
                <a:cs typeface="Verdana" panose="020B0604030504040204"/>
              </a:rPr>
              <a:t> </a:t>
            </a:r>
            <a:r>
              <a:rPr sz="1855" dirty="0">
                <a:latin typeface="Verdana" panose="020B0604030504040204"/>
                <a:cs typeface="Verdana" panose="020B0604030504040204"/>
              </a:rPr>
              <a:t>of</a:t>
            </a:r>
            <a:r>
              <a:rPr sz="1855" spc="79" dirty="0">
                <a:latin typeface="Verdana" panose="020B0604030504040204"/>
                <a:cs typeface="Verdana" panose="020B0604030504040204"/>
              </a:rPr>
              <a:t> </a:t>
            </a:r>
            <a:r>
              <a:rPr sz="1855" dirty="0">
                <a:latin typeface="Verdana" panose="020B0604030504040204"/>
                <a:cs typeface="Verdana" panose="020B0604030504040204"/>
              </a:rPr>
              <a:t>using</a:t>
            </a:r>
            <a:r>
              <a:rPr sz="1855" spc="93" dirty="0">
                <a:latin typeface="Verdana" panose="020B0604030504040204"/>
                <a:cs typeface="Verdana" panose="020B0604030504040204"/>
              </a:rPr>
              <a:t> </a:t>
            </a:r>
            <a:r>
              <a:rPr sz="1855" dirty="0">
                <a:latin typeface="Verdana" panose="020B0604030504040204"/>
                <a:cs typeface="Verdana" panose="020B0604030504040204"/>
              </a:rPr>
              <a:t>the</a:t>
            </a:r>
            <a:r>
              <a:rPr sz="1855" spc="88" dirty="0">
                <a:latin typeface="Verdana" panose="020B0604030504040204"/>
                <a:cs typeface="Verdana" panose="020B0604030504040204"/>
              </a:rPr>
              <a:t> </a:t>
            </a:r>
            <a:r>
              <a:rPr sz="1855" spc="-9" dirty="0">
                <a:latin typeface="Verdana" panose="020B0604030504040204"/>
                <a:cs typeface="Verdana" panose="020B0604030504040204"/>
              </a:rPr>
              <a:t>software</a:t>
            </a:r>
            <a:endParaRPr sz="1855" dirty="0">
              <a:latin typeface="Verdana" panose="020B0604030504040204"/>
              <a:cs typeface="Verdana" panose="020B0604030504040204"/>
            </a:endParaRPr>
          </a:p>
          <a:p>
            <a:pPr marL="279400" marR="1065530" indent="-268605">
              <a:lnSpc>
                <a:spcPct val="107000"/>
              </a:lnSpc>
              <a:spcBef>
                <a:spcPts val="2035"/>
              </a:spcBef>
              <a:buClr>
                <a:srgbClr val="FFFFFF"/>
              </a:buClr>
              <a:buSzPct val="81000"/>
              <a:buFont typeface="Wingdings" panose="05000000000000000000"/>
              <a:buChar char=""/>
              <a:tabLst>
                <a:tab pos="1310640" algn="l"/>
              </a:tabLst>
            </a:pPr>
            <a:r>
              <a:rPr sz="1855" dirty="0">
                <a:latin typeface="Verdana" panose="020B0604030504040204"/>
                <a:cs typeface="Verdana" panose="020B0604030504040204"/>
              </a:rPr>
              <a:t>Level</a:t>
            </a:r>
            <a:r>
              <a:rPr sz="1855" spc="66" dirty="0">
                <a:latin typeface="Verdana" panose="020B0604030504040204"/>
                <a:cs typeface="Verdana" panose="020B0604030504040204"/>
              </a:rPr>
              <a:t> </a:t>
            </a:r>
            <a:r>
              <a:rPr sz="1855" dirty="0">
                <a:latin typeface="Verdana" panose="020B0604030504040204"/>
                <a:cs typeface="Verdana" panose="020B0604030504040204"/>
              </a:rPr>
              <a:t>4:</a:t>
            </a:r>
            <a:r>
              <a:rPr sz="1855" spc="79" dirty="0">
                <a:latin typeface="Verdana" panose="020B0604030504040204"/>
                <a:cs typeface="Verdana" panose="020B0604030504040204"/>
              </a:rPr>
              <a:t> </a:t>
            </a:r>
            <a:r>
              <a:rPr sz="1855" dirty="0">
                <a:latin typeface="Verdana" panose="020B0604030504040204"/>
                <a:cs typeface="Verdana" panose="020B0604030504040204"/>
              </a:rPr>
              <a:t>Testing</a:t>
            </a:r>
            <a:r>
              <a:rPr sz="1855" spc="79" dirty="0">
                <a:latin typeface="Verdana" panose="020B0604030504040204"/>
                <a:cs typeface="Verdana" panose="020B0604030504040204"/>
              </a:rPr>
              <a:t> </a:t>
            </a:r>
            <a:r>
              <a:rPr sz="1855" dirty="0">
                <a:latin typeface="Verdana" panose="020B0604030504040204"/>
                <a:cs typeface="Verdana" panose="020B0604030504040204"/>
              </a:rPr>
              <a:t>is</a:t>
            </a:r>
            <a:r>
              <a:rPr sz="1855" spc="75" dirty="0">
                <a:latin typeface="Verdana" panose="020B0604030504040204"/>
                <a:cs typeface="Verdana" panose="020B0604030504040204"/>
              </a:rPr>
              <a:t> </a:t>
            </a:r>
            <a:r>
              <a:rPr sz="1855" dirty="0">
                <a:latin typeface="Verdana" panose="020B0604030504040204"/>
                <a:cs typeface="Verdana" panose="020B0604030504040204"/>
              </a:rPr>
              <a:t>a</a:t>
            </a:r>
            <a:r>
              <a:rPr sz="1855" spc="79" dirty="0">
                <a:latin typeface="Verdana" panose="020B0604030504040204"/>
                <a:cs typeface="Verdana" panose="020B0604030504040204"/>
              </a:rPr>
              <a:t> </a:t>
            </a:r>
            <a:r>
              <a:rPr sz="1855" dirty="0">
                <a:latin typeface="Verdana" panose="020B0604030504040204"/>
                <a:cs typeface="Verdana" panose="020B0604030504040204"/>
              </a:rPr>
              <a:t>mental</a:t>
            </a:r>
            <a:r>
              <a:rPr sz="1855" spc="75" dirty="0">
                <a:latin typeface="Verdana" panose="020B0604030504040204"/>
                <a:cs typeface="Verdana" panose="020B0604030504040204"/>
              </a:rPr>
              <a:t> </a:t>
            </a:r>
            <a:r>
              <a:rPr sz="1855" dirty="0">
                <a:latin typeface="Verdana" panose="020B0604030504040204"/>
                <a:cs typeface="Verdana" panose="020B0604030504040204"/>
              </a:rPr>
              <a:t>discipline</a:t>
            </a:r>
            <a:r>
              <a:rPr sz="1855" spc="75" dirty="0">
                <a:latin typeface="Verdana" panose="020B0604030504040204"/>
                <a:cs typeface="Verdana" panose="020B0604030504040204"/>
              </a:rPr>
              <a:t> </a:t>
            </a:r>
            <a:r>
              <a:rPr sz="1855" dirty="0">
                <a:latin typeface="Verdana" panose="020B0604030504040204"/>
                <a:cs typeface="Verdana" panose="020B0604030504040204"/>
              </a:rPr>
              <a:t>that</a:t>
            </a:r>
            <a:r>
              <a:rPr sz="1855" spc="75" dirty="0">
                <a:latin typeface="Verdana" panose="020B0604030504040204"/>
                <a:cs typeface="Verdana" panose="020B0604030504040204"/>
              </a:rPr>
              <a:t> </a:t>
            </a:r>
            <a:r>
              <a:rPr sz="1855" dirty="0">
                <a:latin typeface="Verdana" panose="020B0604030504040204"/>
                <a:cs typeface="Verdana" panose="020B0604030504040204"/>
              </a:rPr>
              <a:t>helps</a:t>
            </a:r>
            <a:r>
              <a:rPr sz="1855" spc="71" dirty="0">
                <a:latin typeface="Verdana" panose="020B0604030504040204"/>
                <a:cs typeface="Verdana" panose="020B0604030504040204"/>
              </a:rPr>
              <a:t> </a:t>
            </a:r>
            <a:r>
              <a:rPr sz="1855" dirty="0">
                <a:latin typeface="Verdana" panose="020B0604030504040204"/>
                <a:cs typeface="Verdana" panose="020B0604030504040204"/>
              </a:rPr>
              <a:t>all</a:t>
            </a:r>
            <a:r>
              <a:rPr sz="1855" spc="71" dirty="0">
                <a:latin typeface="Verdana" panose="020B0604030504040204"/>
                <a:cs typeface="Verdana" panose="020B0604030504040204"/>
              </a:rPr>
              <a:t> </a:t>
            </a:r>
            <a:r>
              <a:rPr sz="1855" spc="-22" dirty="0">
                <a:latin typeface="Verdana" panose="020B0604030504040204"/>
                <a:cs typeface="Verdana" panose="020B0604030504040204"/>
              </a:rPr>
              <a:t>IT 	</a:t>
            </a:r>
            <a:r>
              <a:rPr sz="1855" dirty="0">
                <a:latin typeface="Verdana" panose="020B0604030504040204"/>
                <a:cs typeface="Verdana" panose="020B0604030504040204"/>
              </a:rPr>
              <a:t>professionals</a:t>
            </a:r>
            <a:r>
              <a:rPr sz="1855" spc="141" dirty="0">
                <a:latin typeface="Verdana" panose="020B0604030504040204"/>
                <a:cs typeface="Verdana" panose="020B0604030504040204"/>
              </a:rPr>
              <a:t> </a:t>
            </a:r>
            <a:r>
              <a:rPr sz="1855" dirty="0">
                <a:latin typeface="Verdana" panose="020B0604030504040204"/>
                <a:cs typeface="Verdana" panose="020B0604030504040204"/>
              </a:rPr>
              <a:t>develop</a:t>
            </a:r>
            <a:r>
              <a:rPr sz="1855" spc="163" dirty="0">
                <a:latin typeface="Verdana" panose="020B0604030504040204"/>
                <a:cs typeface="Verdana" panose="020B0604030504040204"/>
              </a:rPr>
              <a:t> </a:t>
            </a:r>
            <a:r>
              <a:rPr sz="1855" dirty="0">
                <a:latin typeface="Verdana" panose="020B0604030504040204"/>
                <a:cs typeface="Verdana" panose="020B0604030504040204"/>
              </a:rPr>
              <a:t>higher</a:t>
            </a:r>
            <a:r>
              <a:rPr sz="1855" spc="146" dirty="0">
                <a:latin typeface="Verdana" panose="020B0604030504040204"/>
                <a:cs typeface="Verdana" panose="020B0604030504040204"/>
              </a:rPr>
              <a:t> </a:t>
            </a:r>
            <a:r>
              <a:rPr sz="1855" dirty="0">
                <a:latin typeface="Verdana" panose="020B0604030504040204"/>
                <a:cs typeface="Verdana" panose="020B0604030504040204"/>
              </a:rPr>
              <a:t>quality</a:t>
            </a:r>
            <a:r>
              <a:rPr sz="1855" spc="154" dirty="0">
                <a:latin typeface="Verdana" panose="020B0604030504040204"/>
                <a:cs typeface="Verdana" panose="020B0604030504040204"/>
              </a:rPr>
              <a:t> </a:t>
            </a:r>
            <a:r>
              <a:rPr sz="1855" spc="-9" dirty="0">
                <a:latin typeface="Verdana" panose="020B0604030504040204"/>
                <a:cs typeface="Verdana" panose="020B0604030504040204"/>
              </a:rPr>
              <a:t>software</a:t>
            </a:r>
            <a:endParaRPr sz="1855" dirty="0">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311" y="304487"/>
            <a:ext cx="6362077" cy="661670"/>
          </a:xfrm>
          <a:prstGeom prst="rect">
            <a:avLst/>
          </a:prstGeom>
        </p:spPr>
        <p:txBody>
          <a:bodyPr vert="horz" wrap="square" lIns="0" tIns="231737" rIns="0" bIns="0" rtlCol="0" anchor="b" anchorCtr="0">
            <a:spAutoFit/>
          </a:bodyPr>
          <a:lstStyle/>
          <a:p>
            <a:pPr marL="351790">
              <a:spcBef>
                <a:spcPts val="90"/>
              </a:spcBef>
            </a:pPr>
            <a:r>
              <a:rPr sz="2800" spc="-57" dirty="0">
                <a:solidFill>
                  <a:schemeClr val="tx1"/>
                </a:solidFill>
              </a:rPr>
              <a:t>Level</a:t>
            </a:r>
            <a:r>
              <a:rPr sz="2800" spc="-176" dirty="0">
                <a:solidFill>
                  <a:schemeClr val="tx1"/>
                </a:solidFill>
              </a:rPr>
              <a:t> </a:t>
            </a:r>
            <a:r>
              <a:rPr sz="2800" dirty="0">
                <a:solidFill>
                  <a:schemeClr val="tx1"/>
                </a:solidFill>
              </a:rPr>
              <a:t>0</a:t>
            </a:r>
            <a:r>
              <a:rPr sz="2800" spc="-185" dirty="0">
                <a:solidFill>
                  <a:schemeClr val="tx1"/>
                </a:solidFill>
              </a:rPr>
              <a:t> </a:t>
            </a:r>
            <a:r>
              <a:rPr sz="2800" dirty="0">
                <a:solidFill>
                  <a:schemeClr val="tx1"/>
                </a:solidFill>
              </a:rPr>
              <a:t>–</a:t>
            </a:r>
            <a:r>
              <a:rPr sz="2800" spc="-194" dirty="0">
                <a:solidFill>
                  <a:schemeClr val="tx1"/>
                </a:solidFill>
              </a:rPr>
              <a:t> </a:t>
            </a:r>
            <a:r>
              <a:rPr sz="2800" spc="-66" dirty="0">
                <a:solidFill>
                  <a:schemeClr val="tx1"/>
                </a:solidFill>
              </a:rPr>
              <a:t>Testing</a:t>
            </a:r>
            <a:r>
              <a:rPr sz="2800" spc="-180" dirty="0">
                <a:solidFill>
                  <a:schemeClr val="tx1"/>
                </a:solidFill>
              </a:rPr>
              <a:t> </a:t>
            </a:r>
            <a:r>
              <a:rPr sz="2800" dirty="0">
                <a:solidFill>
                  <a:schemeClr val="tx1"/>
                </a:solidFill>
              </a:rPr>
              <a:t>is</a:t>
            </a:r>
            <a:r>
              <a:rPr sz="2800" spc="-190" dirty="0">
                <a:solidFill>
                  <a:schemeClr val="tx1"/>
                </a:solidFill>
              </a:rPr>
              <a:t> </a:t>
            </a:r>
            <a:r>
              <a:rPr sz="2800" spc="-35" dirty="0">
                <a:solidFill>
                  <a:schemeClr val="tx1"/>
                </a:solidFill>
              </a:rPr>
              <a:t>Debugging</a:t>
            </a:r>
            <a:endParaRPr sz="2800" spc="-35" dirty="0">
              <a:solidFill>
                <a:schemeClr val="tx1"/>
              </a:solidFill>
            </a:endParaRPr>
          </a:p>
        </p:txBody>
      </p:sp>
      <p:sp>
        <p:nvSpPr>
          <p:cNvPr id="8" name="object 8"/>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solidFill>
                  <a:schemeClr val="tx1"/>
                </a:solidFill>
              </a:rPr>
            </a:fld>
            <a:endParaRPr spc="-22" dirty="0">
              <a:solidFill>
                <a:schemeClr val="tx1"/>
              </a:solidFill>
            </a:endParaRPr>
          </a:p>
        </p:txBody>
      </p:sp>
      <p:sp>
        <p:nvSpPr>
          <p:cNvPr id="3" name="object 3"/>
          <p:cNvSpPr txBox="1"/>
          <p:nvPr/>
        </p:nvSpPr>
        <p:spPr>
          <a:xfrm>
            <a:off x="762111" y="1164515"/>
            <a:ext cx="8055909" cy="4979035"/>
          </a:xfrm>
          <a:prstGeom prst="rect">
            <a:avLst/>
          </a:prstGeom>
        </p:spPr>
        <p:txBody>
          <a:bodyPr vert="horz" wrap="square" lIns="0" tIns="11206" rIns="0" bIns="0" rtlCol="0">
            <a:spAutoFit/>
          </a:bodyPr>
          <a:lstStyle/>
          <a:p>
            <a:pPr marL="279400" indent="-268605">
              <a:spcBef>
                <a:spcPts val="90"/>
              </a:spcBef>
              <a:buClr>
                <a:srgbClr val="FFFFFF"/>
              </a:buClr>
              <a:buSzPct val="83000"/>
              <a:buFont typeface="Wingdings" panose="05000000000000000000"/>
              <a:buChar char=""/>
              <a:tabLst>
                <a:tab pos="279400" algn="l"/>
              </a:tabLst>
            </a:pPr>
            <a:r>
              <a:rPr sz="2000" dirty="0">
                <a:latin typeface="Verdana" panose="020B0604030504040204"/>
                <a:cs typeface="Verdana" panose="020B0604030504040204"/>
              </a:rPr>
              <a:t>Level</a:t>
            </a:r>
            <a:r>
              <a:rPr sz="2000" spc="53" dirty="0">
                <a:latin typeface="Verdana" panose="020B0604030504040204"/>
                <a:cs typeface="Verdana" panose="020B0604030504040204"/>
              </a:rPr>
              <a:t> </a:t>
            </a:r>
            <a:r>
              <a:rPr sz="2000" dirty="0">
                <a:latin typeface="Verdana" panose="020B0604030504040204"/>
                <a:cs typeface="Verdana" panose="020B0604030504040204"/>
              </a:rPr>
              <a:t>0:</a:t>
            </a:r>
            <a:r>
              <a:rPr sz="2000" spc="66" dirty="0">
                <a:latin typeface="Verdana" panose="020B0604030504040204"/>
                <a:cs typeface="Verdana" panose="020B0604030504040204"/>
              </a:rPr>
              <a:t> </a:t>
            </a:r>
            <a:r>
              <a:rPr sz="2000" dirty="0">
                <a:latin typeface="Verdana" panose="020B0604030504040204"/>
                <a:cs typeface="Verdana" panose="020B0604030504040204"/>
              </a:rPr>
              <a:t>Testing</a:t>
            </a:r>
            <a:r>
              <a:rPr sz="2000" spc="75" dirty="0">
                <a:latin typeface="Verdana" panose="020B0604030504040204"/>
                <a:cs typeface="Verdana" panose="020B0604030504040204"/>
              </a:rPr>
              <a:t> </a:t>
            </a:r>
            <a:r>
              <a:rPr sz="2000" dirty="0">
                <a:latin typeface="Verdana" panose="020B0604030504040204"/>
                <a:cs typeface="Verdana" panose="020B0604030504040204"/>
              </a:rPr>
              <a:t>is</a:t>
            </a:r>
            <a:r>
              <a:rPr sz="2000" spc="71" dirty="0">
                <a:latin typeface="Verdana" panose="020B0604030504040204"/>
                <a:cs typeface="Verdana" panose="020B0604030504040204"/>
              </a:rPr>
              <a:t> </a:t>
            </a:r>
            <a:r>
              <a:rPr sz="2000" dirty="0">
                <a:latin typeface="Verdana" panose="020B0604030504040204"/>
                <a:cs typeface="Verdana" panose="020B0604030504040204"/>
              </a:rPr>
              <a:t>the</a:t>
            </a:r>
            <a:r>
              <a:rPr sz="2000" spc="75" dirty="0">
                <a:latin typeface="Verdana" panose="020B0604030504040204"/>
                <a:cs typeface="Verdana" panose="020B0604030504040204"/>
              </a:rPr>
              <a:t> </a:t>
            </a:r>
            <a:r>
              <a:rPr sz="2000" dirty="0">
                <a:latin typeface="Verdana" panose="020B0604030504040204"/>
                <a:cs typeface="Verdana" panose="020B0604030504040204"/>
              </a:rPr>
              <a:t>same</a:t>
            </a:r>
            <a:r>
              <a:rPr sz="2000" spc="75" dirty="0">
                <a:latin typeface="Verdana" panose="020B0604030504040204"/>
                <a:cs typeface="Verdana" panose="020B0604030504040204"/>
              </a:rPr>
              <a:t> </a:t>
            </a:r>
            <a:r>
              <a:rPr sz="2000" dirty="0">
                <a:latin typeface="Verdana" panose="020B0604030504040204"/>
                <a:cs typeface="Verdana" panose="020B0604030504040204"/>
              </a:rPr>
              <a:t>as</a:t>
            </a:r>
            <a:r>
              <a:rPr sz="2000" spc="75" dirty="0">
                <a:latin typeface="Verdana" panose="020B0604030504040204"/>
                <a:cs typeface="Verdana" panose="020B0604030504040204"/>
              </a:rPr>
              <a:t> </a:t>
            </a:r>
            <a:r>
              <a:rPr sz="2000" spc="-9" dirty="0">
                <a:latin typeface="Verdana" panose="020B0604030504040204"/>
                <a:cs typeface="Verdana" panose="020B0604030504040204"/>
              </a:rPr>
              <a:t>debugging</a:t>
            </a:r>
            <a:endParaRPr sz="2000" dirty="0">
              <a:latin typeface="Verdana" panose="020B0604030504040204"/>
              <a:cs typeface="Verdana" panose="020B0604030504040204"/>
            </a:endParaRPr>
          </a:p>
          <a:p>
            <a:pPr>
              <a:spcBef>
                <a:spcPts val="695"/>
              </a:spcBef>
              <a:buClr>
                <a:srgbClr val="FFFFFF"/>
              </a:buClr>
              <a:buFont typeface="Wingdings" panose="05000000000000000000"/>
              <a:buChar char=""/>
            </a:pPr>
            <a:endParaRPr sz="2000" dirty="0">
              <a:latin typeface="Verdana" panose="020B0604030504040204"/>
              <a:cs typeface="Verdana" panose="020B0604030504040204"/>
            </a:endParaRPr>
          </a:p>
          <a:p>
            <a:pPr marL="4107815" lvl="1" indent="-223520">
              <a:spcBef>
                <a:spcPts val="1995"/>
              </a:spcBef>
              <a:buSzPct val="81000"/>
              <a:buFont typeface="Wingdings" panose="05000000000000000000"/>
              <a:buChar char=""/>
              <a:tabLst>
                <a:tab pos="4107180" algn="l"/>
              </a:tabLst>
            </a:pPr>
            <a:r>
              <a:rPr dirty="0">
                <a:latin typeface="Verdana" panose="020B0604030504040204"/>
                <a:cs typeface="Verdana" panose="020B0604030504040204"/>
              </a:rPr>
              <a:t>Adopted</a:t>
            </a:r>
            <a:r>
              <a:rPr spc="97" dirty="0">
                <a:latin typeface="Verdana" panose="020B0604030504040204"/>
                <a:cs typeface="Verdana" panose="020B0604030504040204"/>
              </a:rPr>
              <a:t> </a:t>
            </a:r>
            <a:r>
              <a:rPr dirty="0">
                <a:latin typeface="Verdana" panose="020B0604030504040204"/>
                <a:cs typeface="Verdana" panose="020B0604030504040204"/>
              </a:rPr>
              <a:t>by</a:t>
            </a:r>
            <a:r>
              <a:rPr spc="101" dirty="0">
                <a:latin typeface="Verdana" panose="020B0604030504040204"/>
                <a:cs typeface="Verdana" panose="020B0604030504040204"/>
              </a:rPr>
              <a:t> </a:t>
            </a:r>
            <a:r>
              <a:rPr dirty="0">
                <a:latin typeface="Verdana" panose="020B0604030504040204"/>
                <a:cs typeface="Verdana" panose="020B0604030504040204"/>
              </a:rPr>
              <a:t>most</a:t>
            </a:r>
            <a:r>
              <a:rPr spc="93" dirty="0">
                <a:latin typeface="Verdana" panose="020B0604030504040204"/>
                <a:cs typeface="Verdana" panose="020B0604030504040204"/>
              </a:rPr>
              <a:t> </a:t>
            </a:r>
            <a:r>
              <a:rPr dirty="0">
                <a:latin typeface="Verdana" panose="020B0604030504040204"/>
                <a:cs typeface="Verdana" panose="020B0604030504040204"/>
              </a:rPr>
              <a:t>CS</a:t>
            </a:r>
            <a:r>
              <a:rPr spc="97" dirty="0">
                <a:latin typeface="Verdana" panose="020B0604030504040204"/>
                <a:cs typeface="Verdana" panose="020B0604030504040204"/>
              </a:rPr>
              <a:t> </a:t>
            </a:r>
            <a:r>
              <a:rPr dirty="0">
                <a:latin typeface="Verdana" panose="020B0604030504040204"/>
                <a:cs typeface="Verdana" panose="020B0604030504040204"/>
              </a:rPr>
              <a:t>students</a:t>
            </a:r>
            <a:r>
              <a:rPr spc="93" dirty="0">
                <a:latin typeface="Verdana" panose="020B0604030504040204"/>
                <a:cs typeface="Verdana" panose="020B0604030504040204"/>
              </a:rPr>
              <a:t> </a:t>
            </a:r>
            <a:r>
              <a:rPr sz="2000" spc="-318" dirty="0">
                <a:latin typeface="Wingdings" panose="05000000000000000000"/>
                <a:cs typeface="Wingdings" panose="05000000000000000000"/>
              </a:rPr>
              <a:t></a:t>
            </a:r>
            <a:endParaRPr sz="2000" dirty="0">
              <a:latin typeface="Wingdings" panose="05000000000000000000"/>
              <a:cs typeface="Wingdings" panose="05000000000000000000"/>
            </a:endParaRPr>
          </a:p>
          <a:p>
            <a:pPr marL="4541520" lvl="2" indent="-226060">
              <a:spcBef>
                <a:spcPts val="955"/>
              </a:spcBef>
              <a:buFont typeface="Wingdings" panose="05000000000000000000"/>
              <a:buChar char=""/>
              <a:tabLst>
                <a:tab pos="4540885" algn="l"/>
              </a:tabLst>
            </a:pPr>
            <a:r>
              <a:rPr sz="1600" dirty="0">
                <a:latin typeface="Verdana" panose="020B0604030504040204"/>
                <a:cs typeface="Verdana" panose="020B0604030504040204"/>
              </a:rPr>
              <a:t>Get</a:t>
            </a:r>
            <a:r>
              <a:rPr sz="1600" spc="4" dirty="0">
                <a:latin typeface="Verdana" panose="020B0604030504040204"/>
                <a:cs typeface="Verdana" panose="020B0604030504040204"/>
              </a:rPr>
              <a:t> </a:t>
            </a:r>
            <a:r>
              <a:rPr sz="1600" dirty="0">
                <a:latin typeface="Verdana" panose="020B0604030504040204"/>
                <a:cs typeface="Verdana" panose="020B0604030504040204"/>
              </a:rPr>
              <a:t>programs</a:t>
            </a:r>
            <a:r>
              <a:rPr sz="1600" spc="4" dirty="0">
                <a:latin typeface="Verdana" panose="020B0604030504040204"/>
                <a:cs typeface="Verdana" panose="020B0604030504040204"/>
              </a:rPr>
              <a:t> </a:t>
            </a:r>
            <a:r>
              <a:rPr sz="1600" dirty="0">
                <a:latin typeface="Verdana" panose="020B0604030504040204"/>
                <a:cs typeface="Verdana" panose="020B0604030504040204"/>
              </a:rPr>
              <a:t>to </a:t>
            </a:r>
            <a:r>
              <a:rPr sz="1600" spc="-9" dirty="0">
                <a:latin typeface="Verdana" panose="020B0604030504040204"/>
                <a:cs typeface="Verdana" panose="020B0604030504040204"/>
              </a:rPr>
              <a:t>compile</a:t>
            </a:r>
            <a:endParaRPr sz="1600" dirty="0">
              <a:latin typeface="Verdana" panose="020B0604030504040204"/>
              <a:cs typeface="Verdana" panose="020B0604030504040204"/>
            </a:endParaRPr>
          </a:p>
          <a:p>
            <a:pPr marL="4541520" marR="35560" lvl="2" indent="-226060">
              <a:lnSpc>
                <a:spcPts val="1950"/>
              </a:lnSpc>
              <a:spcBef>
                <a:spcPts val="755"/>
              </a:spcBef>
              <a:buFont typeface="Wingdings" panose="05000000000000000000"/>
              <a:buChar char=""/>
              <a:tabLst>
                <a:tab pos="4540885" algn="l"/>
              </a:tabLst>
            </a:pPr>
            <a:r>
              <a:rPr sz="1600" dirty="0">
                <a:latin typeface="Verdana" panose="020B0604030504040204"/>
                <a:cs typeface="Verdana" panose="020B0604030504040204"/>
              </a:rPr>
              <a:t>Debug</a:t>
            </a:r>
            <a:r>
              <a:rPr sz="1600" spc="22" dirty="0">
                <a:latin typeface="Verdana" panose="020B0604030504040204"/>
                <a:cs typeface="Verdana" panose="020B0604030504040204"/>
              </a:rPr>
              <a:t> </a:t>
            </a:r>
            <a:r>
              <a:rPr sz="1600" dirty="0">
                <a:latin typeface="Verdana" panose="020B0604030504040204"/>
                <a:cs typeface="Verdana" panose="020B0604030504040204"/>
              </a:rPr>
              <a:t>with</a:t>
            </a:r>
            <a:r>
              <a:rPr sz="1600" spc="22" dirty="0">
                <a:latin typeface="Verdana" panose="020B0604030504040204"/>
                <a:cs typeface="Verdana" panose="020B0604030504040204"/>
              </a:rPr>
              <a:t> </a:t>
            </a:r>
            <a:r>
              <a:rPr sz="1600" dirty="0">
                <a:latin typeface="Verdana" panose="020B0604030504040204"/>
                <a:cs typeface="Verdana" panose="020B0604030504040204"/>
              </a:rPr>
              <a:t>few</a:t>
            </a:r>
            <a:r>
              <a:rPr sz="1600" spc="31" dirty="0">
                <a:latin typeface="Verdana" panose="020B0604030504040204"/>
                <a:cs typeface="Verdana" panose="020B0604030504040204"/>
              </a:rPr>
              <a:t> </a:t>
            </a:r>
            <a:r>
              <a:rPr sz="1600" spc="-9" dirty="0">
                <a:latin typeface="Verdana" panose="020B0604030504040204"/>
                <a:cs typeface="Verdana" panose="020B0604030504040204"/>
              </a:rPr>
              <a:t>arbitrarily </a:t>
            </a:r>
            <a:r>
              <a:rPr sz="1600" dirty="0">
                <a:latin typeface="Verdana" panose="020B0604030504040204"/>
                <a:cs typeface="Verdana" panose="020B0604030504040204"/>
              </a:rPr>
              <a:t>chosen</a:t>
            </a:r>
            <a:r>
              <a:rPr sz="1600" spc="26" dirty="0">
                <a:latin typeface="Verdana" panose="020B0604030504040204"/>
                <a:cs typeface="Verdana" panose="020B0604030504040204"/>
              </a:rPr>
              <a:t> </a:t>
            </a:r>
            <a:r>
              <a:rPr sz="1600" dirty="0">
                <a:latin typeface="Verdana" panose="020B0604030504040204"/>
                <a:cs typeface="Verdana" panose="020B0604030504040204"/>
              </a:rPr>
              <a:t>inputs</a:t>
            </a:r>
            <a:r>
              <a:rPr sz="1600" spc="31" dirty="0">
                <a:latin typeface="Verdana" panose="020B0604030504040204"/>
                <a:cs typeface="Verdana" panose="020B0604030504040204"/>
              </a:rPr>
              <a:t> </a:t>
            </a:r>
            <a:r>
              <a:rPr sz="1600" dirty="0">
                <a:latin typeface="Verdana" panose="020B0604030504040204"/>
                <a:cs typeface="Verdana" panose="020B0604030504040204"/>
              </a:rPr>
              <a:t>or</a:t>
            </a:r>
            <a:r>
              <a:rPr sz="1600" spc="22" dirty="0">
                <a:latin typeface="Verdana" panose="020B0604030504040204"/>
                <a:cs typeface="Verdana" panose="020B0604030504040204"/>
              </a:rPr>
              <a:t> </a:t>
            </a:r>
            <a:r>
              <a:rPr sz="1600" dirty="0">
                <a:latin typeface="Verdana" panose="020B0604030504040204"/>
                <a:cs typeface="Verdana" panose="020B0604030504040204"/>
              </a:rPr>
              <a:t>those</a:t>
            </a:r>
            <a:r>
              <a:rPr sz="1600" spc="35" dirty="0">
                <a:latin typeface="Verdana" panose="020B0604030504040204"/>
                <a:cs typeface="Verdana" panose="020B0604030504040204"/>
              </a:rPr>
              <a:t> </a:t>
            </a:r>
            <a:r>
              <a:rPr sz="1600" spc="-9" dirty="0">
                <a:latin typeface="Verdana" panose="020B0604030504040204"/>
                <a:cs typeface="Verdana" panose="020B0604030504040204"/>
              </a:rPr>
              <a:t>provided </a:t>
            </a:r>
            <a:r>
              <a:rPr sz="1600" dirty="0">
                <a:latin typeface="Verdana" panose="020B0604030504040204"/>
                <a:cs typeface="Verdana" panose="020B0604030504040204"/>
              </a:rPr>
              <a:t>by</a:t>
            </a:r>
            <a:r>
              <a:rPr sz="1600" spc="4" dirty="0">
                <a:latin typeface="Verdana" panose="020B0604030504040204"/>
                <a:cs typeface="Verdana" panose="020B0604030504040204"/>
              </a:rPr>
              <a:t> </a:t>
            </a:r>
            <a:r>
              <a:rPr sz="1600" spc="-9" dirty="0">
                <a:latin typeface="Verdana" panose="020B0604030504040204"/>
                <a:cs typeface="Verdana" panose="020B0604030504040204"/>
              </a:rPr>
              <a:t>instructors</a:t>
            </a:r>
            <a:endParaRPr lang="en-US" sz="1600" spc="-9" dirty="0">
              <a:latin typeface="Verdana" panose="020B0604030504040204"/>
              <a:cs typeface="Verdana" panose="020B0604030504040204"/>
            </a:endParaRPr>
          </a:p>
          <a:p>
            <a:pPr marL="4541520" marR="35560" lvl="2" indent="-226060">
              <a:lnSpc>
                <a:spcPts val="1950"/>
              </a:lnSpc>
              <a:spcBef>
                <a:spcPts val="755"/>
              </a:spcBef>
              <a:buFont typeface="Wingdings" panose="05000000000000000000"/>
              <a:buChar char=""/>
              <a:tabLst>
                <a:tab pos="4540885" algn="l"/>
              </a:tabLst>
            </a:pPr>
            <a:endParaRPr lang="en-US" sz="1600" spc="-9" dirty="0">
              <a:latin typeface="Verdana" panose="020B0604030504040204"/>
              <a:cs typeface="Verdana" panose="020B0604030504040204"/>
            </a:endParaRPr>
          </a:p>
          <a:p>
            <a:pPr marL="4541520" marR="35560" lvl="2" indent="-226060">
              <a:lnSpc>
                <a:spcPts val="1950"/>
              </a:lnSpc>
              <a:spcBef>
                <a:spcPts val="755"/>
              </a:spcBef>
              <a:buFont typeface="Wingdings" panose="05000000000000000000"/>
              <a:buChar char=""/>
              <a:tabLst>
                <a:tab pos="4540885" algn="l"/>
              </a:tabLst>
            </a:pPr>
            <a:r>
              <a:rPr lang="en-US" sz="1600" dirty="0"/>
              <a:t>This approach is often ad hoc and unplanned, and testing is performed only by the developer. </a:t>
            </a:r>
            <a:endParaRPr lang="en-US" sz="1600" dirty="0"/>
          </a:p>
          <a:p>
            <a:pPr marL="4541520" marR="35560" lvl="2" indent="-226060">
              <a:lnSpc>
                <a:spcPts val="1950"/>
              </a:lnSpc>
              <a:spcBef>
                <a:spcPts val="755"/>
              </a:spcBef>
              <a:buFont typeface="Wingdings" panose="05000000000000000000"/>
              <a:buChar char=""/>
              <a:tabLst>
                <a:tab pos="4540885" algn="l"/>
              </a:tabLst>
            </a:pPr>
            <a:endParaRPr lang="en-US" sz="1600" dirty="0">
              <a:latin typeface="Verdana" panose="020B0604030504040204"/>
              <a:cs typeface="Verdana" panose="020B0604030504040204"/>
            </a:endParaRPr>
          </a:p>
          <a:p>
            <a:pPr marL="4541520" marR="35560" indent="-226060">
              <a:lnSpc>
                <a:spcPts val="1950"/>
              </a:lnSpc>
              <a:spcBef>
                <a:spcPts val="755"/>
              </a:spcBef>
              <a:buFont typeface="Wingdings" panose="05000000000000000000"/>
              <a:buChar char=""/>
              <a:tabLst>
                <a:tab pos="4540885" algn="l"/>
              </a:tabLst>
            </a:pPr>
            <a:r>
              <a:rPr lang="en-US" sz="1600" dirty="0"/>
              <a:t>It's a reactive, unsystematic process.</a:t>
            </a:r>
            <a:endParaRPr lang="en-US" sz="1600" dirty="0"/>
          </a:p>
          <a:p>
            <a:pPr marL="4541520" marR="35560" indent="-226060">
              <a:lnSpc>
                <a:spcPts val="1950"/>
              </a:lnSpc>
              <a:spcBef>
                <a:spcPts val="755"/>
              </a:spcBef>
              <a:buFont typeface="Wingdings" panose="05000000000000000000"/>
              <a:buChar char=""/>
              <a:tabLst>
                <a:tab pos="4540885" algn="l"/>
              </a:tabLst>
            </a:pPr>
            <a:endParaRPr lang="en-US" sz="1600" spc="-9" dirty="0">
              <a:latin typeface="Verdana" panose="020B0604030504040204"/>
              <a:cs typeface="Verdana" panose="020B0604030504040204"/>
            </a:endParaRPr>
          </a:p>
        </p:txBody>
      </p:sp>
      <p:pic>
        <p:nvPicPr>
          <p:cNvPr id="4" name="object 4"/>
          <p:cNvPicPr/>
          <p:nvPr/>
        </p:nvPicPr>
        <p:blipFill>
          <a:blip r:embed="rId1" cstate="print"/>
          <a:stretch>
            <a:fillRect/>
          </a:stretch>
        </p:blipFill>
        <p:spPr>
          <a:xfrm>
            <a:off x="268941" y="1720473"/>
            <a:ext cx="3908612" cy="313511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5399" y="288427"/>
            <a:ext cx="6552640" cy="626869"/>
          </a:xfrm>
          <a:prstGeom prst="rect">
            <a:avLst/>
          </a:prstGeom>
        </p:spPr>
        <p:txBody>
          <a:bodyPr vert="horz" wrap="square" lIns="0" tIns="11206" rIns="0" bIns="0" rtlCol="0" anchor="b" anchorCtr="0">
            <a:spAutoFit/>
          </a:bodyPr>
          <a:lstStyle/>
          <a:p>
            <a:pPr marL="11430">
              <a:spcBef>
                <a:spcPts val="90"/>
              </a:spcBef>
            </a:pPr>
            <a:r>
              <a:rPr spc="-66" dirty="0">
                <a:solidFill>
                  <a:schemeClr val="tx1"/>
                </a:solidFill>
              </a:rPr>
              <a:t>Levels</a:t>
            </a:r>
            <a:r>
              <a:rPr spc="-212" dirty="0">
                <a:solidFill>
                  <a:schemeClr val="tx1"/>
                </a:solidFill>
              </a:rPr>
              <a:t> </a:t>
            </a:r>
            <a:r>
              <a:rPr dirty="0">
                <a:solidFill>
                  <a:schemeClr val="tx1"/>
                </a:solidFill>
              </a:rPr>
              <a:t>1</a:t>
            </a:r>
            <a:r>
              <a:rPr spc="-397" dirty="0">
                <a:solidFill>
                  <a:schemeClr val="tx1"/>
                </a:solidFill>
              </a:rPr>
              <a:t> </a:t>
            </a:r>
            <a:r>
              <a:rPr sz="2825" dirty="0">
                <a:solidFill>
                  <a:schemeClr val="tx1"/>
                </a:solidFill>
              </a:rPr>
              <a:t>–</a:t>
            </a:r>
            <a:r>
              <a:rPr sz="2825" spc="-124" dirty="0">
                <a:solidFill>
                  <a:schemeClr val="tx1"/>
                </a:solidFill>
              </a:rPr>
              <a:t> </a:t>
            </a:r>
            <a:r>
              <a:rPr spc="-71" dirty="0">
                <a:solidFill>
                  <a:schemeClr val="tx1"/>
                </a:solidFill>
              </a:rPr>
              <a:t>Software</a:t>
            </a:r>
            <a:r>
              <a:rPr spc="-168" dirty="0">
                <a:solidFill>
                  <a:schemeClr val="tx1"/>
                </a:solidFill>
              </a:rPr>
              <a:t> </a:t>
            </a:r>
            <a:r>
              <a:rPr spc="-26" dirty="0">
                <a:solidFill>
                  <a:schemeClr val="tx1"/>
                </a:solidFill>
              </a:rPr>
              <a:t>Works</a:t>
            </a:r>
            <a:endParaRPr sz="2825">
              <a:solidFill>
                <a:schemeClr val="tx1"/>
              </a:solidFill>
            </a:endParaRPr>
          </a:p>
        </p:txBody>
      </p:sp>
      <p:sp>
        <p:nvSpPr>
          <p:cNvPr id="4" name="object 4"/>
          <p:cNvSpPr txBox="1"/>
          <p:nvPr/>
        </p:nvSpPr>
        <p:spPr>
          <a:xfrm>
            <a:off x="558950" y="806824"/>
            <a:ext cx="8138272" cy="6044506"/>
          </a:xfrm>
          <a:prstGeom prst="rect">
            <a:avLst/>
          </a:prstGeom>
        </p:spPr>
        <p:txBody>
          <a:bodyPr vert="horz" wrap="square" lIns="0" tIns="11206" rIns="0" bIns="0" rtlCol="0">
            <a:spAutoFit/>
          </a:bodyPr>
          <a:lstStyle/>
          <a:p>
            <a:pPr marL="279400" indent="-268605">
              <a:spcBef>
                <a:spcPts val="90"/>
              </a:spcBef>
              <a:buClr>
                <a:srgbClr val="FFFFFF"/>
              </a:buClr>
              <a:buSzPct val="83000"/>
              <a:buFont typeface="Wingdings" panose="05000000000000000000"/>
              <a:buChar char=""/>
              <a:tabLst>
                <a:tab pos="279400" algn="l"/>
              </a:tabLst>
            </a:pPr>
            <a:r>
              <a:rPr sz="2030" dirty="0">
                <a:latin typeface="Verdana" panose="020B0604030504040204"/>
                <a:cs typeface="Verdana" panose="020B0604030504040204"/>
              </a:rPr>
              <a:t>Level</a:t>
            </a:r>
            <a:r>
              <a:rPr sz="2030" spc="106" dirty="0">
                <a:latin typeface="Verdana" panose="020B0604030504040204"/>
                <a:cs typeface="Verdana" panose="020B0604030504040204"/>
              </a:rPr>
              <a:t> </a:t>
            </a:r>
            <a:r>
              <a:rPr sz="2030" dirty="0">
                <a:latin typeface="Verdana" panose="020B0604030504040204"/>
                <a:cs typeface="Verdana" panose="020B0604030504040204"/>
              </a:rPr>
              <a:t>1:</a:t>
            </a:r>
            <a:r>
              <a:rPr sz="2030" spc="124" dirty="0">
                <a:latin typeface="Verdana" panose="020B0604030504040204"/>
                <a:cs typeface="Verdana" panose="020B0604030504040204"/>
              </a:rPr>
              <a:t> </a:t>
            </a:r>
            <a:r>
              <a:rPr sz="2030" dirty="0">
                <a:latin typeface="Verdana" panose="020B0604030504040204"/>
                <a:cs typeface="Verdana" panose="020B0604030504040204"/>
              </a:rPr>
              <a:t>To</a:t>
            </a:r>
            <a:r>
              <a:rPr sz="2030" spc="128" dirty="0">
                <a:latin typeface="Verdana" panose="020B0604030504040204"/>
                <a:cs typeface="Verdana" panose="020B0604030504040204"/>
              </a:rPr>
              <a:t> </a:t>
            </a:r>
            <a:r>
              <a:rPr sz="2030" dirty="0">
                <a:latin typeface="Verdana" panose="020B0604030504040204"/>
                <a:cs typeface="Verdana" panose="020B0604030504040204"/>
              </a:rPr>
              <a:t>show</a:t>
            </a:r>
            <a:r>
              <a:rPr sz="2030" spc="137" dirty="0">
                <a:latin typeface="Verdana" panose="020B0604030504040204"/>
                <a:cs typeface="Verdana" panose="020B0604030504040204"/>
              </a:rPr>
              <a:t> </a:t>
            </a:r>
            <a:r>
              <a:rPr sz="2030" dirty="0">
                <a:latin typeface="Verdana" panose="020B0604030504040204"/>
                <a:cs typeface="Verdana" panose="020B0604030504040204"/>
              </a:rPr>
              <a:t>correctness</a:t>
            </a:r>
            <a:r>
              <a:rPr sz="2030" spc="132" dirty="0">
                <a:latin typeface="Verdana" panose="020B0604030504040204"/>
                <a:cs typeface="Verdana" panose="020B0604030504040204"/>
              </a:rPr>
              <a:t> </a:t>
            </a:r>
            <a:r>
              <a:rPr sz="2030" dirty="0">
                <a:latin typeface="Verdana" panose="020B0604030504040204"/>
                <a:cs typeface="Verdana" panose="020B0604030504040204"/>
              </a:rPr>
              <a:t>(developer-biased</a:t>
            </a:r>
            <a:r>
              <a:rPr sz="2030" spc="132" dirty="0">
                <a:latin typeface="Verdana" panose="020B0604030504040204"/>
                <a:cs typeface="Verdana" panose="020B0604030504040204"/>
              </a:rPr>
              <a:t> </a:t>
            </a:r>
            <a:r>
              <a:rPr sz="2030" spc="-9" dirty="0">
                <a:latin typeface="Verdana" panose="020B0604030504040204"/>
                <a:cs typeface="Verdana" panose="020B0604030504040204"/>
              </a:rPr>
              <a:t>view)</a:t>
            </a:r>
            <a:endParaRPr sz="2030" dirty="0">
              <a:latin typeface="Verdana" panose="020B0604030504040204"/>
              <a:cs typeface="Verdana" panose="020B0604030504040204"/>
            </a:endParaRPr>
          </a:p>
          <a:p>
            <a:pPr>
              <a:spcBef>
                <a:spcPts val="105"/>
              </a:spcBef>
              <a:buClr>
                <a:srgbClr val="FFFFFF"/>
              </a:buClr>
              <a:buFont typeface="Wingdings" panose="05000000000000000000"/>
              <a:buChar char=""/>
            </a:pPr>
            <a:endParaRPr sz="2030" dirty="0">
              <a:latin typeface="Verdana" panose="020B0604030504040204"/>
              <a:cs typeface="Verdana" panose="020B0604030504040204"/>
            </a:endParaRPr>
          </a:p>
          <a:p>
            <a:pPr marL="4230370" marR="704215" lvl="1" indent="-269240">
              <a:lnSpc>
                <a:spcPct val="104000"/>
              </a:lnSpc>
              <a:buFont typeface="Wingdings" panose="05000000000000000000"/>
              <a:buChar char=""/>
              <a:tabLst>
                <a:tab pos="4230370" algn="l"/>
              </a:tabLst>
            </a:pPr>
            <a:r>
              <a:rPr lang="en-US" sz="1765" dirty="0">
                <a:latin typeface="Verdana" panose="020B0604030504040204"/>
                <a:cs typeface="Verdana" panose="020B0604030504040204"/>
              </a:rPr>
              <a:t>Organizations at this level focus on "happy path" testing, where test cases are designed to show that the software meets its specified requirements. </a:t>
            </a:r>
            <a:endParaRPr lang="en-US" sz="1765" dirty="0">
              <a:latin typeface="Verdana" panose="020B0604030504040204"/>
              <a:cs typeface="Verdana" panose="020B0604030504040204"/>
            </a:endParaRPr>
          </a:p>
          <a:p>
            <a:pPr marL="4230370" marR="12065" lvl="1" indent="-269240">
              <a:lnSpc>
                <a:spcPct val="105000"/>
              </a:lnSpc>
              <a:spcBef>
                <a:spcPts val="1820"/>
              </a:spcBef>
              <a:buFont typeface="Wingdings" panose="05000000000000000000"/>
              <a:buChar char=""/>
              <a:tabLst>
                <a:tab pos="4230370" algn="l"/>
              </a:tabLst>
            </a:pPr>
            <a:r>
              <a:rPr lang="en-US" sz="1765" dirty="0"/>
              <a:t>The mindset is to prove correctness, not to find defects. </a:t>
            </a:r>
            <a:endParaRPr lang="en-US" sz="1765" dirty="0"/>
          </a:p>
          <a:p>
            <a:pPr marL="4230370" marR="12065" lvl="1" indent="-269240">
              <a:lnSpc>
                <a:spcPct val="105000"/>
              </a:lnSpc>
              <a:spcBef>
                <a:spcPts val="1820"/>
              </a:spcBef>
              <a:buFont typeface="Wingdings" panose="05000000000000000000"/>
              <a:buChar char=""/>
              <a:tabLst>
                <a:tab pos="4230370" algn="l"/>
              </a:tabLst>
            </a:pPr>
            <a:r>
              <a:rPr sz="1765" dirty="0">
                <a:latin typeface="Verdana" panose="020B0604030504040204"/>
                <a:cs typeface="Verdana" panose="020B0604030504040204"/>
              </a:rPr>
              <a:t>No</a:t>
            </a:r>
            <a:r>
              <a:rPr sz="1765" spc="84" dirty="0">
                <a:latin typeface="Verdana" panose="020B0604030504040204"/>
                <a:cs typeface="Verdana" panose="020B0604030504040204"/>
              </a:rPr>
              <a:t> </a:t>
            </a:r>
            <a:r>
              <a:rPr sz="1765" dirty="0">
                <a:latin typeface="Verdana" panose="020B0604030504040204"/>
                <a:cs typeface="Verdana" panose="020B0604030504040204"/>
              </a:rPr>
              <a:t>strict</a:t>
            </a:r>
            <a:r>
              <a:rPr sz="1765" spc="88" dirty="0">
                <a:latin typeface="Verdana" panose="020B0604030504040204"/>
                <a:cs typeface="Verdana" panose="020B0604030504040204"/>
              </a:rPr>
              <a:t> </a:t>
            </a:r>
            <a:r>
              <a:rPr sz="1765" dirty="0">
                <a:latin typeface="Verdana" panose="020B0604030504040204"/>
                <a:cs typeface="Verdana" panose="020B0604030504040204"/>
              </a:rPr>
              <a:t>goal,</a:t>
            </a:r>
            <a:r>
              <a:rPr sz="1765" spc="79" dirty="0">
                <a:latin typeface="Verdana" panose="020B0604030504040204"/>
                <a:cs typeface="Verdana" panose="020B0604030504040204"/>
              </a:rPr>
              <a:t> </a:t>
            </a:r>
            <a:r>
              <a:rPr sz="1765" dirty="0">
                <a:latin typeface="Verdana" panose="020B0604030504040204"/>
                <a:cs typeface="Verdana" panose="020B0604030504040204"/>
              </a:rPr>
              <a:t>no</a:t>
            </a:r>
            <a:r>
              <a:rPr sz="1765" spc="84" dirty="0">
                <a:latin typeface="Verdana" panose="020B0604030504040204"/>
                <a:cs typeface="Verdana" panose="020B0604030504040204"/>
              </a:rPr>
              <a:t> </a:t>
            </a:r>
            <a:r>
              <a:rPr sz="1765" dirty="0">
                <a:latin typeface="Verdana" panose="020B0604030504040204"/>
                <a:cs typeface="Verdana" panose="020B0604030504040204"/>
              </a:rPr>
              <a:t>stopping</a:t>
            </a:r>
            <a:r>
              <a:rPr sz="1765" spc="93" dirty="0">
                <a:latin typeface="Verdana" panose="020B0604030504040204"/>
                <a:cs typeface="Verdana" panose="020B0604030504040204"/>
              </a:rPr>
              <a:t> </a:t>
            </a:r>
            <a:r>
              <a:rPr sz="1765" dirty="0">
                <a:latin typeface="Verdana" panose="020B0604030504040204"/>
                <a:cs typeface="Verdana" panose="020B0604030504040204"/>
              </a:rPr>
              <a:t>rule</a:t>
            </a:r>
            <a:r>
              <a:rPr sz="1765" spc="97" dirty="0">
                <a:latin typeface="Verdana" panose="020B0604030504040204"/>
                <a:cs typeface="Verdana" panose="020B0604030504040204"/>
              </a:rPr>
              <a:t> </a:t>
            </a:r>
            <a:r>
              <a:rPr sz="1765" spc="-22" dirty="0">
                <a:latin typeface="Verdana" panose="020B0604030504040204"/>
                <a:cs typeface="Verdana" panose="020B0604030504040204"/>
              </a:rPr>
              <a:t>or </a:t>
            </a:r>
            <a:r>
              <a:rPr sz="1765" dirty="0">
                <a:latin typeface="Verdana" panose="020B0604030504040204"/>
                <a:cs typeface="Verdana" panose="020B0604030504040204"/>
              </a:rPr>
              <a:t>formal</a:t>
            </a:r>
            <a:r>
              <a:rPr sz="1765" spc="97" dirty="0">
                <a:latin typeface="Verdana" panose="020B0604030504040204"/>
                <a:cs typeface="Verdana" panose="020B0604030504040204"/>
              </a:rPr>
              <a:t> </a:t>
            </a:r>
            <a:r>
              <a:rPr sz="1765" dirty="0">
                <a:latin typeface="Verdana" panose="020B0604030504040204"/>
                <a:cs typeface="Verdana" panose="020B0604030504040204"/>
              </a:rPr>
              <a:t>test</a:t>
            </a:r>
            <a:r>
              <a:rPr sz="1765" spc="97" dirty="0">
                <a:latin typeface="Verdana" panose="020B0604030504040204"/>
                <a:cs typeface="Verdana" panose="020B0604030504040204"/>
              </a:rPr>
              <a:t> </a:t>
            </a:r>
            <a:r>
              <a:rPr sz="1765" spc="-9" dirty="0">
                <a:latin typeface="Verdana" panose="020B0604030504040204"/>
                <a:cs typeface="Verdana" panose="020B0604030504040204"/>
              </a:rPr>
              <a:t>technique</a:t>
            </a:r>
            <a:endParaRPr sz="1765" dirty="0">
              <a:latin typeface="Verdana" panose="020B0604030504040204"/>
              <a:cs typeface="Verdana" panose="020B0604030504040204"/>
            </a:endParaRPr>
          </a:p>
          <a:p>
            <a:pPr marL="4230370" marR="630555" lvl="1" indent="-269240">
              <a:lnSpc>
                <a:spcPct val="102000"/>
              </a:lnSpc>
              <a:spcBef>
                <a:spcPts val="1710"/>
              </a:spcBef>
              <a:buFont typeface="Wingdings" panose="05000000000000000000"/>
              <a:buChar char=""/>
              <a:tabLst>
                <a:tab pos="4230370" algn="l"/>
              </a:tabLst>
            </a:pPr>
            <a:r>
              <a:rPr sz="1765" dirty="0">
                <a:latin typeface="Verdana" panose="020B0604030504040204"/>
                <a:cs typeface="Verdana" panose="020B0604030504040204"/>
              </a:rPr>
              <a:t>No</a:t>
            </a:r>
            <a:r>
              <a:rPr sz="1765" spc="88" dirty="0">
                <a:latin typeface="Verdana" panose="020B0604030504040204"/>
                <a:cs typeface="Verdana" panose="020B0604030504040204"/>
              </a:rPr>
              <a:t> </a:t>
            </a:r>
            <a:r>
              <a:rPr sz="1765" dirty="0">
                <a:latin typeface="Verdana" panose="020B0604030504040204"/>
                <a:cs typeface="Verdana" panose="020B0604030504040204"/>
              </a:rPr>
              <a:t>quantitatively</a:t>
            </a:r>
            <a:r>
              <a:rPr sz="1765" spc="97" dirty="0">
                <a:latin typeface="Verdana" panose="020B0604030504040204"/>
                <a:cs typeface="Verdana" panose="020B0604030504040204"/>
              </a:rPr>
              <a:t> </a:t>
            </a:r>
            <a:r>
              <a:rPr sz="1765" dirty="0">
                <a:latin typeface="Verdana" panose="020B0604030504040204"/>
                <a:cs typeface="Verdana" panose="020B0604030504040204"/>
              </a:rPr>
              <a:t>way</a:t>
            </a:r>
            <a:r>
              <a:rPr sz="1765" spc="97" dirty="0">
                <a:latin typeface="Verdana" panose="020B0604030504040204"/>
                <a:cs typeface="Verdana" panose="020B0604030504040204"/>
              </a:rPr>
              <a:t> </a:t>
            </a:r>
            <a:r>
              <a:rPr sz="1765" spc="-22" dirty="0">
                <a:latin typeface="Verdana" panose="020B0604030504040204"/>
                <a:cs typeface="Verdana" panose="020B0604030504040204"/>
              </a:rPr>
              <a:t>to </a:t>
            </a:r>
            <a:r>
              <a:rPr sz="1765" dirty="0">
                <a:latin typeface="Verdana" panose="020B0604030504040204"/>
                <a:cs typeface="Verdana" panose="020B0604030504040204"/>
              </a:rPr>
              <a:t>evaluate;</a:t>
            </a:r>
            <a:r>
              <a:rPr sz="1765" spc="128" dirty="0">
                <a:latin typeface="Verdana" panose="020B0604030504040204"/>
                <a:cs typeface="Verdana" panose="020B0604030504040204"/>
              </a:rPr>
              <a:t> </a:t>
            </a:r>
            <a:r>
              <a:rPr sz="1765" dirty="0">
                <a:latin typeface="Verdana" panose="020B0604030504040204"/>
                <a:cs typeface="Verdana" panose="020B0604030504040204"/>
              </a:rPr>
              <a:t>test</a:t>
            </a:r>
            <a:r>
              <a:rPr sz="1765" spc="132" dirty="0">
                <a:latin typeface="Verdana" panose="020B0604030504040204"/>
                <a:cs typeface="Verdana" panose="020B0604030504040204"/>
              </a:rPr>
              <a:t> </a:t>
            </a:r>
            <a:r>
              <a:rPr sz="1765" dirty="0">
                <a:latin typeface="Verdana" panose="020B0604030504040204"/>
                <a:cs typeface="Verdana" panose="020B0604030504040204"/>
              </a:rPr>
              <a:t>managers</a:t>
            </a:r>
            <a:r>
              <a:rPr sz="1765" spc="132" dirty="0">
                <a:latin typeface="Verdana" panose="020B0604030504040204"/>
                <a:cs typeface="Verdana" panose="020B0604030504040204"/>
              </a:rPr>
              <a:t> </a:t>
            </a:r>
            <a:r>
              <a:rPr sz="1765" spc="-22" dirty="0">
                <a:latin typeface="Verdana" panose="020B0604030504040204"/>
                <a:cs typeface="Verdana" panose="020B0604030504040204"/>
              </a:rPr>
              <a:t>are </a:t>
            </a:r>
            <a:r>
              <a:rPr sz="1765" spc="-9" dirty="0">
                <a:latin typeface="Verdana" panose="020B0604030504040204"/>
                <a:cs typeface="Verdana" panose="020B0604030504040204"/>
              </a:rPr>
              <a:t>powerless</a:t>
            </a:r>
            <a:endParaRPr lang="en-US" sz="1765" spc="-9" dirty="0">
              <a:latin typeface="Verdana" panose="020B0604030504040204"/>
              <a:cs typeface="Verdana" panose="020B0604030504040204"/>
            </a:endParaRPr>
          </a:p>
          <a:p>
            <a:pPr marL="4230370" marR="630555" lvl="1" indent="-269240">
              <a:lnSpc>
                <a:spcPct val="102000"/>
              </a:lnSpc>
              <a:spcBef>
                <a:spcPts val="1710"/>
              </a:spcBef>
              <a:buFont typeface="Wingdings" panose="05000000000000000000"/>
              <a:buChar char=""/>
              <a:tabLst>
                <a:tab pos="4230370" algn="l"/>
              </a:tabLst>
            </a:pPr>
            <a:r>
              <a:rPr lang="en-US" sz="1765" dirty="0"/>
              <a:t>This can create a false sense of security and often misses edge cases and potential failures.</a:t>
            </a:r>
            <a:endParaRPr lang="en-US" sz="1765" dirty="0"/>
          </a:p>
        </p:txBody>
      </p:sp>
      <p:pic>
        <p:nvPicPr>
          <p:cNvPr id="5" name="object 5"/>
          <p:cNvPicPr/>
          <p:nvPr/>
        </p:nvPicPr>
        <p:blipFill>
          <a:blip r:embed="rId1" cstate="print"/>
          <a:stretch>
            <a:fillRect/>
          </a:stretch>
        </p:blipFill>
        <p:spPr>
          <a:xfrm>
            <a:off x="454269" y="1922929"/>
            <a:ext cx="3902571" cy="3270011"/>
          </a:xfrm>
          <a:prstGeom prst="rect">
            <a:avLst/>
          </a:prstGeom>
        </p:spPr>
      </p:pic>
      <p:sp>
        <p:nvSpPr>
          <p:cNvPr id="8" name="object 8"/>
          <p:cNvSpPr txBox="1"/>
          <p:nvPr/>
        </p:nvSpPr>
        <p:spPr>
          <a:xfrm>
            <a:off x="8582955" y="6458196"/>
            <a:ext cx="154081" cy="143757"/>
          </a:xfrm>
          <a:prstGeom prst="rect">
            <a:avLst/>
          </a:prstGeom>
        </p:spPr>
        <p:txBody>
          <a:bodyPr vert="horz" wrap="square" lIns="0" tIns="0" rIns="0" bIns="0" rtlCol="0">
            <a:spAutoFit/>
          </a:bodyPr>
          <a:lstStyle/>
          <a:p>
            <a:pPr marL="11430">
              <a:lnSpc>
                <a:spcPts val="1160"/>
              </a:lnSpc>
            </a:pPr>
            <a:r>
              <a:rPr sz="970" spc="-22" dirty="0">
                <a:latin typeface="Arial" panose="020B0604020202020204"/>
                <a:cs typeface="Arial" panose="020B0604020202020204"/>
              </a:rPr>
              <a:t>11</a:t>
            </a:r>
            <a:endParaRPr sz="970">
              <a:latin typeface="Arial" panose="020B0604020202020204"/>
              <a:cs typeface="Arial" panose="020B0604020202020204"/>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68941" y="2783540"/>
            <a:ext cx="8606118" cy="3872753"/>
            <a:chOff x="152400" y="3154679"/>
            <a:chExt cx="9753600" cy="4389120"/>
          </a:xfrm>
        </p:grpSpPr>
        <p:sp>
          <p:nvSpPr>
            <p:cNvPr id="3" name="object 3"/>
            <p:cNvSpPr/>
            <p:nvPr/>
          </p:nvSpPr>
          <p:spPr>
            <a:xfrm>
              <a:off x="610819" y="3154679"/>
              <a:ext cx="8840470" cy="4064000"/>
            </a:xfrm>
            <a:custGeom>
              <a:avLst/>
              <a:gdLst/>
              <a:ahLst/>
              <a:cxnLst/>
              <a:rect l="l" t="t" r="r" b="b"/>
              <a:pathLst>
                <a:path w="8840470" h="4064000">
                  <a:moveTo>
                    <a:pt x="8840012" y="0"/>
                  </a:moveTo>
                  <a:lnTo>
                    <a:pt x="0" y="0"/>
                  </a:lnTo>
                  <a:lnTo>
                    <a:pt x="0" y="4064000"/>
                  </a:lnTo>
                  <a:lnTo>
                    <a:pt x="8840012" y="4064000"/>
                  </a:lnTo>
                  <a:lnTo>
                    <a:pt x="8840012" y="0"/>
                  </a:lnTo>
                  <a:close/>
                </a:path>
              </a:pathLst>
            </a:custGeom>
            <a:solidFill>
              <a:srgbClr val="FFFFFF"/>
            </a:solidFill>
          </p:spPr>
          <p:txBody>
            <a:bodyPr wrap="square" lIns="0" tIns="0" rIns="0" bIns="0" rtlCol="0"/>
            <a:lstStyle/>
            <a:p>
              <a:endParaRPr sz="1590"/>
            </a:p>
          </p:txBody>
        </p:sp>
        <p:pic>
          <p:nvPicPr>
            <p:cNvPr id="4" name="object 4"/>
            <p:cNvPicPr/>
            <p:nvPr/>
          </p:nvPicPr>
          <p:blipFill>
            <a:blip r:embed="rId1" cstate="print"/>
            <a:stretch>
              <a:fillRect/>
            </a:stretch>
          </p:blipFill>
          <p:spPr>
            <a:xfrm>
              <a:off x="894326" y="4621923"/>
              <a:ext cx="1699242" cy="1706930"/>
            </a:xfrm>
            <a:prstGeom prst="rect">
              <a:avLst/>
            </a:prstGeom>
          </p:spPr>
        </p:pic>
        <p:pic>
          <p:nvPicPr>
            <p:cNvPr id="5" name="object 5"/>
            <p:cNvPicPr/>
            <p:nvPr/>
          </p:nvPicPr>
          <p:blipFill>
            <a:blip r:embed="rId2" cstate="print"/>
            <a:stretch>
              <a:fillRect/>
            </a:stretch>
          </p:blipFill>
          <p:spPr>
            <a:xfrm>
              <a:off x="7605166" y="4621923"/>
              <a:ext cx="1699247" cy="1706930"/>
            </a:xfrm>
            <a:prstGeom prst="rect">
              <a:avLst/>
            </a:prstGeom>
          </p:spPr>
        </p:pic>
        <p:pic>
          <p:nvPicPr>
            <p:cNvPr id="6" name="object 6"/>
            <p:cNvPicPr/>
            <p:nvPr/>
          </p:nvPicPr>
          <p:blipFill>
            <a:blip r:embed="rId3" cstate="print"/>
            <a:stretch>
              <a:fillRect/>
            </a:stretch>
          </p:blipFill>
          <p:spPr>
            <a:xfrm>
              <a:off x="2475039" y="3174037"/>
              <a:ext cx="5111572" cy="4031741"/>
            </a:xfrm>
            <a:prstGeom prst="rect">
              <a:avLst/>
            </a:prstGeom>
          </p:spPr>
        </p:pic>
      </p:grpSp>
      <p:sp>
        <p:nvSpPr>
          <p:cNvPr id="7" name="object 7"/>
          <p:cNvSpPr txBox="1">
            <a:spLocks noGrp="1"/>
          </p:cNvSpPr>
          <p:nvPr>
            <p:ph type="title"/>
          </p:nvPr>
        </p:nvSpPr>
        <p:spPr>
          <a:xfrm>
            <a:off x="402663" y="288427"/>
            <a:ext cx="8347262" cy="626869"/>
          </a:xfrm>
          <a:prstGeom prst="rect">
            <a:avLst/>
          </a:prstGeom>
        </p:spPr>
        <p:txBody>
          <a:bodyPr vert="horz" wrap="square" lIns="0" tIns="11206" rIns="0" bIns="0" rtlCol="0" anchor="b" anchorCtr="0">
            <a:spAutoFit/>
          </a:bodyPr>
          <a:lstStyle/>
          <a:p>
            <a:pPr marL="11430">
              <a:spcBef>
                <a:spcPts val="90"/>
              </a:spcBef>
            </a:pPr>
            <a:r>
              <a:rPr spc="-66" dirty="0">
                <a:solidFill>
                  <a:schemeClr val="tx1"/>
                </a:solidFill>
              </a:rPr>
              <a:t>Levels</a:t>
            </a:r>
            <a:r>
              <a:rPr spc="-221" dirty="0">
                <a:solidFill>
                  <a:schemeClr val="tx1"/>
                </a:solidFill>
              </a:rPr>
              <a:t> </a:t>
            </a:r>
            <a:r>
              <a:rPr dirty="0">
                <a:solidFill>
                  <a:schemeClr val="tx1"/>
                </a:solidFill>
              </a:rPr>
              <a:t>2</a:t>
            </a:r>
            <a:r>
              <a:rPr spc="-397" dirty="0">
                <a:solidFill>
                  <a:schemeClr val="tx1"/>
                </a:solidFill>
              </a:rPr>
              <a:t> </a:t>
            </a:r>
            <a:r>
              <a:rPr sz="2825" dirty="0">
                <a:solidFill>
                  <a:schemeClr val="tx1"/>
                </a:solidFill>
              </a:rPr>
              <a:t>–</a:t>
            </a:r>
            <a:r>
              <a:rPr sz="2825" spc="-128" dirty="0">
                <a:solidFill>
                  <a:schemeClr val="tx1"/>
                </a:solidFill>
              </a:rPr>
              <a:t> </a:t>
            </a:r>
            <a:r>
              <a:rPr spc="-71" dirty="0">
                <a:solidFill>
                  <a:schemeClr val="tx1"/>
                </a:solidFill>
              </a:rPr>
              <a:t>Software</a:t>
            </a:r>
            <a:r>
              <a:rPr spc="-180" dirty="0">
                <a:solidFill>
                  <a:schemeClr val="tx1"/>
                </a:solidFill>
              </a:rPr>
              <a:t> </a:t>
            </a:r>
            <a:r>
              <a:rPr spc="-71" dirty="0">
                <a:solidFill>
                  <a:schemeClr val="tx1"/>
                </a:solidFill>
              </a:rPr>
              <a:t>Doesn’t</a:t>
            </a:r>
            <a:r>
              <a:rPr spc="-176" dirty="0">
                <a:solidFill>
                  <a:schemeClr val="tx1"/>
                </a:solidFill>
              </a:rPr>
              <a:t> </a:t>
            </a:r>
            <a:r>
              <a:rPr spc="-18" dirty="0">
                <a:solidFill>
                  <a:schemeClr val="tx1"/>
                </a:solidFill>
              </a:rPr>
              <a:t>Work</a:t>
            </a:r>
            <a:endParaRPr sz="2825">
              <a:solidFill>
                <a:schemeClr val="tx1"/>
              </a:solidFill>
            </a:endParaRPr>
          </a:p>
        </p:txBody>
      </p:sp>
      <p:sp>
        <p:nvSpPr>
          <p:cNvPr id="9" name="object 9"/>
          <p:cNvSpPr txBox="1">
            <a:spLocks noGrp="1"/>
          </p:cNvSpPr>
          <p:nvPr>
            <p:ph idx="1"/>
          </p:nvPr>
        </p:nvSpPr>
        <p:spPr>
          <a:xfrm>
            <a:off x="652182" y="-1905441"/>
            <a:ext cx="6362077" cy="9400009"/>
          </a:xfrm>
          <a:prstGeom prst="rect">
            <a:avLst/>
          </a:prstGeom>
        </p:spPr>
        <p:txBody>
          <a:bodyPr vert="horz" wrap="square" lIns="0" tIns="0" rIns="0" bIns="0" rtlCol="0">
            <a:spAutoFit/>
          </a:bodyPr>
          <a:lstStyle/>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endParaRPr dirty="0"/>
          </a:p>
          <a:p>
            <a:pPr marL="2540">
              <a:spcBef>
                <a:spcPts val="130"/>
              </a:spcBef>
            </a:pPr>
            <a:endParaRPr dirty="0"/>
          </a:p>
        </p:txBody>
      </p:sp>
      <p:sp>
        <p:nvSpPr>
          <p:cNvPr id="12" name="object 12"/>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solidFill>
                  <a:schemeClr val="tx1"/>
                </a:solidFill>
              </a:rPr>
            </a:fld>
            <a:endParaRPr spc="-22" dirty="0">
              <a:solidFill>
                <a:schemeClr val="tx1"/>
              </a:solidFill>
            </a:endParaRPr>
          </a:p>
        </p:txBody>
      </p:sp>
      <p:sp>
        <p:nvSpPr>
          <p:cNvPr id="8" name="object 8"/>
          <p:cNvSpPr txBox="1"/>
          <p:nvPr/>
        </p:nvSpPr>
        <p:spPr>
          <a:xfrm>
            <a:off x="558949" y="1023792"/>
            <a:ext cx="8063753" cy="1584356"/>
          </a:xfrm>
          <a:prstGeom prst="rect">
            <a:avLst/>
          </a:prstGeom>
        </p:spPr>
        <p:txBody>
          <a:bodyPr vert="horz" wrap="square" lIns="0" tIns="151840" rIns="0" bIns="0" rtlCol="0">
            <a:spAutoFit/>
          </a:bodyPr>
          <a:lstStyle/>
          <a:p>
            <a:pPr marL="279400" indent="-268605">
              <a:spcBef>
                <a:spcPts val="1195"/>
              </a:spcBef>
              <a:buClr>
                <a:srgbClr val="FFFFFF"/>
              </a:buClr>
              <a:buSzPct val="83000"/>
              <a:buFont typeface="Wingdings" panose="05000000000000000000"/>
              <a:buChar char=""/>
              <a:tabLst>
                <a:tab pos="279400" algn="l"/>
              </a:tabLst>
            </a:pPr>
            <a:r>
              <a:rPr sz="2030" dirty="0">
                <a:latin typeface="Verdana" panose="020B0604030504040204"/>
                <a:cs typeface="Verdana" panose="020B0604030504040204"/>
              </a:rPr>
              <a:t>Level</a:t>
            </a:r>
            <a:r>
              <a:rPr sz="2030" spc="84" dirty="0">
                <a:latin typeface="Verdana" panose="020B0604030504040204"/>
                <a:cs typeface="Verdana" panose="020B0604030504040204"/>
              </a:rPr>
              <a:t> </a:t>
            </a:r>
            <a:r>
              <a:rPr sz="2030" dirty="0">
                <a:latin typeface="Verdana" panose="020B0604030504040204"/>
                <a:cs typeface="Verdana" panose="020B0604030504040204"/>
              </a:rPr>
              <a:t>2:</a:t>
            </a:r>
            <a:r>
              <a:rPr sz="2030" spc="97" dirty="0">
                <a:latin typeface="Verdana" panose="020B0604030504040204"/>
                <a:cs typeface="Verdana" panose="020B0604030504040204"/>
              </a:rPr>
              <a:t> </a:t>
            </a:r>
            <a:r>
              <a:rPr sz="2030" dirty="0">
                <a:latin typeface="Verdana" panose="020B0604030504040204"/>
                <a:cs typeface="Verdana" panose="020B0604030504040204"/>
              </a:rPr>
              <a:t>To</a:t>
            </a:r>
            <a:r>
              <a:rPr sz="2030" spc="106" dirty="0">
                <a:latin typeface="Verdana" panose="020B0604030504040204"/>
                <a:cs typeface="Verdana" panose="020B0604030504040204"/>
              </a:rPr>
              <a:t> </a:t>
            </a:r>
            <a:r>
              <a:rPr sz="2030" dirty="0">
                <a:latin typeface="Verdana" panose="020B0604030504040204"/>
                <a:cs typeface="Verdana" panose="020B0604030504040204"/>
              </a:rPr>
              <a:t>show</a:t>
            </a:r>
            <a:r>
              <a:rPr sz="2030" spc="119" dirty="0">
                <a:latin typeface="Verdana" panose="020B0604030504040204"/>
                <a:cs typeface="Verdana" panose="020B0604030504040204"/>
              </a:rPr>
              <a:t> </a:t>
            </a:r>
            <a:r>
              <a:rPr sz="2030" dirty="0">
                <a:latin typeface="Verdana" panose="020B0604030504040204"/>
                <a:cs typeface="Verdana" panose="020B0604030504040204"/>
              </a:rPr>
              <a:t>failure</a:t>
            </a:r>
            <a:r>
              <a:rPr sz="2030" spc="110" dirty="0">
                <a:latin typeface="Verdana" panose="020B0604030504040204"/>
                <a:cs typeface="Verdana" panose="020B0604030504040204"/>
              </a:rPr>
              <a:t> </a:t>
            </a:r>
            <a:r>
              <a:rPr sz="2030" dirty="0">
                <a:latin typeface="Verdana" panose="020B0604030504040204"/>
                <a:cs typeface="Verdana" panose="020B0604030504040204"/>
              </a:rPr>
              <a:t>(tester-biased</a:t>
            </a:r>
            <a:r>
              <a:rPr sz="2030" spc="110" dirty="0">
                <a:latin typeface="Verdana" panose="020B0604030504040204"/>
                <a:cs typeface="Verdana" panose="020B0604030504040204"/>
              </a:rPr>
              <a:t> </a:t>
            </a:r>
            <a:r>
              <a:rPr sz="2030" spc="-9" dirty="0">
                <a:latin typeface="Verdana" panose="020B0604030504040204"/>
                <a:cs typeface="Verdana" panose="020B0604030504040204"/>
              </a:rPr>
              <a:t>view)</a:t>
            </a:r>
            <a:endParaRPr sz="2030" dirty="0">
              <a:latin typeface="Verdana" panose="020B0604030504040204"/>
              <a:cs typeface="Verdana" panose="020B0604030504040204"/>
            </a:endParaRPr>
          </a:p>
          <a:p>
            <a:pPr marL="782320" marR="4445" lvl="1" indent="-269240">
              <a:lnSpc>
                <a:spcPct val="104000"/>
              </a:lnSpc>
              <a:spcBef>
                <a:spcPts val="875"/>
              </a:spcBef>
              <a:buSzPct val="80000"/>
              <a:buFont typeface="Wingdings" panose="05000000000000000000"/>
              <a:buChar char=""/>
              <a:tabLst>
                <a:tab pos="781685" algn="l"/>
              </a:tabLst>
            </a:pPr>
            <a:r>
              <a:rPr sz="1765" dirty="0">
                <a:latin typeface="Verdana" panose="020B0604030504040204"/>
                <a:cs typeface="Verdana" panose="020B0604030504040204"/>
              </a:rPr>
              <a:t>A</a:t>
            </a:r>
            <a:r>
              <a:rPr sz="1765" spc="44" dirty="0">
                <a:latin typeface="Verdana" panose="020B0604030504040204"/>
                <a:cs typeface="Verdana" panose="020B0604030504040204"/>
              </a:rPr>
              <a:t> </a:t>
            </a:r>
            <a:r>
              <a:rPr sz="1765" dirty="0">
                <a:latin typeface="Verdana" panose="020B0604030504040204"/>
                <a:cs typeface="Verdana" panose="020B0604030504040204"/>
              </a:rPr>
              <a:t>negative</a:t>
            </a:r>
            <a:r>
              <a:rPr sz="1765" spc="49" dirty="0">
                <a:latin typeface="Verdana" panose="020B0604030504040204"/>
                <a:cs typeface="Verdana" panose="020B0604030504040204"/>
              </a:rPr>
              <a:t> </a:t>
            </a:r>
            <a:r>
              <a:rPr sz="1765" dirty="0">
                <a:latin typeface="Verdana" panose="020B0604030504040204"/>
                <a:cs typeface="Verdana" panose="020B0604030504040204"/>
              </a:rPr>
              <a:t>view</a:t>
            </a:r>
            <a:r>
              <a:rPr sz="1765" spc="44" dirty="0">
                <a:latin typeface="Verdana" panose="020B0604030504040204"/>
                <a:cs typeface="Verdana" panose="020B0604030504040204"/>
              </a:rPr>
              <a:t> </a:t>
            </a:r>
            <a:r>
              <a:rPr sz="1765" dirty="0">
                <a:latin typeface="Verdana" panose="020B0604030504040204"/>
                <a:cs typeface="Verdana" panose="020B0604030504040204"/>
              </a:rPr>
              <a:t>puts</a:t>
            </a:r>
            <a:r>
              <a:rPr sz="1765" spc="40" dirty="0">
                <a:latin typeface="Verdana" panose="020B0604030504040204"/>
                <a:cs typeface="Verdana" panose="020B0604030504040204"/>
              </a:rPr>
              <a:t> </a:t>
            </a:r>
            <a:r>
              <a:rPr sz="1765" dirty="0">
                <a:latin typeface="Verdana" panose="020B0604030504040204"/>
                <a:cs typeface="Verdana" panose="020B0604030504040204"/>
              </a:rPr>
              <a:t>testers</a:t>
            </a:r>
            <a:r>
              <a:rPr sz="1765" spc="40" dirty="0">
                <a:latin typeface="Verdana" panose="020B0604030504040204"/>
                <a:cs typeface="Verdana" panose="020B0604030504040204"/>
              </a:rPr>
              <a:t> </a:t>
            </a:r>
            <a:r>
              <a:rPr sz="1765" dirty="0">
                <a:latin typeface="Verdana" panose="020B0604030504040204"/>
                <a:cs typeface="Verdana" panose="020B0604030504040204"/>
              </a:rPr>
              <a:t>and</a:t>
            </a:r>
            <a:r>
              <a:rPr sz="1765" spc="49" dirty="0">
                <a:latin typeface="Verdana" panose="020B0604030504040204"/>
                <a:cs typeface="Verdana" panose="020B0604030504040204"/>
              </a:rPr>
              <a:t> </a:t>
            </a:r>
            <a:r>
              <a:rPr sz="1765" dirty="0">
                <a:latin typeface="Verdana" panose="020B0604030504040204"/>
                <a:cs typeface="Verdana" panose="020B0604030504040204"/>
              </a:rPr>
              <a:t>developers</a:t>
            </a:r>
            <a:r>
              <a:rPr sz="1765" spc="35" dirty="0">
                <a:latin typeface="Verdana" panose="020B0604030504040204"/>
                <a:cs typeface="Verdana" panose="020B0604030504040204"/>
              </a:rPr>
              <a:t> </a:t>
            </a:r>
            <a:r>
              <a:rPr sz="1765" dirty="0">
                <a:latin typeface="Verdana" panose="020B0604030504040204"/>
                <a:cs typeface="Verdana" panose="020B0604030504040204"/>
              </a:rPr>
              <a:t>into</a:t>
            </a:r>
            <a:r>
              <a:rPr sz="1765" spc="44" dirty="0">
                <a:latin typeface="Verdana" panose="020B0604030504040204"/>
                <a:cs typeface="Verdana" panose="020B0604030504040204"/>
              </a:rPr>
              <a:t> </a:t>
            </a:r>
            <a:r>
              <a:rPr sz="1765" dirty="0">
                <a:latin typeface="Verdana" panose="020B0604030504040204"/>
                <a:cs typeface="Verdana" panose="020B0604030504040204"/>
              </a:rPr>
              <a:t>an</a:t>
            </a:r>
            <a:r>
              <a:rPr sz="1765" spc="44" dirty="0">
                <a:latin typeface="Verdana" panose="020B0604030504040204"/>
                <a:cs typeface="Verdana" panose="020B0604030504040204"/>
              </a:rPr>
              <a:t> </a:t>
            </a:r>
            <a:r>
              <a:rPr sz="1765" spc="-9" dirty="0">
                <a:latin typeface="Verdana" panose="020B0604030504040204"/>
                <a:cs typeface="Verdana" panose="020B0604030504040204"/>
              </a:rPr>
              <a:t>adversarial </a:t>
            </a:r>
            <a:r>
              <a:rPr sz="1765" dirty="0">
                <a:latin typeface="Verdana" panose="020B0604030504040204"/>
                <a:cs typeface="Verdana" panose="020B0604030504040204"/>
              </a:rPr>
              <a:t>relationship</a:t>
            </a:r>
            <a:r>
              <a:rPr sz="1765" spc="35" dirty="0">
                <a:latin typeface="Verdana" panose="020B0604030504040204"/>
                <a:cs typeface="Verdana" panose="020B0604030504040204"/>
              </a:rPr>
              <a:t> </a:t>
            </a:r>
            <a:r>
              <a:rPr sz="1765" dirty="0">
                <a:latin typeface="Verdana" panose="020B0604030504040204"/>
                <a:cs typeface="Verdana" panose="020B0604030504040204"/>
              </a:rPr>
              <a:t>–</a:t>
            </a:r>
            <a:r>
              <a:rPr sz="1765" spc="49" dirty="0">
                <a:latin typeface="Verdana" panose="020B0604030504040204"/>
                <a:cs typeface="Verdana" panose="020B0604030504040204"/>
              </a:rPr>
              <a:t> </a:t>
            </a:r>
            <a:r>
              <a:rPr sz="1765" dirty="0">
                <a:latin typeface="Verdana" panose="020B0604030504040204"/>
                <a:cs typeface="Verdana" panose="020B0604030504040204"/>
              </a:rPr>
              <a:t>bad</a:t>
            </a:r>
            <a:r>
              <a:rPr sz="1765" spc="40" dirty="0">
                <a:latin typeface="Verdana" panose="020B0604030504040204"/>
                <a:cs typeface="Verdana" panose="020B0604030504040204"/>
              </a:rPr>
              <a:t> </a:t>
            </a:r>
            <a:r>
              <a:rPr sz="1765" dirty="0">
                <a:latin typeface="Verdana" panose="020B0604030504040204"/>
                <a:cs typeface="Verdana" panose="020B0604030504040204"/>
              </a:rPr>
              <a:t>team</a:t>
            </a:r>
            <a:r>
              <a:rPr sz="1765" spc="53" dirty="0">
                <a:latin typeface="Verdana" panose="020B0604030504040204"/>
                <a:cs typeface="Verdana" panose="020B0604030504040204"/>
              </a:rPr>
              <a:t> </a:t>
            </a:r>
            <a:r>
              <a:rPr sz="1765" spc="-9" dirty="0">
                <a:latin typeface="Verdana" panose="020B0604030504040204"/>
                <a:cs typeface="Verdana" panose="020B0604030504040204"/>
              </a:rPr>
              <a:t>morale</a:t>
            </a:r>
            <a:endParaRPr sz="1765" dirty="0">
              <a:latin typeface="Verdana" panose="020B0604030504040204"/>
              <a:cs typeface="Verdana" panose="020B0604030504040204"/>
            </a:endParaRPr>
          </a:p>
          <a:p>
            <a:pPr marL="781685" lvl="1" indent="-268605">
              <a:spcBef>
                <a:spcPts val="1315"/>
              </a:spcBef>
              <a:buSzPct val="80000"/>
              <a:buFont typeface="Wingdings" panose="05000000000000000000"/>
              <a:buChar char=""/>
              <a:tabLst>
                <a:tab pos="781050" algn="l"/>
              </a:tabLst>
            </a:pPr>
            <a:r>
              <a:rPr sz="1765" dirty="0">
                <a:latin typeface="Verdana" panose="020B0604030504040204"/>
                <a:cs typeface="Verdana" panose="020B0604030504040204"/>
              </a:rPr>
              <a:t>What</a:t>
            </a:r>
            <a:r>
              <a:rPr sz="1765" spc="57" dirty="0">
                <a:latin typeface="Verdana" panose="020B0604030504040204"/>
                <a:cs typeface="Verdana" panose="020B0604030504040204"/>
              </a:rPr>
              <a:t> </a:t>
            </a:r>
            <a:r>
              <a:rPr sz="1765" dirty="0">
                <a:latin typeface="Verdana" panose="020B0604030504040204"/>
                <a:cs typeface="Verdana" panose="020B0604030504040204"/>
              </a:rPr>
              <a:t>do</a:t>
            </a:r>
            <a:r>
              <a:rPr sz="1765" spc="62" dirty="0">
                <a:latin typeface="Verdana" panose="020B0604030504040204"/>
                <a:cs typeface="Verdana" panose="020B0604030504040204"/>
              </a:rPr>
              <a:t> </a:t>
            </a:r>
            <a:r>
              <a:rPr sz="1765" dirty="0">
                <a:latin typeface="Verdana" panose="020B0604030504040204"/>
                <a:cs typeface="Verdana" panose="020B0604030504040204"/>
              </a:rPr>
              <a:t>we</a:t>
            </a:r>
            <a:r>
              <a:rPr sz="1765" spc="71" dirty="0">
                <a:latin typeface="Verdana" panose="020B0604030504040204"/>
                <a:cs typeface="Verdana" panose="020B0604030504040204"/>
              </a:rPr>
              <a:t> </a:t>
            </a:r>
            <a:r>
              <a:rPr sz="1765" dirty="0">
                <a:latin typeface="Verdana" panose="020B0604030504040204"/>
                <a:cs typeface="Verdana" panose="020B0604030504040204"/>
              </a:rPr>
              <a:t>know</a:t>
            </a:r>
            <a:r>
              <a:rPr sz="1765" spc="66" dirty="0">
                <a:latin typeface="Verdana" panose="020B0604030504040204"/>
                <a:cs typeface="Verdana" panose="020B0604030504040204"/>
              </a:rPr>
              <a:t> </a:t>
            </a:r>
            <a:r>
              <a:rPr sz="1765" dirty="0">
                <a:latin typeface="Verdana" panose="020B0604030504040204"/>
                <a:cs typeface="Verdana" panose="020B0604030504040204"/>
              </a:rPr>
              <a:t>if</a:t>
            </a:r>
            <a:r>
              <a:rPr sz="1765" spc="53" dirty="0">
                <a:latin typeface="Verdana" panose="020B0604030504040204"/>
                <a:cs typeface="Verdana" panose="020B0604030504040204"/>
              </a:rPr>
              <a:t> </a:t>
            </a:r>
            <a:r>
              <a:rPr sz="1765" dirty="0">
                <a:latin typeface="Verdana" panose="020B0604030504040204"/>
                <a:cs typeface="Verdana" panose="020B0604030504040204"/>
              </a:rPr>
              <a:t>“no</a:t>
            </a:r>
            <a:r>
              <a:rPr sz="1765" spc="62" dirty="0">
                <a:latin typeface="Verdana" panose="020B0604030504040204"/>
                <a:cs typeface="Verdana" panose="020B0604030504040204"/>
              </a:rPr>
              <a:t> </a:t>
            </a:r>
            <a:r>
              <a:rPr sz="1765" spc="-9" dirty="0">
                <a:latin typeface="Verdana" panose="020B0604030504040204"/>
                <a:cs typeface="Verdana" panose="020B0604030504040204"/>
              </a:rPr>
              <a:t>failures”?</a:t>
            </a:r>
            <a:endParaRPr sz="1765" dirty="0">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294" y="444748"/>
            <a:ext cx="6858000" cy="806109"/>
          </a:xfrm>
          <a:prstGeom prst="rect">
            <a:avLst/>
          </a:prstGeom>
        </p:spPr>
        <p:txBody>
          <a:bodyPr vert="horz" wrap="square" lIns="0" tIns="220082" rIns="0" bIns="0" rtlCol="0" anchor="b" anchorCtr="0">
            <a:spAutoFit/>
          </a:bodyPr>
          <a:lstStyle/>
          <a:p>
            <a:pPr marL="1927225">
              <a:spcBef>
                <a:spcPts val="90"/>
              </a:spcBef>
            </a:pPr>
            <a:r>
              <a:rPr sz="3795" spc="-44" dirty="0"/>
              <a:t>“Mature”</a:t>
            </a:r>
            <a:r>
              <a:rPr sz="3795" spc="-278" dirty="0"/>
              <a:t> </a:t>
            </a:r>
            <a:r>
              <a:rPr sz="3795" spc="-49" dirty="0"/>
              <a:t>Testing</a:t>
            </a:r>
            <a:endParaRPr sz="3795"/>
          </a:p>
        </p:txBody>
      </p:sp>
      <p:sp>
        <p:nvSpPr>
          <p:cNvPr id="6" name="object 6"/>
          <p:cNvSpPr txBox="1">
            <a:spLocks noGrp="1"/>
          </p:cNvSpPr>
          <p:nvPr>
            <p:ph type="sldNum" sz="quarter" idx="12"/>
          </p:nvPr>
        </p:nvSpPr>
        <p:spPr>
          <a:xfrm>
            <a:off x="263562" y="5604438"/>
            <a:ext cx="403412" cy="153888"/>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fld>
            <a:endParaRPr spc="-22" dirty="0"/>
          </a:p>
        </p:txBody>
      </p:sp>
      <p:sp>
        <p:nvSpPr>
          <p:cNvPr id="3" name="object 3"/>
          <p:cNvSpPr txBox="1"/>
          <p:nvPr/>
        </p:nvSpPr>
        <p:spPr>
          <a:xfrm>
            <a:off x="465268" y="1447800"/>
            <a:ext cx="7960659" cy="3462464"/>
          </a:xfrm>
          <a:prstGeom prst="rect">
            <a:avLst/>
          </a:prstGeom>
          <a:solidFill>
            <a:srgbClr val="242852"/>
          </a:solidFill>
          <a:ln w="10159">
            <a:solidFill>
              <a:srgbClr val="ACCBF9"/>
            </a:solidFill>
          </a:ln>
        </p:spPr>
        <p:txBody>
          <a:bodyPr vert="horz" wrap="square" lIns="0" tIns="277346" rIns="0" bIns="0" rtlCol="0">
            <a:spAutoFit/>
          </a:bodyPr>
          <a:lstStyle/>
          <a:p>
            <a:pPr marL="1012825" marR="1009650" algn="ctr">
              <a:lnSpc>
                <a:spcPct val="104000"/>
              </a:lnSpc>
              <a:spcBef>
                <a:spcPts val="2185"/>
              </a:spcBef>
            </a:pPr>
            <a:r>
              <a:rPr sz="2030" dirty="0">
                <a:solidFill>
                  <a:srgbClr val="FFFFFF"/>
                </a:solidFill>
                <a:latin typeface="Verdana" panose="020B0604030504040204"/>
                <a:cs typeface="Verdana" panose="020B0604030504040204"/>
              </a:rPr>
              <a:t>Correctness</a:t>
            </a:r>
            <a:r>
              <a:rPr sz="2030" spc="172"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cannot</a:t>
            </a:r>
            <a:r>
              <a:rPr sz="2030" spc="154"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generally</a:t>
            </a:r>
            <a:r>
              <a:rPr sz="2030" spc="168"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be</a:t>
            </a:r>
            <a:r>
              <a:rPr sz="2030" spc="172"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achieved</a:t>
            </a:r>
            <a:r>
              <a:rPr sz="2030" spc="176" dirty="0">
                <a:solidFill>
                  <a:srgbClr val="FFFFFF"/>
                </a:solidFill>
                <a:latin typeface="Verdana" panose="020B0604030504040204"/>
                <a:cs typeface="Verdana" panose="020B0604030504040204"/>
              </a:rPr>
              <a:t> </a:t>
            </a:r>
            <a:r>
              <a:rPr sz="2030" spc="-22" dirty="0">
                <a:solidFill>
                  <a:srgbClr val="FFFFFF"/>
                </a:solidFill>
                <a:latin typeface="Verdana" panose="020B0604030504040204"/>
                <a:cs typeface="Verdana" panose="020B0604030504040204"/>
              </a:rPr>
              <a:t>or </a:t>
            </a:r>
            <a:r>
              <a:rPr sz="2030" dirty="0">
                <a:solidFill>
                  <a:srgbClr val="FFFFFF"/>
                </a:solidFill>
                <a:latin typeface="Verdana" panose="020B0604030504040204"/>
                <a:cs typeface="Verdana" panose="020B0604030504040204"/>
              </a:rPr>
              <a:t>demonstrated</a:t>
            </a:r>
            <a:r>
              <a:rPr sz="2030" spc="221"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through</a:t>
            </a:r>
            <a:r>
              <a:rPr sz="2030" spc="216" dirty="0">
                <a:solidFill>
                  <a:srgbClr val="FFFFFF"/>
                </a:solidFill>
                <a:latin typeface="Verdana" panose="020B0604030504040204"/>
                <a:cs typeface="Verdana" panose="020B0604030504040204"/>
              </a:rPr>
              <a:t> </a:t>
            </a:r>
            <a:r>
              <a:rPr sz="2030" spc="-9" dirty="0">
                <a:solidFill>
                  <a:srgbClr val="FFFFFF"/>
                </a:solidFill>
                <a:latin typeface="Verdana" panose="020B0604030504040204"/>
                <a:cs typeface="Verdana" panose="020B0604030504040204"/>
              </a:rPr>
              <a:t>testing.</a:t>
            </a:r>
            <a:endParaRPr sz="2030" dirty="0">
              <a:latin typeface="Verdana" panose="020B0604030504040204"/>
              <a:cs typeface="Verdana" panose="020B0604030504040204"/>
            </a:endParaRPr>
          </a:p>
          <a:p>
            <a:pPr>
              <a:spcBef>
                <a:spcPts val="795"/>
              </a:spcBef>
            </a:pPr>
            <a:endParaRPr sz="2030" dirty="0">
              <a:latin typeface="Verdana" panose="020B0604030504040204"/>
              <a:cs typeface="Verdana" panose="020B0604030504040204"/>
            </a:endParaRPr>
          </a:p>
          <a:p>
            <a:pPr marL="920115" marR="916940" algn="ctr">
              <a:lnSpc>
                <a:spcPct val="102000"/>
              </a:lnSpc>
              <a:spcBef>
                <a:spcPts val="5"/>
              </a:spcBef>
            </a:pPr>
            <a:r>
              <a:rPr sz="2030" dirty="0">
                <a:solidFill>
                  <a:srgbClr val="FFFF00"/>
                </a:solidFill>
                <a:latin typeface="Verdana" panose="020B0604030504040204"/>
                <a:cs typeface="Verdana" panose="020B0604030504040204"/>
              </a:rPr>
              <a:t>Testing</a:t>
            </a:r>
            <a:r>
              <a:rPr sz="2030" spc="93" dirty="0">
                <a:solidFill>
                  <a:srgbClr val="FFFF00"/>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can</a:t>
            </a:r>
            <a:r>
              <a:rPr sz="2030" spc="84"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only</a:t>
            </a:r>
            <a:r>
              <a:rPr sz="2030" spc="84"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show</a:t>
            </a:r>
            <a:r>
              <a:rPr sz="2030" spc="97"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the</a:t>
            </a:r>
            <a:r>
              <a:rPr sz="2030" spc="93" dirty="0">
                <a:solidFill>
                  <a:srgbClr val="FFFFFF"/>
                </a:solidFill>
                <a:latin typeface="Verdana" panose="020B0604030504040204"/>
                <a:cs typeface="Verdana" panose="020B0604030504040204"/>
              </a:rPr>
              <a:t> </a:t>
            </a:r>
            <a:r>
              <a:rPr sz="2030" dirty="0">
                <a:solidFill>
                  <a:srgbClr val="FFFF00"/>
                </a:solidFill>
                <a:latin typeface="Verdana" panose="020B0604030504040204"/>
                <a:cs typeface="Verdana" panose="020B0604030504040204"/>
              </a:rPr>
              <a:t>presence</a:t>
            </a:r>
            <a:r>
              <a:rPr sz="2030" spc="93" dirty="0">
                <a:solidFill>
                  <a:srgbClr val="FFFF00"/>
                </a:solidFill>
                <a:latin typeface="Verdana" panose="020B0604030504040204"/>
                <a:cs typeface="Verdana" panose="020B0604030504040204"/>
              </a:rPr>
              <a:t> </a:t>
            </a:r>
            <a:r>
              <a:rPr sz="2030" dirty="0">
                <a:solidFill>
                  <a:srgbClr val="FFFF00"/>
                </a:solidFill>
                <a:latin typeface="Verdana" panose="020B0604030504040204"/>
                <a:cs typeface="Verdana" panose="020B0604030504040204"/>
              </a:rPr>
              <a:t>of</a:t>
            </a:r>
            <a:r>
              <a:rPr sz="2030" spc="79" dirty="0">
                <a:solidFill>
                  <a:srgbClr val="FFFF00"/>
                </a:solidFill>
                <a:latin typeface="Verdana" panose="020B0604030504040204"/>
                <a:cs typeface="Verdana" panose="020B0604030504040204"/>
              </a:rPr>
              <a:t> </a:t>
            </a:r>
            <a:r>
              <a:rPr sz="2030" spc="-9" dirty="0">
                <a:solidFill>
                  <a:srgbClr val="FFFF00"/>
                </a:solidFill>
                <a:latin typeface="Verdana" panose="020B0604030504040204"/>
                <a:cs typeface="Verdana" panose="020B0604030504040204"/>
              </a:rPr>
              <a:t>failure</a:t>
            </a:r>
            <a:r>
              <a:rPr sz="2030" spc="-9"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not</a:t>
            </a:r>
            <a:r>
              <a:rPr sz="2030" spc="88"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the</a:t>
            </a:r>
            <a:r>
              <a:rPr sz="2030" spc="106" dirty="0">
                <a:solidFill>
                  <a:srgbClr val="FFFFFF"/>
                </a:solidFill>
                <a:latin typeface="Verdana" panose="020B0604030504040204"/>
                <a:cs typeface="Verdana" panose="020B0604030504040204"/>
              </a:rPr>
              <a:t> </a:t>
            </a:r>
            <a:r>
              <a:rPr sz="2030" spc="-9" dirty="0">
                <a:solidFill>
                  <a:srgbClr val="FFFFFF"/>
                </a:solidFill>
                <a:latin typeface="Verdana" panose="020B0604030504040204"/>
                <a:cs typeface="Verdana" panose="020B0604030504040204"/>
              </a:rPr>
              <a:t>absence.</a:t>
            </a:r>
            <a:endParaRPr sz="2030" dirty="0">
              <a:latin typeface="Verdana" panose="020B0604030504040204"/>
              <a:cs typeface="Verdana" panose="020B0604030504040204"/>
            </a:endParaRPr>
          </a:p>
          <a:p>
            <a:pPr>
              <a:spcBef>
                <a:spcPts val="920"/>
              </a:spcBef>
            </a:pPr>
            <a:endParaRPr sz="2030" dirty="0">
              <a:latin typeface="Verdana" panose="020B0604030504040204"/>
              <a:cs typeface="Verdana" panose="020B0604030504040204"/>
            </a:endParaRPr>
          </a:p>
          <a:p>
            <a:pPr algn="ctr">
              <a:lnSpc>
                <a:spcPct val="100000"/>
              </a:lnSpc>
            </a:pPr>
            <a:r>
              <a:rPr sz="2030" dirty="0">
                <a:solidFill>
                  <a:srgbClr val="FFFFFF"/>
                </a:solidFill>
                <a:latin typeface="Verdana" panose="020B0604030504040204"/>
                <a:cs typeface="Verdana" panose="020B0604030504040204"/>
              </a:rPr>
              <a:t>Developers</a:t>
            </a:r>
            <a:r>
              <a:rPr sz="2030" spc="115"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and</a:t>
            </a:r>
            <a:r>
              <a:rPr sz="2030" spc="124"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testers</a:t>
            </a:r>
            <a:r>
              <a:rPr sz="2030" spc="119"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should</a:t>
            </a:r>
            <a:r>
              <a:rPr sz="2030" spc="119"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be</a:t>
            </a:r>
            <a:r>
              <a:rPr sz="2030" spc="119"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on</a:t>
            </a:r>
            <a:r>
              <a:rPr sz="2030" spc="115"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the</a:t>
            </a:r>
            <a:r>
              <a:rPr sz="2030" spc="115"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same</a:t>
            </a:r>
            <a:r>
              <a:rPr sz="2030" spc="119" dirty="0">
                <a:solidFill>
                  <a:srgbClr val="FFFFFF"/>
                </a:solidFill>
                <a:latin typeface="Verdana" panose="020B0604030504040204"/>
                <a:cs typeface="Verdana" panose="020B0604030504040204"/>
              </a:rPr>
              <a:t> </a:t>
            </a:r>
            <a:r>
              <a:rPr sz="2030" spc="-9" dirty="0">
                <a:solidFill>
                  <a:srgbClr val="FFFFFF"/>
                </a:solidFill>
                <a:latin typeface="Verdana" panose="020B0604030504040204"/>
                <a:cs typeface="Verdana" panose="020B0604030504040204"/>
              </a:rPr>
              <a:t>boat.</a:t>
            </a:r>
            <a:endParaRPr sz="2030" dirty="0">
              <a:latin typeface="Verdana" panose="020B0604030504040204"/>
              <a:cs typeface="Verdana" panose="020B0604030504040204"/>
            </a:endParaRPr>
          </a:p>
          <a:p>
            <a:pPr>
              <a:spcBef>
                <a:spcPts val="920"/>
              </a:spcBef>
            </a:pPr>
            <a:endParaRPr sz="2030" dirty="0">
              <a:latin typeface="Verdana" panose="020B0604030504040204"/>
              <a:cs typeface="Verdana" panose="020B0604030504040204"/>
            </a:endParaRPr>
          </a:p>
          <a:p>
            <a:pPr algn="ctr">
              <a:lnSpc>
                <a:spcPct val="100000"/>
              </a:lnSpc>
            </a:pPr>
            <a:r>
              <a:rPr sz="2030" dirty="0">
                <a:solidFill>
                  <a:srgbClr val="FFFFFF"/>
                </a:solidFill>
                <a:latin typeface="Verdana" panose="020B0604030504040204"/>
                <a:cs typeface="Verdana" panose="020B0604030504040204"/>
              </a:rPr>
              <a:t>How</a:t>
            </a:r>
            <a:r>
              <a:rPr sz="2030" spc="84"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can</a:t>
            </a:r>
            <a:r>
              <a:rPr sz="2030" spc="71"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we</a:t>
            </a:r>
            <a:r>
              <a:rPr sz="2030" spc="75"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move</a:t>
            </a:r>
            <a:r>
              <a:rPr sz="2030" spc="79"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to</a:t>
            </a:r>
            <a:r>
              <a:rPr sz="2030" spc="75"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a</a:t>
            </a:r>
            <a:r>
              <a:rPr sz="2030" spc="79" dirty="0">
                <a:solidFill>
                  <a:srgbClr val="FFFFFF"/>
                </a:solidFill>
                <a:latin typeface="Verdana" panose="020B0604030504040204"/>
                <a:cs typeface="Verdana" panose="020B0604030504040204"/>
              </a:rPr>
              <a:t> </a:t>
            </a:r>
            <a:r>
              <a:rPr sz="2030" dirty="0">
                <a:solidFill>
                  <a:srgbClr val="FFFF00"/>
                </a:solidFill>
                <a:latin typeface="Verdana" panose="020B0604030504040204"/>
                <a:cs typeface="Verdana" panose="020B0604030504040204"/>
              </a:rPr>
              <a:t>team</a:t>
            </a:r>
            <a:r>
              <a:rPr sz="2030" spc="93" dirty="0">
                <a:solidFill>
                  <a:srgbClr val="FFFF00"/>
                </a:solidFill>
                <a:latin typeface="Verdana" panose="020B0604030504040204"/>
                <a:cs typeface="Verdana" panose="020B0604030504040204"/>
              </a:rPr>
              <a:t> </a:t>
            </a:r>
            <a:r>
              <a:rPr sz="2030" spc="-9" dirty="0">
                <a:solidFill>
                  <a:srgbClr val="FFFF00"/>
                </a:solidFill>
                <a:latin typeface="Verdana" panose="020B0604030504040204"/>
                <a:cs typeface="Verdana" panose="020B0604030504040204"/>
              </a:rPr>
              <a:t>approach</a:t>
            </a:r>
            <a:r>
              <a:rPr sz="2030" spc="-9" dirty="0">
                <a:solidFill>
                  <a:srgbClr val="FFFFFF"/>
                </a:solidFill>
                <a:latin typeface="Verdana" panose="020B0604030504040204"/>
                <a:cs typeface="Verdana" panose="020B0604030504040204"/>
              </a:rPr>
              <a:t>?</a:t>
            </a:r>
            <a:endParaRPr sz="2030" dirty="0">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294" y="401305"/>
            <a:ext cx="6858000" cy="849553"/>
          </a:xfrm>
          <a:prstGeom prst="rect">
            <a:avLst/>
          </a:prstGeom>
        </p:spPr>
        <p:txBody>
          <a:bodyPr vert="horz" wrap="square" lIns="0" tIns="231737" rIns="0" bIns="0" rtlCol="0" anchor="b" anchorCtr="0">
            <a:spAutoFit/>
          </a:bodyPr>
          <a:lstStyle/>
          <a:p>
            <a:pPr marL="987425">
              <a:spcBef>
                <a:spcPts val="90"/>
              </a:spcBef>
            </a:pPr>
            <a:r>
              <a:rPr spc="-66" dirty="0">
                <a:solidFill>
                  <a:schemeClr val="tx1"/>
                </a:solidFill>
              </a:rPr>
              <a:t>Levels</a:t>
            </a:r>
            <a:r>
              <a:rPr spc="-190" dirty="0">
                <a:solidFill>
                  <a:schemeClr val="tx1"/>
                </a:solidFill>
              </a:rPr>
              <a:t> </a:t>
            </a:r>
            <a:r>
              <a:rPr dirty="0">
                <a:solidFill>
                  <a:schemeClr val="tx1"/>
                </a:solidFill>
              </a:rPr>
              <a:t>3</a:t>
            </a:r>
            <a:r>
              <a:rPr spc="-180" dirty="0">
                <a:solidFill>
                  <a:schemeClr val="tx1"/>
                </a:solidFill>
              </a:rPr>
              <a:t> </a:t>
            </a:r>
            <a:r>
              <a:rPr dirty="0">
                <a:solidFill>
                  <a:schemeClr val="tx1"/>
                </a:solidFill>
              </a:rPr>
              <a:t>–</a:t>
            </a:r>
            <a:r>
              <a:rPr spc="-190" dirty="0">
                <a:solidFill>
                  <a:schemeClr val="tx1"/>
                </a:solidFill>
              </a:rPr>
              <a:t> </a:t>
            </a:r>
            <a:r>
              <a:rPr spc="-49" dirty="0">
                <a:solidFill>
                  <a:schemeClr val="tx1"/>
                </a:solidFill>
              </a:rPr>
              <a:t>Risk</a:t>
            </a:r>
            <a:r>
              <a:rPr spc="-180" dirty="0">
                <a:solidFill>
                  <a:schemeClr val="tx1"/>
                </a:solidFill>
              </a:rPr>
              <a:t> </a:t>
            </a:r>
            <a:r>
              <a:rPr spc="-40" dirty="0">
                <a:solidFill>
                  <a:schemeClr val="tx1"/>
                </a:solidFill>
              </a:rPr>
              <a:t>Reduction</a:t>
            </a:r>
            <a:endParaRPr spc="-40" dirty="0">
              <a:solidFill>
                <a:schemeClr val="tx1"/>
              </a:solidFill>
            </a:endParaRPr>
          </a:p>
        </p:txBody>
      </p:sp>
      <p:sp>
        <p:nvSpPr>
          <p:cNvPr id="6" name="object 6"/>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solidFill>
                  <a:schemeClr val="tx1"/>
                </a:solidFill>
              </a:rPr>
            </a:fld>
            <a:endParaRPr spc="-22" dirty="0">
              <a:solidFill>
                <a:schemeClr val="tx1"/>
              </a:solidFill>
            </a:endParaRPr>
          </a:p>
        </p:txBody>
      </p:sp>
      <p:sp>
        <p:nvSpPr>
          <p:cNvPr id="3" name="object 3"/>
          <p:cNvSpPr txBox="1"/>
          <p:nvPr/>
        </p:nvSpPr>
        <p:spPr>
          <a:xfrm>
            <a:off x="558950" y="1164515"/>
            <a:ext cx="7230596" cy="2521362"/>
          </a:xfrm>
          <a:prstGeom prst="rect">
            <a:avLst/>
          </a:prstGeom>
        </p:spPr>
        <p:txBody>
          <a:bodyPr vert="horz" wrap="square" lIns="0" tIns="11206" rIns="0" bIns="0" rtlCol="0">
            <a:spAutoFit/>
          </a:bodyPr>
          <a:lstStyle/>
          <a:p>
            <a:pPr marL="234950" indent="-223520">
              <a:spcBef>
                <a:spcPts val="90"/>
              </a:spcBef>
              <a:buClr>
                <a:srgbClr val="FFFFFF"/>
              </a:buClr>
              <a:buSzPct val="83000"/>
              <a:buFont typeface="Wingdings" panose="05000000000000000000"/>
              <a:buChar char=""/>
              <a:tabLst>
                <a:tab pos="234315" algn="l"/>
              </a:tabLst>
            </a:pPr>
            <a:r>
              <a:rPr sz="2030" dirty="0">
                <a:latin typeface="Verdana" panose="020B0604030504040204"/>
                <a:cs typeface="Verdana" panose="020B0604030504040204"/>
              </a:rPr>
              <a:t>Level</a:t>
            </a:r>
            <a:r>
              <a:rPr sz="2030" spc="57" dirty="0">
                <a:latin typeface="Verdana" panose="020B0604030504040204"/>
                <a:cs typeface="Verdana" panose="020B0604030504040204"/>
              </a:rPr>
              <a:t> </a:t>
            </a:r>
            <a:r>
              <a:rPr sz="2030" dirty="0">
                <a:latin typeface="Verdana" panose="020B0604030504040204"/>
                <a:cs typeface="Verdana" panose="020B0604030504040204"/>
              </a:rPr>
              <a:t>3:</a:t>
            </a:r>
            <a:r>
              <a:rPr sz="2030" spc="75" dirty="0">
                <a:latin typeface="Verdana" panose="020B0604030504040204"/>
                <a:cs typeface="Verdana" panose="020B0604030504040204"/>
              </a:rPr>
              <a:t> </a:t>
            </a:r>
            <a:r>
              <a:rPr sz="2030" dirty="0">
                <a:latin typeface="Verdana" panose="020B0604030504040204"/>
                <a:cs typeface="Verdana" panose="020B0604030504040204"/>
              </a:rPr>
              <a:t>To</a:t>
            </a:r>
            <a:r>
              <a:rPr sz="2030" spc="79" dirty="0">
                <a:latin typeface="Verdana" panose="020B0604030504040204"/>
                <a:cs typeface="Verdana" panose="020B0604030504040204"/>
              </a:rPr>
              <a:t> </a:t>
            </a:r>
            <a:r>
              <a:rPr sz="2030" dirty="0">
                <a:latin typeface="Verdana" panose="020B0604030504040204"/>
                <a:cs typeface="Verdana" panose="020B0604030504040204"/>
              </a:rPr>
              <a:t>reduce</a:t>
            </a:r>
            <a:r>
              <a:rPr sz="2030" spc="84" dirty="0">
                <a:latin typeface="Verdana" panose="020B0604030504040204"/>
                <a:cs typeface="Verdana" panose="020B0604030504040204"/>
              </a:rPr>
              <a:t> </a:t>
            </a:r>
            <a:r>
              <a:rPr sz="2030" dirty="0">
                <a:latin typeface="Verdana" panose="020B0604030504040204"/>
                <a:cs typeface="Verdana" panose="020B0604030504040204"/>
              </a:rPr>
              <a:t>the</a:t>
            </a:r>
            <a:r>
              <a:rPr sz="2030" spc="79" dirty="0">
                <a:latin typeface="Verdana" panose="020B0604030504040204"/>
                <a:cs typeface="Verdana" panose="020B0604030504040204"/>
              </a:rPr>
              <a:t> </a:t>
            </a:r>
            <a:r>
              <a:rPr sz="2030" dirty="0">
                <a:latin typeface="Verdana" panose="020B0604030504040204"/>
                <a:cs typeface="Verdana" panose="020B0604030504040204"/>
              </a:rPr>
              <a:t>risk</a:t>
            </a:r>
            <a:r>
              <a:rPr sz="2030" spc="75" dirty="0">
                <a:latin typeface="Verdana" panose="020B0604030504040204"/>
                <a:cs typeface="Verdana" panose="020B0604030504040204"/>
              </a:rPr>
              <a:t> </a:t>
            </a:r>
            <a:r>
              <a:rPr sz="2030" dirty="0">
                <a:latin typeface="Verdana" panose="020B0604030504040204"/>
                <a:cs typeface="Verdana" panose="020B0604030504040204"/>
              </a:rPr>
              <a:t>of</a:t>
            </a:r>
            <a:r>
              <a:rPr sz="2030" spc="71" dirty="0">
                <a:latin typeface="Verdana" panose="020B0604030504040204"/>
                <a:cs typeface="Verdana" panose="020B0604030504040204"/>
              </a:rPr>
              <a:t> </a:t>
            </a:r>
            <a:r>
              <a:rPr sz="2030" dirty="0">
                <a:latin typeface="Verdana" panose="020B0604030504040204"/>
                <a:cs typeface="Verdana" panose="020B0604030504040204"/>
              </a:rPr>
              <a:t>using</a:t>
            </a:r>
            <a:r>
              <a:rPr sz="2030" spc="84" dirty="0">
                <a:latin typeface="Verdana" panose="020B0604030504040204"/>
                <a:cs typeface="Verdana" panose="020B0604030504040204"/>
              </a:rPr>
              <a:t> </a:t>
            </a:r>
            <a:r>
              <a:rPr sz="2030" dirty="0">
                <a:latin typeface="Verdana" panose="020B0604030504040204"/>
                <a:cs typeface="Verdana" panose="020B0604030504040204"/>
              </a:rPr>
              <a:t>the</a:t>
            </a:r>
            <a:r>
              <a:rPr sz="2030" spc="75" dirty="0">
                <a:latin typeface="Verdana" panose="020B0604030504040204"/>
                <a:cs typeface="Verdana" panose="020B0604030504040204"/>
              </a:rPr>
              <a:t> </a:t>
            </a:r>
            <a:r>
              <a:rPr sz="2030" spc="-9" dirty="0">
                <a:latin typeface="Verdana" panose="020B0604030504040204"/>
                <a:cs typeface="Verdana" panose="020B0604030504040204"/>
              </a:rPr>
              <a:t>software</a:t>
            </a:r>
            <a:endParaRPr sz="2030">
              <a:latin typeface="Verdana" panose="020B0604030504040204"/>
              <a:cs typeface="Verdana" panose="020B0604030504040204"/>
            </a:endParaRPr>
          </a:p>
          <a:p>
            <a:pPr marL="668655" lvl="1" indent="-226060">
              <a:spcBef>
                <a:spcPts val="1720"/>
              </a:spcBef>
              <a:buFont typeface="Wingdings" panose="05000000000000000000"/>
              <a:buChar char=""/>
              <a:tabLst>
                <a:tab pos="668020" algn="l"/>
              </a:tabLst>
            </a:pPr>
            <a:r>
              <a:rPr sz="1855" dirty="0">
                <a:latin typeface="Verdana" panose="020B0604030504040204"/>
                <a:cs typeface="Verdana" panose="020B0604030504040204"/>
              </a:rPr>
              <a:t>There</a:t>
            </a:r>
            <a:r>
              <a:rPr sz="1855" spc="44" dirty="0">
                <a:latin typeface="Verdana" panose="020B0604030504040204"/>
                <a:cs typeface="Verdana" panose="020B0604030504040204"/>
              </a:rPr>
              <a:t> </a:t>
            </a:r>
            <a:r>
              <a:rPr sz="1855" dirty="0">
                <a:latin typeface="Verdana" panose="020B0604030504040204"/>
                <a:cs typeface="Verdana" panose="020B0604030504040204"/>
              </a:rPr>
              <a:t>are</a:t>
            </a:r>
            <a:r>
              <a:rPr sz="1855" spc="44" dirty="0">
                <a:latin typeface="Verdana" panose="020B0604030504040204"/>
                <a:cs typeface="Verdana" panose="020B0604030504040204"/>
              </a:rPr>
              <a:t> </a:t>
            </a:r>
            <a:r>
              <a:rPr sz="1855" dirty="0">
                <a:latin typeface="Verdana" panose="020B0604030504040204"/>
                <a:cs typeface="Verdana" panose="020B0604030504040204"/>
              </a:rPr>
              <a:t>risks</a:t>
            </a:r>
            <a:r>
              <a:rPr sz="1855" spc="40" dirty="0">
                <a:latin typeface="Verdana" panose="020B0604030504040204"/>
                <a:cs typeface="Verdana" panose="020B0604030504040204"/>
              </a:rPr>
              <a:t> </a:t>
            </a:r>
            <a:r>
              <a:rPr sz="1855" dirty="0">
                <a:latin typeface="Verdana" panose="020B0604030504040204"/>
                <a:cs typeface="Verdana" panose="020B0604030504040204"/>
              </a:rPr>
              <a:t>when</a:t>
            </a:r>
            <a:r>
              <a:rPr sz="1855" spc="49" dirty="0">
                <a:latin typeface="Verdana" panose="020B0604030504040204"/>
                <a:cs typeface="Verdana" panose="020B0604030504040204"/>
              </a:rPr>
              <a:t> </a:t>
            </a:r>
            <a:r>
              <a:rPr sz="1855" dirty="0">
                <a:latin typeface="Verdana" panose="020B0604030504040204"/>
                <a:cs typeface="Verdana" panose="020B0604030504040204"/>
              </a:rPr>
              <a:t>using</a:t>
            </a:r>
            <a:r>
              <a:rPr sz="1855" spc="49" dirty="0">
                <a:latin typeface="Verdana" panose="020B0604030504040204"/>
                <a:cs typeface="Verdana" panose="020B0604030504040204"/>
              </a:rPr>
              <a:t> </a:t>
            </a:r>
            <a:r>
              <a:rPr sz="1855" spc="-9" dirty="0">
                <a:latin typeface="Verdana" panose="020B0604030504040204"/>
                <a:cs typeface="Verdana" panose="020B0604030504040204"/>
              </a:rPr>
              <a:t>software</a:t>
            </a:r>
            <a:endParaRPr sz="1855">
              <a:latin typeface="Verdana" panose="020B0604030504040204"/>
              <a:cs typeface="Verdana" panose="020B0604030504040204"/>
            </a:endParaRPr>
          </a:p>
          <a:p>
            <a:pPr marL="1101725" lvl="2" indent="-226060">
              <a:spcBef>
                <a:spcPts val="1385"/>
              </a:spcBef>
              <a:buFont typeface="Wingdings" panose="05000000000000000000"/>
              <a:buChar char=""/>
              <a:tabLst>
                <a:tab pos="1101090" algn="l"/>
              </a:tabLst>
            </a:pPr>
            <a:r>
              <a:rPr sz="1675" dirty="0">
                <a:latin typeface="Verdana" panose="020B0604030504040204"/>
                <a:cs typeface="Verdana" panose="020B0604030504040204"/>
              </a:rPr>
              <a:t>Some</a:t>
            </a:r>
            <a:r>
              <a:rPr sz="1675" spc="26" dirty="0">
                <a:latin typeface="Verdana" panose="020B0604030504040204"/>
                <a:cs typeface="Verdana" panose="020B0604030504040204"/>
              </a:rPr>
              <a:t> </a:t>
            </a:r>
            <a:r>
              <a:rPr sz="1675" dirty="0">
                <a:latin typeface="Verdana" panose="020B0604030504040204"/>
                <a:cs typeface="Verdana" panose="020B0604030504040204"/>
              </a:rPr>
              <a:t>may</a:t>
            </a:r>
            <a:r>
              <a:rPr sz="1675" spc="26" dirty="0">
                <a:latin typeface="Verdana" panose="020B0604030504040204"/>
                <a:cs typeface="Verdana" panose="020B0604030504040204"/>
              </a:rPr>
              <a:t> </a:t>
            </a:r>
            <a:r>
              <a:rPr sz="1675" dirty="0">
                <a:latin typeface="Verdana" panose="020B0604030504040204"/>
                <a:cs typeface="Verdana" panose="020B0604030504040204"/>
              </a:rPr>
              <a:t>be</a:t>
            </a:r>
            <a:r>
              <a:rPr sz="1675" spc="31" dirty="0">
                <a:latin typeface="Verdana" panose="020B0604030504040204"/>
                <a:cs typeface="Verdana" panose="020B0604030504040204"/>
              </a:rPr>
              <a:t> </a:t>
            </a:r>
            <a:r>
              <a:rPr sz="1675" dirty="0">
                <a:latin typeface="Verdana" panose="020B0604030504040204"/>
                <a:cs typeface="Verdana" panose="020B0604030504040204"/>
              </a:rPr>
              <a:t>small</a:t>
            </a:r>
            <a:r>
              <a:rPr sz="1675" spc="26" dirty="0">
                <a:latin typeface="Verdana" panose="020B0604030504040204"/>
                <a:cs typeface="Verdana" panose="020B0604030504040204"/>
              </a:rPr>
              <a:t> </a:t>
            </a:r>
            <a:r>
              <a:rPr sz="1675" dirty="0">
                <a:latin typeface="Verdana" panose="020B0604030504040204"/>
                <a:cs typeface="Verdana" panose="020B0604030504040204"/>
              </a:rPr>
              <a:t>with</a:t>
            </a:r>
            <a:r>
              <a:rPr sz="1675" spc="22" dirty="0">
                <a:latin typeface="Verdana" panose="020B0604030504040204"/>
                <a:cs typeface="Verdana" panose="020B0604030504040204"/>
              </a:rPr>
              <a:t> </a:t>
            </a:r>
            <a:r>
              <a:rPr sz="1675" dirty="0">
                <a:latin typeface="Verdana" panose="020B0604030504040204"/>
                <a:cs typeface="Verdana" panose="020B0604030504040204"/>
              </a:rPr>
              <a:t>unimportant</a:t>
            </a:r>
            <a:r>
              <a:rPr sz="1675" spc="26" dirty="0">
                <a:latin typeface="Verdana" panose="020B0604030504040204"/>
                <a:cs typeface="Verdana" panose="020B0604030504040204"/>
              </a:rPr>
              <a:t> </a:t>
            </a:r>
            <a:r>
              <a:rPr sz="1675" spc="-9" dirty="0">
                <a:latin typeface="Verdana" panose="020B0604030504040204"/>
                <a:cs typeface="Verdana" panose="020B0604030504040204"/>
              </a:rPr>
              <a:t>consequences</a:t>
            </a:r>
            <a:endParaRPr sz="1675">
              <a:latin typeface="Verdana" panose="020B0604030504040204"/>
              <a:cs typeface="Verdana" panose="020B0604030504040204"/>
            </a:endParaRPr>
          </a:p>
          <a:p>
            <a:pPr marL="1101725" marR="4445" lvl="2" indent="-226060">
              <a:lnSpc>
                <a:spcPct val="101000"/>
              </a:lnSpc>
              <a:spcBef>
                <a:spcPts val="970"/>
              </a:spcBef>
              <a:buFont typeface="Wingdings" panose="05000000000000000000"/>
              <a:buChar char=""/>
              <a:tabLst>
                <a:tab pos="1101090" algn="l"/>
              </a:tabLst>
            </a:pPr>
            <a:r>
              <a:rPr sz="1675" dirty="0">
                <a:latin typeface="Verdana" panose="020B0604030504040204"/>
                <a:cs typeface="Verdana" panose="020B0604030504040204"/>
              </a:rPr>
              <a:t>Some</a:t>
            </a:r>
            <a:r>
              <a:rPr sz="1675" spc="31" dirty="0">
                <a:latin typeface="Verdana" panose="020B0604030504040204"/>
                <a:cs typeface="Verdana" panose="020B0604030504040204"/>
              </a:rPr>
              <a:t> </a:t>
            </a:r>
            <a:r>
              <a:rPr sz="1675" dirty="0">
                <a:latin typeface="Verdana" panose="020B0604030504040204"/>
                <a:cs typeface="Verdana" panose="020B0604030504040204"/>
              </a:rPr>
              <a:t>may</a:t>
            </a:r>
            <a:r>
              <a:rPr sz="1675" spc="31" dirty="0">
                <a:latin typeface="Verdana" panose="020B0604030504040204"/>
                <a:cs typeface="Verdana" panose="020B0604030504040204"/>
              </a:rPr>
              <a:t> </a:t>
            </a:r>
            <a:r>
              <a:rPr sz="1675" dirty="0">
                <a:latin typeface="Verdana" panose="020B0604030504040204"/>
                <a:cs typeface="Verdana" panose="020B0604030504040204"/>
              </a:rPr>
              <a:t>be</a:t>
            </a:r>
            <a:r>
              <a:rPr sz="1675" spc="35" dirty="0">
                <a:latin typeface="Verdana" panose="020B0604030504040204"/>
                <a:cs typeface="Verdana" panose="020B0604030504040204"/>
              </a:rPr>
              <a:t> </a:t>
            </a:r>
            <a:r>
              <a:rPr sz="1675" dirty="0">
                <a:latin typeface="Verdana" panose="020B0604030504040204"/>
                <a:cs typeface="Verdana" panose="020B0604030504040204"/>
              </a:rPr>
              <a:t>big</a:t>
            </a:r>
            <a:r>
              <a:rPr sz="1675" spc="35" dirty="0">
                <a:latin typeface="Verdana" panose="020B0604030504040204"/>
                <a:cs typeface="Verdana" panose="020B0604030504040204"/>
              </a:rPr>
              <a:t> </a:t>
            </a:r>
            <a:r>
              <a:rPr sz="1675" dirty="0">
                <a:latin typeface="Verdana" panose="020B0604030504040204"/>
                <a:cs typeface="Verdana" panose="020B0604030504040204"/>
              </a:rPr>
              <a:t>with</a:t>
            </a:r>
            <a:r>
              <a:rPr sz="1675" spc="31" dirty="0">
                <a:latin typeface="Verdana" panose="020B0604030504040204"/>
                <a:cs typeface="Verdana" panose="020B0604030504040204"/>
              </a:rPr>
              <a:t> </a:t>
            </a:r>
            <a:r>
              <a:rPr sz="1675" dirty="0">
                <a:latin typeface="Verdana" panose="020B0604030504040204"/>
                <a:cs typeface="Verdana" panose="020B0604030504040204"/>
              </a:rPr>
              <a:t>important</a:t>
            </a:r>
            <a:r>
              <a:rPr sz="1675" spc="26" dirty="0">
                <a:latin typeface="Verdana" panose="020B0604030504040204"/>
                <a:cs typeface="Verdana" panose="020B0604030504040204"/>
              </a:rPr>
              <a:t> </a:t>
            </a:r>
            <a:r>
              <a:rPr sz="1675" dirty="0">
                <a:latin typeface="Verdana" panose="020B0604030504040204"/>
                <a:cs typeface="Verdana" panose="020B0604030504040204"/>
              </a:rPr>
              <a:t>consequences,</a:t>
            </a:r>
            <a:r>
              <a:rPr sz="1675" spc="22" dirty="0">
                <a:latin typeface="Verdana" panose="020B0604030504040204"/>
                <a:cs typeface="Verdana" panose="020B0604030504040204"/>
              </a:rPr>
              <a:t> </a:t>
            </a:r>
            <a:r>
              <a:rPr sz="1675" dirty="0">
                <a:latin typeface="Verdana" panose="020B0604030504040204"/>
                <a:cs typeface="Verdana" panose="020B0604030504040204"/>
              </a:rPr>
              <a:t>or</a:t>
            </a:r>
            <a:r>
              <a:rPr sz="1675" spc="22" dirty="0">
                <a:latin typeface="Verdana" panose="020B0604030504040204"/>
                <a:cs typeface="Verdana" panose="020B0604030504040204"/>
              </a:rPr>
              <a:t> </a:t>
            </a:r>
            <a:r>
              <a:rPr sz="1675" spc="-18" dirty="0">
                <a:latin typeface="Verdana" panose="020B0604030504040204"/>
                <a:cs typeface="Verdana" panose="020B0604030504040204"/>
              </a:rPr>
              <a:t>even </a:t>
            </a:r>
            <a:r>
              <a:rPr sz="1675" spc="-9" dirty="0">
                <a:latin typeface="Verdana" panose="020B0604030504040204"/>
                <a:cs typeface="Verdana" panose="020B0604030504040204"/>
              </a:rPr>
              <a:t>catastrophic</a:t>
            </a:r>
            <a:endParaRPr sz="1675">
              <a:latin typeface="Verdana" panose="020B0604030504040204"/>
              <a:cs typeface="Verdana" panose="020B0604030504040204"/>
            </a:endParaRPr>
          </a:p>
          <a:p>
            <a:pPr lvl="2">
              <a:spcBef>
                <a:spcPts val="540"/>
              </a:spcBef>
              <a:buClr>
                <a:srgbClr val="FFFFFF"/>
              </a:buClr>
              <a:buFont typeface="Wingdings" panose="05000000000000000000"/>
              <a:buChar char=""/>
            </a:pPr>
            <a:endParaRPr sz="1675">
              <a:latin typeface="Verdana" panose="020B0604030504040204"/>
              <a:cs typeface="Verdana" panose="020B0604030504040204"/>
            </a:endParaRPr>
          </a:p>
          <a:p>
            <a:pPr marL="668655" lvl="1" indent="-226060">
              <a:buFont typeface="Wingdings" panose="05000000000000000000"/>
              <a:buChar char=""/>
              <a:tabLst>
                <a:tab pos="668020" algn="l"/>
              </a:tabLst>
            </a:pPr>
            <a:r>
              <a:rPr sz="1855" spc="-9" dirty="0">
                <a:latin typeface="Verdana" panose="020B0604030504040204"/>
                <a:cs typeface="Verdana" panose="020B0604030504040204"/>
              </a:rPr>
              <a:t>Testers</a:t>
            </a:r>
            <a:r>
              <a:rPr sz="1855" spc="13" dirty="0">
                <a:latin typeface="Verdana" panose="020B0604030504040204"/>
                <a:cs typeface="Verdana" panose="020B0604030504040204"/>
              </a:rPr>
              <a:t> </a:t>
            </a:r>
            <a:r>
              <a:rPr sz="1855" dirty="0">
                <a:latin typeface="Verdana" panose="020B0604030504040204"/>
                <a:cs typeface="Verdana" panose="020B0604030504040204"/>
              </a:rPr>
              <a:t>and</a:t>
            </a:r>
            <a:r>
              <a:rPr sz="1855" spc="22" dirty="0">
                <a:latin typeface="Verdana" panose="020B0604030504040204"/>
                <a:cs typeface="Verdana" panose="020B0604030504040204"/>
              </a:rPr>
              <a:t> </a:t>
            </a:r>
            <a:r>
              <a:rPr sz="1855" dirty="0">
                <a:latin typeface="Verdana" panose="020B0604030504040204"/>
                <a:cs typeface="Verdana" panose="020B0604030504040204"/>
              </a:rPr>
              <a:t>developers</a:t>
            </a:r>
            <a:r>
              <a:rPr sz="1855" spc="13" dirty="0">
                <a:latin typeface="Verdana" panose="020B0604030504040204"/>
                <a:cs typeface="Verdana" panose="020B0604030504040204"/>
              </a:rPr>
              <a:t> </a:t>
            </a:r>
            <a:r>
              <a:rPr sz="1855" dirty="0">
                <a:latin typeface="Verdana" panose="020B0604030504040204"/>
                <a:cs typeface="Verdana" panose="020B0604030504040204"/>
              </a:rPr>
              <a:t>cooperate</a:t>
            </a:r>
            <a:r>
              <a:rPr sz="1855" spc="13" dirty="0">
                <a:latin typeface="Verdana" panose="020B0604030504040204"/>
                <a:cs typeface="Verdana" panose="020B0604030504040204"/>
              </a:rPr>
              <a:t> </a:t>
            </a:r>
            <a:r>
              <a:rPr sz="1855" dirty="0">
                <a:latin typeface="Verdana" panose="020B0604030504040204"/>
                <a:cs typeface="Verdana" panose="020B0604030504040204"/>
              </a:rPr>
              <a:t>to</a:t>
            </a:r>
            <a:r>
              <a:rPr sz="1855" spc="22" dirty="0">
                <a:latin typeface="Verdana" panose="020B0604030504040204"/>
                <a:cs typeface="Verdana" panose="020B0604030504040204"/>
              </a:rPr>
              <a:t> </a:t>
            </a:r>
            <a:r>
              <a:rPr sz="1855" dirty="0">
                <a:latin typeface="Verdana" panose="020B0604030504040204"/>
                <a:cs typeface="Verdana" panose="020B0604030504040204"/>
              </a:rPr>
              <a:t>reduce</a:t>
            </a:r>
            <a:r>
              <a:rPr sz="1855" spc="13" dirty="0">
                <a:latin typeface="Verdana" panose="020B0604030504040204"/>
                <a:cs typeface="Verdana" panose="020B0604030504040204"/>
              </a:rPr>
              <a:t> </a:t>
            </a:r>
            <a:r>
              <a:rPr sz="1855" spc="-18" dirty="0">
                <a:latin typeface="Verdana" panose="020B0604030504040204"/>
                <a:cs typeface="Verdana" panose="020B0604030504040204"/>
              </a:rPr>
              <a:t>risk</a:t>
            </a:r>
            <a:endParaRPr sz="1855">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294" y="401305"/>
            <a:ext cx="6858000" cy="849553"/>
          </a:xfrm>
          <a:prstGeom prst="rect">
            <a:avLst/>
          </a:prstGeom>
        </p:spPr>
        <p:txBody>
          <a:bodyPr vert="horz" wrap="square" lIns="0" tIns="231737" rIns="0" bIns="0" rtlCol="0" anchor="b" anchorCtr="0">
            <a:spAutoFit/>
          </a:bodyPr>
          <a:lstStyle/>
          <a:p>
            <a:pPr marL="182880">
              <a:spcBef>
                <a:spcPts val="90"/>
              </a:spcBef>
            </a:pPr>
            <a:r>
              <a:rPr spc="-66" dirty="0">
                <a:solidFill>
                  <a:schemeClr val="tx1"/>
                </a:solidFill>
              </a:rPr>
              <a:t>Levels</a:t>
            </a:r>
            <a:r>
              <a:rPr spc="-207" dirty="0">
                <a:solidFill>
                  <a:schemeClr val="tx1"/>
                </a:solidFill>
              </a:rPr>
              <a:t> </a:t>
            </a:r>
            <a:r>
              <a:rPr dirty="0">
                <a:solidFill>
                  <a:schemeClr val="tx1"/>
                </a:solidFill>
              </a:rPr>
              <a:t>4</a:t>
            </a:r>
            <a:r>
              <a:rPr spc="-397" dirty="0">
                <a:solidFill>
                  <a:schemeClr val="tx1"/>
                </a:solidFill>
              </a:rPr>
              <a:t> </a:t>
            </a:r>
            <a:r>
              <a:rPr dirty="0">
                <a:solidFill>
                  <a:schemeClr val="tx1"/>
                </a:solidFill>
              </a:rPr>
              <a:t>–</a:t>
            </a:r>
            <a:r>
              <a:rPr spc="-176" dirty="0">
                <a:solidFill>
                  <a:schemeClr val="tx1"/>
                </a:solidFill>
              </a:rPr>
              <a:t> </a:t>
            </a:r>
            <a:r>
              <a:rPr spc="-62" dirty="0">
                <a:solidFill>
                  <a:schemeClr val="tx1"/>
                </a:solidFill>
              </a:rPr>
              <a:t>Quality</a:t>
            </a:r>
            <a:r>
              <a:rPr spc="-172" dirty="0">
                <a:solidFill>
                  <a:schemeClr val="tx1"/>
                </a:solidFill>
              </a:rPr>
              <a:t> </a:t>
            </a:r>
            <a:r>
              <a:rPr spc="-49" dirty="0">
                <a:solidFill>
                  <a:schemeClr val="tx1"/>
                </a:solidFill>
              </a:rPr>
              <a:t>Improvement</a:t>
            </a:r>
            <a:endParaRPr spc="-49" dirty="0">
              <a:solidFill>
                <a:schemeClr val="tx1"/>
              </a:solidFill>
            </a:endParaRPr>
          </a:p>
        </p:txBody>
      </p:sp>
      <p:sp>
        <p:nvSpPr>
          <p:cNvPr id="6" name="object 6"/>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solidFill>
                  <a:schemeClr val="tx1"/>
                </a:solidFill>
              </a:rPr>
            </a:fld>
            <a:endParaRPr spc="-22" dirty="0">
              <a:solidFill>
                <a:schemeClr val="tx1"/>
              </a:solidFill>
            </a:endParaRPr>
          </a:p>
        </p:txBody>
      </p:sp>
      <p:sp>
        <p:nvSpPr>
          <p:cNvPr id="3" name="object 3"/>
          <p:cNvSpPr txBox="1"/>
          <p:nvPr/>
        </p:nvSpPr>
        <p:spPr>
          <a:xfrm>
            <a:off x="305080" y="1371600"/>
            <a:ext cx="8130428" cy="4430474"/>
          </a:xfrm>
          <a:prstGeom prst="rect">
            <a:avLst/>
          </a:prstGeom>
        </p:spPr>
        <p:txBody>
          <a:bodyPr vert="horz" wrap="square" lIns="0" tIns="11206" rIns="0" bIns="0" rtlCol="0">
            <a:spAutoFit/>
          </a:bodyPr>
          <a:lstStyle/>
          <a:p>
            <a:pPr marL="234950" indent="-223520">
              <a:spcBef>
                <a:spcPts val="90"/>
              </a:spcBef>
              <a:buClr>
                <a:srgbClr val="FFFFFF"/>
              </a:buClr>
              <a:buSzPct val="83000"/>
              <a:buFont typeface="Wingdings" panose="05000000000000000000"/>
              <a:buChar char=""/>
              <a:tabLst>
                <a:tab pos="234315" algn="l"/>
              </a:tabLst>
            </a:pPr>
            <a:r>
              <a:rPr sz="2030" dirty="0">
                <a:latin typeface="Verdana" panose="020B0604030504040204"/>
                <a:cs typeface="Verdana" panose="020B0604030504040204"/>
              </a:rPr>
              <a:t>Level</a:t>
            </a:r>
            <a:r>
              <a:rPr sz="2030" spc="66" dirty="0">
                <a:latin typeface="Verdana" panose="020B0604030504040204"/>
                <a:cs typeface="Verdana" panose="020B0604030504040204"/>
              </a:rPr>
              <a:t> </a:t>
            </a:r>
            <a:r>
              <a:rPr sz="2030" dirty="0">
                <a:latin typeface="Verdana" panose="020B0604030504040204"/>
                <a:cs typeface="Verdana" panose="020B0604030504040204"/>
              </a:rPr>
              <a:t>4:</a:t>
            </a:r>
            <a:r>
              <a:rPr sz="2030" spc="75" dirty="0">
                <a:latin typeface="Verdana" panose="020B0604030504040204"/>
                <a:cs typeface="Verdana" panose="020B0604030504040204"/>
              </a:rPr>
              <a:t> </a:t>
            </a:r>
            <a:r>
              <a:rPr sz="2030" dirty="0">
                <a:latin typeface="Verdana" panose="020B0604030504040204"/>
                <a:cs typeface="Verdana" panose="020B0604030504040204"/>
              </a:rPr>
              <a:t>To</a:t>
            </a:r>
            <a:r>
              <a:rPr sz="2030" spc="84" dirty="0">
                <a:latin typeface="Verdana" panose="020B0604030504040204"/>
                <a:cs typeface="Verdana" panose="020B0604030504040204"/>
              </a:rPr>
              <a:t> </a:t>
            </a:r>
            <a:r>
              <a:rPr sz="2030" dirty="0">
                <a:latin typeface="Verdana" panose="020B0604030504040204"/>
                <a:cs typeface="Verdana" panose="020B0604030504040204"/>
              </a:rPr>
              <a:t>increase</a:t>
            </a:r>
            <a:r>
              <a:rPr sz="2030" spc="84" dirty="0">
                <a:latin typeface="Verdana" panose="020B0604030504040204"/>
                <a:cs typeface="Verdana" panose="020B0604030504040204"/>
              </a:rPr>
              <a:t> </a:t>
            </a:r>
            <a:r>
              <a:rPr sz="2030" dirty="0">
                <a:latin typeface="Verdana" panose="020B0604030504040204"/>
                <a:cs typeface="Verdana" panose="020B0604030504040204"/>
              </a:rPr>
              <a:t>quality</a:t>
            </a:r>
            <a:r>
              <a:rPr sz="2030" spc="84" dirty="0">
                <a:latin typeface="Verdana" panose="020B0604030504040204"/>
                <a:cs typeface="Verdana" panose="020B0604030504040204"/>
              </a:rPr>
              <a:t> </a:t>
            </a:r>
            <a:r>
              <a:rPr sz="2030" dirty="0">
                <a:latin typeface="Verdana" panose="020B0604030504040204"/>
                <a:cs typeface="Verdana" panose="020B0604030504040204"/>
              </a:rPr>
              <a:t>of</a:t>
            </a:r>
            <a:r>
              <a:rPr sz="2030" spc="75" dirty="0">
                <a:latin typeface="Verdana" panose="020B0604030504040204"/>
                <a:cs typeface="Verdana" panose="020B0604030504040204"/>
              </a:rPr>
              <a:t> </a:t>
            </a:r>
            <a:r>
              <a:rPr sz="2030" dirty="0">
                <a:latin typeface="Verdana" panose="020B0604030504040204"/>
                <a:cs typeface="Verdana" panose="020B0604030504040204"/>
              </a:rPr>
              <a:t>the</a:t>
            </a:r>
            <a:r>
              <a:rPr sz="2030" spc="88" dirty="0">
                <a:latin typeface="Verdana" panose="020B0604030504040204"/>
                <a:cs typeface="Verdana" panose="020B0604030504040204"/>
              </a:rPr>
              <a:t> </a:t>
            </a:r>
            <a:r>
              <a:rPr sz="2030" spc="-9" dirty="0">
                <a:latin typeface="Verdana" panose="020B0604030504040204"/>
                <a:cs typeface="Verdana" panose="020B0604030504040204"/>
              </a:rPr>
              <a:t>software</a:t>
            </a:r>
            <a:endParaRPr sz="2030" dirty="0">
              <a:latin typeface="Verdana" panose="020B0604030504040204"/>
              <a:cs typeface="Verdana" panose="020B0604030504040204"/>
            </a:endParaRPr>
          </a:p>
          <a:p>
            <a:pPr marL="668655" lvl="1" indent="-226060">
              <a:spcBef>
                <a:spcPts val="1720"/>
              </a:spcBef>
              <a:buFont typeface="Wingdings" panose="05000000000000000000"/>
              <a:buChar char=""/>
              <a:tabLst>
                <a:tab pos="668020" algn="l"/>
              </a:tabLst>
            </a:pPr>
            <a:r>
              <a:rPr sz="1855" dirty="0">
                <a:latin typeface="Verdana" panose="020B0604030504040204"/>
                <a:cs typeface="Verdana" panose="020B0604030504040204"/>
              </a:rPr>
              <a:t>Testing</a:t>
            </a:r>
            <a:r>
              <a:rPr sz="1855" spc="31" dirty="0">
                <a:latin typeface="Verdana" panose="020B0604030504040204"/>
                <a:cs typeface="Verdana" panose="020B0604030504040204"/>
              </a:rPr>
              <a:t> </a:t>
            </a:r>
            <a:r>
              <a:rPr sz="1855" dirty="0">
                <a:latin typeface="Verdana" panose="020B0604030504040204"/>
                <a:cs typeface="Verdana" panose="020B0604030504040204"/>
              </a:rPr>
              <a:t>should</a:t>
            </a:r>
            <a:r>
              <a:rPr sz="1855" spc="31" dirty="0">
                <a:latin typeface="Verdana" panose="020B0604030504040204"/>
                <a:cs typeface="Verdana" panose="020B0604030504040204"/>
              </a:rPr>
              <a:t> </a:t>
            </a:r>
            <a:r>
              <a:rPr sz="1855" dirty="0">
                <a:latin typeface="Verdana" panose="020B0604030504040204"/>
                <a:cs typeface="Verdana" panose="020B0604030504040204"/>
              </a:rPr>
              <a:t>be</a:t>
            </a:r>
            <a:r>
              <a:rPr sz="1855" spc="22" dirty="0">
                <a:latin typeface="Verdana" panose="020B0604030504040204"/>
                <a:cs typeface="Verdana" panose="020B0604030504040204"/>
              </a:rPr>
              <a:t> </a:t>
            </a:r>
            <a:r>
              <a:rPr sz="1855" dirty="0">
                <a:latin typeface="Verdana" panose="020B0604030504040204"/>
                <a:cs typeface="Verdana" panose="020B0604030504040204"/>
              </a:rPr>
              <a:t>an</a:t>
            </a:r>
            <a:r>
              <a:rPr sz="1855" spc="26" dirty="0">
                <a:latin typeface="Verdana" panose="020B0604030504040204"/>
                <a:cs typeface="Verdana" panose="020B0604030504040204"/>
              </a:rPr>
              <a:t> </a:t>
            </a:r>
            <a:r>
              <a:rPr sz="1855" dirty="0">
                <a:latin typeface="Verdana" panose="020B0604030504040204"/>
                <a:cs typeface="Verdana" panose="020B0604030504040204"/>
              </a:rPr>
              <a:t>integral</a:t>
            </a:r>
            <a:r>
              <a:rPr sz="1855" spc="18" dirty="0">
                <a:latin typeface="Verdana" panose="020B0604030504040204"/>
                <a:cs typeface="Verdana" panose="020B0604030504040204"/>
              </a:rPr>
              <a:t> </a:t>
            </a:r>
            <a:r>
              <a:rPr sz="1855" dirty="0">
                <a:latin typeface="Verdana" panose="020B0604030504040204"/>
                <a:cs typeface="Verdana" panose="020B0604030504040204"/>
              </a:rPr>
              <a:t>part</a:t>
            </a:r>
            <a:r>
              <a:rPr sz="1855" spc="22" dirty="0">
                <a:latin typeface="Verdana" panose="020B0604030504040204"/>
                <a:cs typeface="Verdana" panose="020B0604030504040204"/>
              </a:rPr>
              <a:t> </a:t>
            </a:r>
            <a:r>
              <a:rPr sz="1855" dirty="0">
                <a:latin typeface="Verdana" panose="020B0604030504040204"/>
                <a:cs typeface="Verdana" panose="020B0604030504040204"/>
              </a:rPr>
              <a:t>of</a:t>
            </a:r>
            <a:r>
              <a:rPr sz="1855" spc="18" dirty="0">
                <a:latin typeface="Verdana" panose="020B0604030504040204"/>
                <a:cs typeface="Verdana" panose="020B0604030504040204"/>
              </a:rPr>
              <a:t> </a:t>
            </a:r>
            <a:r>
              <a:rPr sz="1855" dirty="0">
                <a:latin typeface="Verdana" panose="020B0604030504040204"/>
                <a:cs typeface="Verdana" panose="020B0604030504040204"/>
              </a:rPr>
              <a:t>the</a:t>
            </a:r>
            <a:r>
              <a:rPr sz="1855" spc="22" dirty="0">
                <a:latin typeface="Verdana" panose="020B0604030504040204"/>
                <a:cs typeface="Verdana" panose="020B0604030504040204"/>
              </a:rPr>
              <a:t> </a:t>
            </a:r>
            <a:r>
              <a:rPr sz="1855" dirty="0">
                <a:latin typeface="Verdana" panose="020B0604030504040204"/>
                <a:cs typeface="Verdana" panose="020B0604030504040204"/>
              </a:rPr>
              <a:t>development</a:t>
            </a:r>
            <a:r>
              <a:rPr sz="1855" spc="22" dirty="0">
                <a:latin typeface="Verdana" panose="020B0604030504040204"/>
                <a:cs typeface="Verdana" panose="020B0604030504040204"/>
              </a:rPr>
              <a:t> </a:t>
            </a:r>
            <a:r>
              <a:rPr sz="1855" spc="-9" dirty="0">
                <a:latin typeface="Verdana" panose="020B0604030504040204"/>
                <a:cs typeface="Verdana" panose="020B0604030504040204"/>
              </a:rPr>
              <a:t>process</a:t>
            </a:r>
            <a:endParaRPr sz="1855" dirty="0">
              <a:latin typeface="Verdana" panose="020B0604030504040204"/>
              <a:cs typeface="Verdana" panose="020B0604030504040204"/>
            </a:endParaRPr>
          </a:p>
          <a:p>
            <a:pPr marL="668655" marR="17145" lvl="1" indent="-226060">
              <a:lnSpc>
                <a:spcPct val="104000"/>
              </a:lnSpc>
              <a:spcBef>
                <a:spcPts val="1295"/>
              </a:spcBef>
              <a:buFont typeface="Wingdings" panose="05000000000000000000"/>
              <a:buChar char=""/>
              <a:tabLst>
                <a:tab pos="668020" algn="l"/>
              </a:tabLst>
            </a:pPr>
            <a:r>
              <a:rPr sz="1855" spc="-9" dirty="0">
                <a:latin typeface="Verdana" panose="020B0604030504040204"/>
                <a:cs typeface="Verdana" panose="020B0604030504040204"/>
              </a:rPr>
              <a:t>Testers</a:t>
            </a:r>
            <a:r>
              <a:rPr sz="1855" spc="26" dirty="0">
                <a:latin typeface="Verdana" panose="020B0604030504040204"/>
                <a:cs typeface="Verdana" panose="020B0604030504040204"/>
              </a:rPr>
              <a:t> </a:t>
            </a:r>
            <a:r>
              <a:rPr sz="1855" dirty="0">
                <a:latin typeface="Verdana" panose="020B0604030504040204"/>
                <a:cs typeface="Verdana" panose="020B0604030504040204"/>
              </a:rPr>
              <a:t>become</a:t>
            </a:r>
            <a:r>
              <a:rPr sz="1855" spc="31" dirty="0">
                <a:latin typeface="Verdana" panose="020B0604030504040204"/>
                <a:cs typeface="Verdana" panose="020B0604030504040204"/>
              </a:rPr>
              <a:t> </a:t>
            </a:r>
            <a:r>
              <a:rPr sz="1855" dirty="0">
                <a:latin typeface="Verdana" panose="020B0604030504040204"/>
                <a:cs typeface="Verdana" panose="020B0604030504040204"/>
              </a:rPr>
              <a:t>technical</a:t>
            </a:r>
            <a:r>
              <a:rPr sz="1855" spc="26" dirty="0">
                <a:latin typeface="Verdana" panose="020B0604030504040204"/>
                <a:cs typeface="Verdana" panose="020B0604030504040204"/>
              </a:rPr>
              <a:t> </a:t>
            </a:r>
            <a:r>
              <a:rPr sz="1855" dirty="0">
                <a:latin typeface="Verdana" panose="020B0604030504040204"/>
                <a:cs typeface="Verdana" panose="020B0604030504040204"/>
              </a:rPr>
              <a:t>leaders</a:t>
            </a:r>
            <a:r>
              <a:rPr sz="1855" spc="13" dirty="0">
                <a:latin typeface="Verdana" panose="020B0604030504040204"/>
                <a:cs typeface="Verdana" panose="020B0604030504040204"/>
              </a:rPr>
              <a:t> </a:t>
            </a:r>
            <a:r>
              <a:rPr sz="1855" dirty="0">
                <a:latin typeface="Wingdings" panose="05000000000000000000"/>
                <a:cs typeface="Wingdings" panose="05000000000000000000"/>
              </a:rPr>
              <a:t></a:t>
            </a:r>
            <a:r>
              <a:rPr sz="1855" spc="238" dirty="0">
                <a:latin typeface="Times New Roman" panose="02020603050405020304"/>
                <a:cs typeface="Times New Roman" panose="02020603050405020304"/>
              </a:rPr>
              <a:t> </a:t>
            </a:r>
            <a:r>
              <a:rPr sz="1855" dirty="0">
                <a:latin typeface="Verdana" panose="020B0604030504040204"/>
                <a:cs typeface="Verdana" panose="020B0604030504040204"/>
              </a:rPr>
              <a:t>measuring</a:t>
            </a:r>
            <a:r>
              <a:rPr sz="1855" spc="40" dirty="0">
                <a:latin typeface="Verdana" panose="020B0604030504040204"/>
                <a:cs typeface="Verdana" panose="020B0604030504040204"/>
              </a:rPr>
              <a:t> </a:t>
            </a:r>
            <a:r>
              <a:rPr sz="1855" dirty="0">
                <a:latin typeface="Verdana" panose="020B0604030504040204"/>
                <a:cs typeface="Verdana" panose="020B0604030504040204"/>
              </a:rPr>
              <a:t>and</a:t>
            </a:r>
            <a:r>
              <a:rPr sz="1855" spc="35" dirty="0">
                <a:latin typeface="Verdana" panose="020B0604030504040204"/>
                <a:cs typeface="Verdana" panose="020B0604030504040204"/>
              </a:rPr>
              <a:t> </a:t>
            </a:r>
            <a:r>
              <a:rPr sz="1855" spc="-9" dirty="0">
                <a:latin typeface="Verdana" panose="020B0604030504040204"/>
                <a:cs typeface="Verdana" panose="020B0604030504040204"/>
              </a:rPr>
              <a:t>improving </a:t>
            </a:r>
            <a:r>
              <a:rPr sz="1855" dirty="0">
                <a:latin typeface="Verdana" panose="020B0604030504040204"/>
                <a:cs typeface="Verdana" panose="020B0604030504040204"/>
              </a:rPr>
              <a:t>software</a:t>
            </a:r>
            <a:r>
              <a:rPr sz="1855" spc="35" dirty="0">
                <a:latin typeface="Verdana" panose="020B0604030504040204"/>
                <a:cs typeface="Verdana" panose="020B0604030504040204"/>
              </a:rPr>
              <a:t> </a:t>
            </a:r>
            <a:r>
              <a:rPr sz="1855" spc="-9" dirty="0">
                <a:latin typeface="Verdana" panose="020B0604030504040204"/>
                <a:cs typeface="Verdana" panose="020B0604030504040204"/>
              </a:rPr>
              <a:t>quality</a:t>
            </a:r>
            <a:endParaRPr sz="1855" dirty="0">
              <a:latin typeface="Verdana" panose="020B0604030504040204"/>
              <a:cs typeface="Verdana" panose="020B0604030504040204"/>
            </a:endParaRPr>
          </a:p>
          <a:p>
            <a:pPr marL="1154430" lvl="2" indent="-243840">
              <a:spcBef>
                <a:spcPts val="1045"/>
              </a:spcBef>
              <a:buClr>
                <a:srgbClr val="FFFFFF"/>
              </a:buClr>
              <a:buFont typeface="Wingdings" panose="05000000000000000000"/>
              <a:buChar char=""/>
              <a:tabLst>
                <a:tab pos="1153795" algn="l"/>
              </a:tabLst>
            </a:pPr>
            <a:r>
              <a:rPr sz="1675" dirty="0">
                <a:latin typeface="Verdana" panose="020B0604030504040204"/>
                <a:cs typeface="Verdana" panose="020B0604030504040204"/>
              </a:rPr>
              <a:t>Help</a:t>
            </a:r>
            <a:r>
              <a:rPr sz="1675" spc="13" dirty="0">
                <a:latin typeface="Verdana" panose="020B0604030504040204"/>
                <a:cs typeface="Verdana" panose="020B0604030504040204"/>
              </a:rPr>
              <a:t> </a:t>
            </a:r>
            <a:r>
              <a:rPr sz="1675" dirty="0">
                <a:latin typeface="Verdana" panose="020B0604030504040204"/>
                <a:cs typeface="Verdana" panose="020B0604030504040204"/>
              </a:rPr>
              <a:t>developers</a:t>
            </a:r>
            <a:r>
              <a:rPr sz="1675" spc="9" dirty="0">
                <a:latin typeface="Verdana" panose="020B0604030504040204"/>
                <a:cs typeface="Verdana" panose="020B0604030504040204"/>
              </a:rPr>
              <a:t> </a:t>
            </a:r>
            <a:r>
              <a:rPr sz="1675" dirty="0">
                <a:latin typeface="Verdana" panose="020B0604030504040204"/>
                <a:cs typeface="Verdana" panose="020B0604030504040204"/>
              </a:rPr>
              <a:t>improve</a:t>
            </a:r>
            <a:r>
              <a:rPr sz="1675" spc="13" dirty="0">
                <a:latin typeface="Verdana" panose="020B0604030504040204"/>
                <a:cs typeface="Verdana" panose="020B0604030504040204"/>
              </a:rPr>
              <a:t> </a:t>
            </a:r>
            <a:r>
              <a:rPr sz="1675" dirty="0">
                <a:latin typeface="Verdana" panose="020B0604030504040204"/>
                <a:cs typeface="Verdana" panose="020B0604030504040204"/>
              </a:rPr>
              <a:t>the</a:t>
            </a:r>
            <a:r>
              <a:rPr sz="1675" spc="18" dirty="0">
                <a:latin typeface="Verdana" panose="020B0604030504040204"/>
                <a:cs typeface="Verdana" panose="020B0604030504040204"/>
              </a:rPr>
              <a:t> </a:t>
            </a:r>
            <a:r>
              <a:rPr sz="1675" dirty="0">
                <a:latin typeface="Verdana" panose="020B0604030504040204"/>
                <a:cs typeface="Verdana" panose="020B0604030504040204"/>
              </a:rPr>
              <a:t>ability</a:t>
            </a:r>
            <a:r>
              <a:rPr sz="1675" spc="13" dirty="0">
                <a:latin typeface="Verdana" panose="020B0604030504040204"/>
                <a:cs typeface="Verdana" panose="020B0604030504040204"/>
              </a:rPr>
              <a:t> </a:t>
            </a:r>
            <a:r>
              <a:rPr sz="1675" dirty="0">
                <a:latin typeface="Verdana" panose="020B0604030504040204"/>
                <a:cs typeface="Verdana" panose="020B0604030504040204"/>
              </a:rPr>
              <a:t>to</a:t>
            </a:r>
            <a:r>
              <a:rPr sz="1675" spc="9" dirty="0">
                <a:latin typeface="Verdana" panose="020B0604030504040204"/>
                <a:cs typeface="Verdana" panose="020B0604030504040204"/>
              </a:rPr>
              <a:t> </a:t>
            </a:r>
            <a:r>
              <a:rPr sz="1675" dirty="0">
                <a:latin typeface="Verdana" panose="020B0604030504040204"/>
                <a:cs typeface="Verdana" panose="020B0604030504040204"/>
              </a:rPr>
              <a:t>produce</a:t>
            </a:r>
            <a:r>
              <a:rPr sz="1675" spc="18" dirty="0">
                <a:latin typeface="Verdana" panose="020B0604030504040204"/>
                <a:cs typeface="Verdana" panose="020B0604030504040204"/>
              </a:rPr>
              <a:t> </a:t>
            </a:r>
            <a:r>
              <a:rPr sz="1675" dirty="0">
                <a:latin typeface="Verdana" panose="020B0604030504040204"/>
                <a:cs typeface="Verdana" panose="020B0604030504040204"/>
              </a:rPr>
              <a:t>quality</a:t>
            </a:r>
            <a:r>
              <a:rPr sz="1675" spc="13" dirty="0">
                <a:latin typeface="Verdana" panose="020B0604030504040204"/>
                <a:cs typeface="Verdana" panose="020B0604030504040204"/>
              </a:rPr>
              <a:t> </a:t>
            </a:r>
            <a:r>
              <a:rPr sz="1675" spc="-9" dirty="0">
                <a:latin typeface="Verdana" panose="020B0604030504040204"/>
                <a:cs typeface="Verdana" panose="020B0604030504040204"/>
              </a:rPr>
              <a:t>software</a:t>
            </a:r>
            <a:endParaRPr sz="1675" dirty="0">
              <a:latin typeface="Verdana" panose="020B0604030504040204"/>
              <a:cs typeface="Verdana" panose="020B0604030504040204"/>
            </a:endParaRPr>
          </a:p>
          <a:p>
            <a:pPr marL="1154430" lvl="2" indent="-243840">
              <a:spcBef>
                <a:spcPts val="635"/>
              </a:spcBef>
              <a:buClr>
                <a:srgbClr val="FFFFFF"/>
              </a:buClr>
              <a:buFont typeface="Wingdings" panose="05000000000000000000"/>
              <a:buChar char=""/>
              <a:tabLst>
                <a:tab pos="1153795" algn="l"/>
              </a:tabLst>
            </a:pPr>
            <a:r>
              <a:rPr sz="1675" spc="-9" dirty="0">
                <a:latin typeface="Verdana" panose="020B0604030504040204"/>
                <a:cs typeface="Verdana" panose="020B0604030504040204"/>
              </a:rPr>
              <a:t>Train</a:t>
            </a:r>
            <a:r>
              <a:rPr sz="1675" spc="-137" dirty="0">
                <a:latin typeface="Verdana" panose="020B0604030504040204"/>
                <a:cs typeface="Verdana" panose="020B0604030504040204"/>
              </a:rPr>
              <a:t> </a:t>
            </a:r>
            <a:r>
              <a:rPr sz="1675" spc="-9" dirty="0">
                <a:latin typeface="Verdana" panose="020B0604030504040204"/>
                <a:cs typeface="Verdana" panose="020B0604030504040204"/>
              </a:rPr>
              <a:t>developers</a:t>
            </a:r>
            <a:endParaRPr sz="1675" dirty="0">
              <a:latin typeface="Verdana" panose="020B0604030504040204"/>
              <a:cs typeface="Verdana" panose="020B0604030504040204"/>
            </a:endParaRPr>
          </a:p>
          <a:p>
            <a:pPr marL="668655" lvl="1" indent="-226060">
              <a:spcBef>
                <a:spcPts val="1410"/>
              </a:spcBef>
              <a:buFont typeface="Wingdings" panose="05000000000000000000"/>
              <a:buChar char=""/>
              <a:tabLst>
                <a:tab pos="668020" algn="l"/>
              </a:tabLst>
            </a:pPr>
            <a:r>
              <a:rPr sz="1855" spc="-9" dirty="0">
                <a:latin typeface="Verdana" panose="020B0604030504040204"/>
                <a:cs typeface="Verdana" panose="020B0604030504040204"/>
              </a:rPr>
              <a:t>Testers</a:t>
            </a:r>
            <a:r>
              <a:rPr sz="1855" spc="18" dirty="0">
                <a:latin typeface="Verdana" panose="020B0604030504040204"/>
                <a:cs typeface="Verdana" panose="020B0604030504040204"/>
              </a:rPr>
              <a:t> </a:t>
            </a:r>
            <a:r>
              <a:rPr sz="1855" dirty="0">
                <a:latin typeface="Verdana" panose="020B0604030504040204"/>
                <a:cs typeface="Verdana" panose="020B0604030504040204"/>
              </a:rPr>
              <a:t>and</a:t>
            </a:r>
            <a:r>
              <a:rPr sz="1855" spc="26" dirty="0">
                <a:latin typeface="Verdana" panose="020B0604030504040204"/>
                <a:cs typeface="Verdana" panose="020B0604030504040204"/>
              </a:rPr>
              <a:t> </a:t>
            </a:r>
            <a:r>
              <a:rPr sz="1855" dirty="0">
                <a:latin typeface="Verdana" panose="020B0604030504040204"/>
                <a:cs typeface="Verdana" panose="020B0604030504040204"/>
              </a:rPr>
              <a:t>developers</a:t>
            </a:r>
            <a:r>
              <a:rPr sz="1855" spc="18" dirty="0">
                <a:latin typeface="Verdana" panose="020B0604030504040204"/>
                <a:cs typeface="Verdana" panose="020B0604030504040204"/>
              </a:rPr>
              <a:t> </a:t>
            </a:r>
            <a:r>
              <a:rPr sz="1855" dirty="0">
                <a:latin typeface="Verdana" panose="020B0604030504040204"/>
                <a:cs typeface="Verdana" panose="020B0604030504040204"/>
              </a:rPr>
              <a:t>cooperate</a:t>
            </a:r>
            <a:r>
              <a:rPr sz="1855" spc="22" dirty="0">
                <a:latin typeface="Verdana" panose="020B0604030504040204"/>
                <a:cs typeface="Verdana" panose="020B0604030504040204"/>
              </a:rPr>
              <a:t> </a:t>
            </a:r>
            <a:r>
              <a:rPr sz="1855" dirty="0">
                <a:latin typeface="Verdana" panose="020B0604030504040204"/>
                <a:cs typeface="Verdana" panose="020B0604030504040204"/>
              </a:rPr>
              <a:t>to</a:t>
            </a:r>
            <a:r>
              <a:rPr sz="1855" spc="22" dirty="0">
                <a:latin typeface="Verdana" panose="020B0604030504040204"/>
                <a:cs typeface="Verdana" panose="020B0604030504040204"/>
              </a:rPr>
              <a:t> </a:t>
            </a:r>
            <a:r>
              <a:rPr sz="1855" dirty="0">
                <a:latin typeface="Verdana" panose="020B0604030504040204"/>
                <a:cs typeface="Verdana" panose="020B0604030504040204"/>
              </a:rPr>
              <a:t>improve</a:t>
            </a:r>
            <a:r>
              <a:rPr sz="1855" spc="18" dirty="0">
                <a:latin typeface="Verdana" panose="020B0604030504040204"/>
                <a:cs typeface="Verdana" panose="020B0604030504040204"/>
              </a:rPr>
              <a:t> </a:t>
            </a:r>
            <a:r>
              <a:rPr sz="1855" dirty="0">
                <a:latin typeface="Verdana" panose="020B0604030504040204"/>
                <a:cs typeface="Verdana" panose="020B0604030504040204"/>
              </a:rPr>
              <a:t>the</a:t>
            </a:r>
            <a:r>
              <a:rPr sz="1855" spc="18" dirty="0">
                <a:latin typeface="Verdana" panose="020B0604030504040204"/>
                <a:cs typeface="Verdana" panose="020B0604030504040204"/>
              </a:rPr>
              <a:t> </a:t>
            </a:r>
            <a:r>
              <a:rPr sz="1855" spc="-9" dirty="0">
                <a:latin typeface="Verdana" panose="020B0604030504040204"/>
                <a:cs typeface="Verdana" panose="020B0604030504040204"/>
              </a:rPr>
              <a:t>quality</a:t>
            </a:r>
            <a:endParaRPr sz="1855" dirty="0">
              <a:latin typeface="Verdana" panose="020B0604030504040204"/>
              <a:cs typeface="Verdana" panose="020B0604030504040204"/>
            </a:endParaRPr>
          </a:p>
          <a:p>
            <a:pPr lvl="1">
              <a:spcBef>
                <a:spcPts val="1980"/>
              </a:spcBef>
              <a:buClr>
                <a:srgbClr val="FFFFFF"/>
              </a:buClr>
              <a:buFont typeface="Wingdings" panose="05000000000000000000"/>
              <a:buChar char=""/>
            </a:pPr>
            <a:endParaRPr sz="1855" dirty="0">
              <a:latin typeface="Verdana" panose="020B0604030504040204"/>
              <a:cs typeface="Verdana" panose="020B0604030504040204"/>
            </a:endParaRPr>
          </a:p>
          <a:p>
            <a:pPr marL="668655" lvl="1" indent="-226060">
              <a:buFont typeface="Wingdings" panose="05000000000000000000"/>
              <a:buChar char=""/>
              <a:tabLst>
                <a:tab pos="668020" algn="l"/>
              </a:tabLst>
            </a:pPr>
            <a:r>
              <a:rPr sz="1855" dirty="0">
                <a:latin typeface="Verdana" panose="020B0604030504040204"/>
                <a:cs typeface="Verdana" panose="020B0604030504040204"/>
              </a:rPr>
              <a:t>Example</a:t>
            </a:r>
            <a:r>
              <a:rPr sz="1855" dirty="0" smtClean="0">
                <a:latin typeface="Verdana" panose="020B0604030504040204"/>
                <a:cs typeface="Verdana" panose="020B0604030504040204"/>
              </a:rPr>
              <a:t>:</a:t>
            </a:r>
            <a:r>
              <a:rPr lang="en-US" sz="1855" dirty="0" smtClean="0">
                <a:latin typeface="Verdana" panose="020B0604030504040204"/>
                <a:cs typeface="Verdana" panose="020B0604030504040204"/>
              </a:rPr>
              <a:t> </a:t>
            </a:r>
            <a:r>
              <a:rPr lang="en-US" sz="1600" dirty="0"/>
              <a:t>A team practices </a:t>
            </a:r>
            <a:r>
              <a:rPr lang="en-US" sz="1600" b="1" dirty="0"/>
              <a:t>Test-Driven Development (TDD)</a:t>
            </a:r>
            <a:r>
              <a:rPr lang="en-US" sz="1600" dirty="0"/>
              <a:t>. Before writing a single line of feature code, the developer writes a test case. This forces them to think about edge cases and clear interfaces early. Because the code is "designed for testability," the final product is naturally higher quality and has fewer bugs from the start.</a:t>
            </a:r>
            <a:endParaRPr sz="1675" dirty="0">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294" y="401305"/>
            <a:ext cx="6858000" cy="849553"/>
          </a:xfrm>
          <a:prstGeom prst="rect">
            <a:avLst/>
          </a:prstGeom>
        </p:spPr>
        <p:txBody>
          <a:bodyPr vert="horz" wrap="square" lIns="0" tIns="231737" rIns="0" bIns="0" rtlCol="0" anchor="b" anchorCtr="0">
            <a:spAutoFit/>
          </a:bodyPr>
          <a:lstStyle/>
          <a:p>
            <a:pPr marL="328930">
              <a:spcBef>
                <a:spcPts val="90"/>
              </a:spcBef>
            </a:pPr>
            <a:r>
              <a:rPr dirty="0"/>
              <a:t>How</a:t>
            </a:r>
            <a:r>
              <a:rPr spc="-251" dirty="0"/>
              <a:t> </a:t>
            </a:r>
            <a:r>
              <a:rPr spc="-75" dirty="0"/>
              <a:t>“Mature”</a:t>
            </a:r>
            <a:r>
              <a:rPr spc="-229" dirty="0"/>
              <a:t> </a:t>
            </a:r>
            <a:r>
              <a:rPr dirty="0"/>
              <a:t>is</a:t>
            </a:r>
            <a:r>
              <a:rPr spc="-238" dirty="0"/>
              <a:t> </a:t>
            </a:r>
            <a:r>
              <a:rPr spc="-49" dirty="0"/>
              <a:t>Your</a:t>
            </a:r>
            <a:r>
              <a:rPr spc="-234" dirty="0"/>
              <a:t> </a:t>
            </a:r>
            <a:r>
              <a:rPr spc="-31" dirty="0"/>
              <a:t>Testing?</a:t>
            </a:r>
            <a:endParaRPr spc="-31" dirty="0"/>
          </a:p>
        </p:txBody>
      </p:sp>
      <p:sp>
        <p:nvSpPr>
          <p:cNvPr id="6" name="object 6"/>
          <p:cNvSpPr txBox="1">
            <a:spLocks noGrp="1"/>
          </p:cNvSpPr>
          <p:nvPr>
            <p:ph type="sldNum" sz="quarter" idx="12"/>
          </p:nvPr>
        </p:nvSpPr>
        <p:spPr>
          <a:xfrm>
            <a:off x="263562" y="5604438"/>
            <a:ext cx="403412" cy="153888"/>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fld>
            <a:endParaRPr spc="-22" dirty="0"/>
          </a:p>
        </p:txBody>
      </p:sp>
      <p:sp>
        <p:nvSpPr>
          <p:cNvPr id="3" name="object 3"/>
          <p:cNvSpPr txBox="1"/>
          <p:nvPr/>
        </p:nvSpPr>
        <p:spPr>
          <a:xfrm>
            <a:off x="372214" y="2066364"/>
            <a:ext cx="8390965" cy="1736636"/>
          </a:xfrm>
          <a:prstGeom prst="rect">
            <a:avLst/>
          </a:prstGeom>
          <a:solidFill>
            <a:srgbClr val="242852"/>
          </a:solidFill>
          <a:ln w="10159">
            <a:solidFill>
              <a:srgbClr val="ACCBF9"/>
            </a:solidFill>
          </a:ln>
        </p:spPr>
        <p:txBody>
          <a:bodyPr vert="horz" wrap="square" lIns="0" tIns="259976" rIns="0" bIns="0" rtlCol="0">
            <a:spAutoFit/>
          </a:bodyPr>
          <a:lstStyle/>
          <a:p>
            <a:pPr>
              <a:spcBef>
                <a:spcPts val="2045"/>
              </a:spcBef>
            </a:pPr>
            <a:endParaRPr sz="2295">
              <a:latin typeface="Times New Roman" panose="02020603050405020304"/>
              <a:cs typeface="Times New Roman" panose="02020603050405020304"/>
            </a:endParaRPr>
          </a:p>
          <a:p>
            <a:pPr marL="1270" algn="ctr"/>
            <a:r>
              <a:rPr sz="2295" dirty="0">
                <a:solidFill>
                  <a:srgbClr val="FFFFFF"/>
                </a:solidFill>
                <a:latin typeface="Verdana" panose="020B0604030504040204"/>
                <a:cs typeface="Verdana" panose="020B0604030504040204"/>
              </a:rPr>
              <a:t>Are</a:t>
            </a:r>
            <a:r>
              <a:rPr sz="2295" spc="-57"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you</a:t>
            </a:r>
            <a:r>
              <a:rPr sz="2295" spc="-44"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at</a:t>
            </a:r>
            <a:r>
              <a:rPr sz="2295" spc="-44"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level</a:t>
            </a:r>
            <a:r>
              <a:rPr sz="2295" spc="-35"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0,</a:t>
            </a:r>
            <a:r>
              <a:rPr sz="2295" spc="-44"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1,</a:t>
            </a:r>
            <a:r>
              <a:rPr sz="2295" spc="-40"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2,</a:t>
            </a:r>
            <a:r>
              <a:rPr sz="2295" spc="-44"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3,</a:t>
            </a:r>
            <a:r>
              <a:rPr sz="2295" spc="-40" dirty="0">
                <a:solidFill>
                  <a:srgbClr val="FFFFFF"/>
                </a:solidFill>
                <a:latin typeface="Verdana" panose="020B0604030504040204"/>
                <a:cs typeface="Verdana" panose="020B0604030504040204"/>
              </a:rPr>
              <a:t> </a:t>
            </a:r>
            <a:r>
              <a:rPr sz="2295" dirty="0">
                <a:solidFill>
                  <a:srgbClr val="FFFFFF"/>
                </a:solidFill>
                <a:latin typeface="Verdana" panose="020B0604030504040204"/>
                <a:cs typeface="Verdana" panose="020B0604030504040204"/>
              </a:rPr>
              <a:t>or</a:t>
            </a:r>
            <a:r>
              <a:rPr sz="2295" spc="-49" dirty="0">
                <a:solidFill>
                  <a:srgbClr val="FFFFFF"/>
                </a:solidFill>
                <a:latin typeface="Verdana" panose="020B0604030504040204"/>
                <a:cs typeface="Verdana" panose="020B0604030504040204"/>
              </a:rPr>
              <a:t> </a:t>
            </a:r>
            <a:r>
              <a:rPr sz="2295" spc="-22" dirty="0">
                <a:solidFill>
                  <a:srgbClr val="FFFFFF"/>
                </a:solidFill>
                <a:latin typeface="Verdana" panose="020B0604030504040204"/>
                <a:cs typeface="Verdana" panose="020B0604030504040204"/>
              </a:rPr>
              <a:t>4?</a:t>
            </a:r>
            <a:endParaRPr sz="2295">
              <a:latin typeface="Verdana" panose="020B0604030504040204"/>
              <a:cs typeface="Verdana" panose="020B0604030504040204"/>
            </a:endParaRPr>
          </a:p>
          <a:p>
            <a:pPr>
              <a:spcBef>
                <a:spcPts val="805"/>
              </a:spcBef>
            </a:pPr>
            <a:endParaRPr sz="2295">
              <a:latin typeface="Verdana" panose="020B0604030504040204"/>
              <a:cs typeface="Verdana" panose="020B0604030504040204"/>
            </a:endParaRPr>
          </a:p>
          <a:p>
            <a:pPr algn="ctr">
              <a:lnSpc>
                <a:spcPct val="100000"/>
              </a:lnSpc>
            </a:pPr>
            <a:r>
              <a:rPr sz="2030" dirty="0">
                <a:solidFill>
                  <a:srgbClr val="FFFFFF"/>
                </a:solidFill>
                <a:latin typeface="Verdana" panose="020B0604030504040204"/>
                <a:cs typeface="Verdana" panose="020B0604030504040204"/>
              </a:rPr>
              <a:t>We</a:t>
            </a:r>
            <a:r>
              <a:rPr sz="2030" spc="110"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hope</a:t>
            </a:r>
            <a:r>
              <a:rPr sz="2030" spc="106"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to</a:t>
            </a:r>
            <a:r>
              <a:rPr sz="2030" spc="110"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train</a:t>
            </a:r>
            <a:r>
              <a:rPr sz="2030" spc="106"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you</a:t>
            </a:r>
            <a:r>
              <a:rPr sz="2030" spc="106"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to</a:t>
            </a:r>
            <a:r>
              <a:rPr sz="2030" spc="110"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become</a:t>
            </a:r>
            <a:r>
              <a:rPr sz="2030" spc="115"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“change</a:t>
            </a:r>
            <a:r>
              <a:rPr sz="2030" spc="110"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agents”</a:t>
            </a:r>
            <a:r>
              <a:rPr sz="2030" spc="106" dirty="0">
                <a:solidFill>
                  <a:srgbClr val="FFFFFF"/>
                </a:solidFill>
                <a:latin typeface="Verdana" panose="020B0604030504040204"/>
                <a:cs typeface="Verdana" panose="020B0604030504040204"/>
              </a:rPr>
              <a:t> </a:t>
            </a:r>
            <a:r>
              <a:rPr sz="2030" dirty="0">
                <a:solidFill>
                  <a:srgbClr val="FFFFFF"/>
                </a:solidFill>
                <a:latin typeface="Verdana" panose="020B0604030504040204"/>
                <a:cs typeface="Verdana" panose="020B0604030504040204"/>
              </a:rPr>
              <a:t>(level</a:t>
            </a:r>
            <a:r>
              <a:rPr sz="2030" spc="88" dirty="0">
                <a:solidFill>
                  <a:srgbClr val="FFFFFF"/>
                </a:solidFill>
                <a:latin typeface="Verdana" panose="020B0604030504040204"/>
                <a:cs typeface="Verdana" panose="020B0604030504040204"/>
              </a:rPr>
              <a:t> </a:t>
            </a:r>
            <a:r>
              <a:rPr sz="2030" spc="-22" dirty="0">
                <a:solidFill>
                  <a:srgbClr val="FFFFFF"/>
                </a:solidFill>
                <a:latin typeface="Verdana" panose="020B0604030504040204"/>
                <a:cs typeface="Verdana" panose="020B0604030504040204"/>
              </a:rPr>
              <a:t>4)</a:t>
            </a:r>
            <a:endParaRPr sz="2030">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9588" y="5210336"/>
            <a:ext cx="6362077" cy="1465106"/>
          </a:xfrm>
          <a:prstGeom prst="rect">
            <a:avLst/>
          </a:prstGeom>
        </p:spPr>
        <p:txBody>
          <a:bodyPr vert="horz" wrap="square" lIns="0" tIns="231737" rIns="0" bIns="0" rtlCol="0" anchor="b" anchorCtr="0">
            <a:spAutoFit/>
          </a:bodyPr>
          <a:lstStyle/>
          <a:p>
            <a:pPr marL="433070">
              <a:spcBef>
                <a:spcPts val="90"/>
              </a:spcBef>
            </a:pPr>
            <a:r>
              <a:rPr spc="-62" dirty="0">
                <a:solidFill>
                  <a:schemeClr val="tx1"/>
                </a:solidFill>
              </a:rPr>
              <a:t>Principles</a:t>
            </a:r>
            <a:r>
              <a:rPr spc="-234" dirty="0">
                <a:solidFill>
                  <a:schemeClr val="tx1"/>
                </a:solidFill>
              </a:rPr>
              <a:t> </a:t>
            </a:r>
            <a:r>
              <a:rPr dirty="0">
                <a:solidFill>
                  <a:schemeClr val="tx1"/>
                </a:solidFill>
              </a:rPr>
              <a:t>of</a:t>
            </a:r>
            <a:r>
              <a:rPr spc="-229" dirty="0">
                <a:solidFill>
                  <a:schemeClr val="tx1"/>
                </a:solidFill>
              </a:rPr>
              <a:t> </a:t>
            </a:r>
            <a:r>
              <a:rPr spc="-57" dirty="0">
                <a:solidFill>
                  <a:schemeClr val="tx1"/>
                </a:solidFill>
              </a:rPr>
              <a:t>Software</a:t>
            </a:r>
            <a:r>
              <a:rPr spc="-229" dirty="0">
                <a:solidFill>
                  <a:schemeClr val="tx1"/>
                </a:solidFill>
              </a:rPr>
              <a:t> </a:t>
            </a:r>
            <a:r>
              <a:rPr spc="-35" dirty="0">
                <a:solidFill>
                  <a:schemeClr val="tx1"/>
                </a:solidFill>
              </a:rPr>
              <a:t>Testing</a:t>
            </a:r>
            <a:endParaRPr spc="-35" dirty="0">
              <a:solidFill>
                <a:schemeClr val="tx1"/>
              </a:solidFill>
            </a:endParaRPr>
          </a:p>
        </p:txBody>
      </p:sp>
      <p:sp>
        <p:nvSpPr>
          <p:cNvPr id="7" name="object 7"/>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solidFill>
                  <a:schemeClr val="tx1"/>
                </a:solidFill>
              </a:rPr>
            </a:fld>
            <a:endParaRPr spc="-22" dirty="0">
              <a:solidFill>
                <a:schemeClr val="tx1"/>
              </a:solidFill>
            </a:endParaRPr>
          </a:p>
        </p:txBody>
      </p:sp>
      <p:sp>
        <p:nvSpPr>
          <p:cNvPr id="3" name="object 3"/>
          <p:cNvSpPr txBox="1"/>
          <p:nvPr/>
        </p:nvSpPr>
        <p:spPr>
          <a:xfrm>
            <a:off x="558949" y="2087879"/>
            <a:ext cx="6208059" cy="3046622"/>
          </a:xfrm>
          <a:prstGeom prst="rect">
            <a:avLst/>
          </a:prstGeom>
        </p:spPr>
        <p:txBody>
          <a:bodyPr vert="horz" wrap="square" lIns="0" tIns="164166" rIns="0" bIns="0" rtlCol="0">
            <a:spAutoFit/>
          </a:bodyPr>
          <a:lstStyle/>
          <a:p>
            <a:pPr marL="440690" indent="-429895">
              <a:spcBef>
                <a:spcPts val="1295"/>
              </a:spcBef>
              <a:buAutoNum type="arabicPeriod"/>
              <a:tabLst>
                <a:tab pos="440690" algn="l"/>
              </a:tabLst>
            </a:pPr>
            <a:r>
              <a:rPr sz="1855" dirty="0">
                <a:latin typeface="Verdana" panose="020B0604030504040204"/>
                <a:cs typeface="Verdana" panose="020B0604030504040204"/>
              </a:rPr>
              <a:t>Exhaustive</a:t>
            </a:r>
            <a:r>
              <a:rPr sz="1855" spc="124" dirty="0">
                <a:latin typeface="Verdana" panose="020B0604030504040204"/>
                <a:cs typeface="Verdana" panose="020B0604030504040204"/>
              </a:rPr>
              <a:t> </a:t>
            </a:r>
            <a:r>
              <a:rPr sz="1855" dirty="0">
                <a:latin typeface="Verdana" panose="020B0604030504040204"/>
                <a:cs typeface="Verdana" panose="020B0604030504040204"/>
              </a:rPr>
              <a:t>testing</a:t>
            </a:r>
            <a:r>
              <a:rPr sz="1855" spc="132" dirty="0">
                <a:latin typeface="Verdana" panose="020B0604030504040204"/>
                <a:cs typeface="Verdana" panose="020B0604030504040204"/>
              </a:rPr>
              <a:t> </a:t>
            </a:r>
            <a:r>
              <a:rPr sz="1855" dirty="0">
                <a:latin typeface="Verdana" panose="020B0604030504040204"/>
                <a:cs typeface="Verdana" panose="020B0604030504040204"/>
              </a:rPr>
              <a:t>is</a:t>
            </a:r>
            <a:r>
              <a:rPr sz="1855" spc="124" dirty="0">
                <a:latin typeface="Verdana" panose="020B0604030504040204"/>
                <a:cs typeface="Verdana" panose="020B0604030504040204"/>
              </a:rPr>
              <a:t> </a:t>
            </a:r>
            <a:r>
              <a:rPr sz="1855" spc="-9" dirty="0">
                <a:latin typeface="Verdana" panose="020B0604030504040204"/>
                <a:cs typeface="Verdana" panose="020B0604030504040204"/>
              </a:rPr>
              <a:t>impossible</a:t>
            </a:r>
            <a:endParaRPr sz="1855" dirty="0">
              <a:latin typeface="Verdana" panose="020B0604030504040204"/>
              <a:cs typeface="Verdana" panose="020B0604030504040204"/>
            </a:endParaRPr>
          </a:p>
          <a:p>
            <a:pPr marL="440690" indent="-429895">
              <a:spcBef>
                <a:spcPts val="1210"/>
              </a:spcBef>
              <a:buAutoNum type="arabicPeriod"/>
              <a:tabLst>
                <a:tab pos="440690" algn="l"/>
              </a:tabLst>
            </a:pPr>
            <a:r>
              <a:rPr sz="1855" dirty="0">
                <a:latin typeface="Verdana" panose="020B0604030504040204"/>
                <a:cs typeface="Verdana" panose="020B0604030504040204"/>
              </a:rPr>
              <a:t>We</a:t>
            </a:r>
            <a:r>
              <a:rPr sz="1855" spc="62" dirty="0">
                <a:latin typeface="Verdana" panose="020B0604030504040204"/>
                <a:cs typeface="Verdana" panose="020B0604030504040204"/>
              </a:rPr>
              <a:t> </a:t>
            </a:r>
            <a:r>
              <a:rPr sz="1855" dirty="0">
                <a:latin typeface="Verdana" panose="020B0604030504040204"/>
                <a:cs typeface="Verdana" panose="020B0604030504040204"/>
              </a:rPr>
              <a:t>need</a:t>
            </a:r>
            <a:r>
              <a:rPr sz="1855" spc="71" dirty="0">
                <a:latin typeface="Verdana" panose="020B0604030504040204"/>
                <a:cs typeface="Verdana" panose="020B0604030504040204"/>
              </a:rPr>
              <a:t> </a:t>
            </a:r>
            <a:r>
              <a:rPr sz="1855" dirty="0">
                <a:latin typeface="Verdana" panose="020B0604030504040204"/>
                <a:cs typeface="Verdana" panose="020B0604030504040204"/>
              </a:rPr>
              <a:t>to</a:t>
            </a:r>
            <a:r>
              <a:rPr sz="1855" spc="66" dirty="0">
                <a:latin typeface="Verdana" panose="020B0604030504040204"/>
                <a:cs typeface="Verdana" panose="020B0604030504040204"/>
              </a:rPr>
              <a:t> </a:t>
            </a:r>
            <a:r>
              <a:rPr sz="1855" dirty="0">
                <a:latin typeface="Verdana" panose="020B0604030504040204"/>
                <a:cs typeface="Verdana" panose="020B0604030504040204"/>
              </a:rPr>
              <a:t>know</a:t>
            </a:r>
            <a:r>
              <a:rPr sz="1855" spc="75" dirty="0">
                <a:latin typeface="Verdana" panose="020B0604030504040204"/>
                <a:cs typeface="Verdana" panose="020B0604030504040204"/>
              </a:rPr>
              <a:t> </a:t>
            </a:r>
            <a:r>
              <a:rPr sz="1855" dirty="0">
                <a:latin typeface="Verdana" panose="020B0604030504040204"/>
                <a:cs typeface="Verdana" panose="020B0604030504040204"/>
              </a:rPr>
              <a:t>when</a:t>
            </a:r>
            <a:r>
              <a:rPr sz="1855" spc="66" dirty="0">
                <a:latin typeface="Verdana" panose="020B0604030504040204"/>
                <a:cs typeface="Verdana" panose="020B0604030504040204"/>
              </a:rPr>
              <a:t> </a:t>
            </a:r>
            <a:r>
              <a:rPr sz="1855" dirty="0">
                <a:latin typeface="Verdana" panose="020B0604030504040204"/>
                <a:cs typeface="Verdana" panose="020B0604030504040204"/>
              </a:rPr>
              <a:t>to</a:t>
            </a:r>
            <a:r>
              <a:rPr sz="1855" spc="66" dirty="0">
                <a:latin typeface="Verdana" panose="020B0604030504040204"/>
                <a:cs typeface="Verdana" panose="020B0604030504040204"/>
              </a:rPr>
              <a:t> </a:t>
            </a:r>
            <a:r>
              <a:rPr sz="1855" dirty="0">
                <a:latin typeface="Verdana" panose="020B0604030504040204"/>
                <a:cs typeface="Verdana" panose="020B0604030504040204"/>
              </a:rPr>
              <a:t>stop</a:t>
            </a:r>
            <a:r>
              <a:rPr sz="1855" spc="66" dirty="0">
                <a:latin typeface="Verdana" panose="020B0604030504040204"/>
                <a:cs typeface="Verdana" panose="020B0604030504040204"/>
              </a:rPr>
              <a:t> </a:t>
            </a:r>
            <a:r>
              <a:rPr sz="1855" spc="-9" dirty="0">
                <a:latin typeface="Verdana" panose="020B0604030504040204"/>
                <a:cs typeface="Verdana" panose="020B0604030504040204"/>
              </a:rPr>
              <a:t>testing</a:t>
            </a:r>
            <a:endParaRPr sz="1855" dirty="0">
              <a:latin typeface="Verdana" panose="020B0604030504040204"/>
              <a:cs typeface="Verdana" panose="020B0604030504040204"/>
            </a:endParaRPr>
          </a:p>
          <a:p>
            <a:pPr marL="440690" indent="-429895">
              <a:spcBef>
                <a:spcPts val="1145"/>
              </a:spcBef>
              <a:buAutoNum type="arabicPeriod"/>
              <a:tabLst>
                <a:tab pos="440690" algn="l"/>
              </a:tabLst>
            </a:pPr>
            <a:r>
              <a:rPr sz="1855" dirty="0">
                <a:latin typeface="Verdana" panose="020B0604030504040204"/>
                <a:cs typeface="Verdana" panose="020B0604030504040204"/>
              </a:rPr>
              <a:t>There</a:t>
            </a:r>
            <a:r>
              <a:rPr sz="1855" spc="88" dirty="0">
                <a:latin typeface="Verdana" panose="020B0604030504040204"/>
                <a:cs typeface="Verdana" panose="020B0604030504040204"/>
              </a:rPr>
              <a:t> </a:t>
            </a:r>
            <a:r>
              <a:rPr sz="1855" dirty="0">
                <a:latin typeface="Verdana" panose="020B0604030504040204"/>
                <a:cs typeface="Verdana" panose="020B0604030504040204"/>
              </a:rPr>
              <a:t>is</a:t>
            </a:r>
            <a:r>
              <a:rPr sz="1855" spc="84" dirty="0">
                <a:latin typeface="Verdana" panose="020B0604030504040204"/>
                <a:cs typeface="Verdana" panose="020B0604030504040204"/>
              </a:rPr>
              <a:t> </a:t>
            </a:r>
            <a:r>
              <a:rPr sz="1855" dirty="0">
                <a:latin typeface="Verdana" panose="020B0604030504040204"/>
                <a:cs typeface="Verdana" panose="020B0604030504040204"/>
              </a:rPr>
              <a:t>no</a:t>
            </a:r>
            <a:r>
              <a:rPr sz="1855" spc="93" dirty="0">
                <a:latin typeface="Verdana" panose="020B0604030504040204"/>
                <a:cs typeface="Verdana" panose="020B0604030504040204"/>
              </a:rPr>
              <a:t> </a:t>
            </a:r>
            <a:r>
              <a:rPr sz="1855" dirty="0">
                <a:latin typeface="Verdana" panose="020B0604030504040204"/>
                <a:cs typeface="Verdana" panose="020B0604030504040204"/>
              </a:rPr>
              <a:t>silver</a:t>
            </a:r>
            <a:r>
              <a:rPr sz="1855" spc="84" dirty="0">
                <a:latin typeface="Verdana" panose="020B0604030504040204"/>
                <a:cs typeface="Verdana" panose="020B0604030504040204"/>
              </a:rPr>
              <a:t> </a:t>
            </a:r>
            <a:r>
              <a:rPr sz="1855" dirty="0">
                <a:latin typeface="Verdana" panose="020B0604030504040204"/>
                <a:cs typeface="Verdana" panose="020B0604030504040204"/>
              </a:rPr>
              <a:t>bullet</a:t>
            </a:r>
            <a:r>
              <a:rPr sz="1855" spc="84" dirty="0">
                <a:latin typeface="Verdana" panose="020B0604030504040204"/>
                <a:cs typeface="Verdana" panose="020B0604030504040204"/>
              </a:rPr>
              <a:t> </a:t>
            </a:r>
            <a:r>
              <a:rPr sz="1855" dirty="0">
                <a:latin typeface="Verdana" panose="020B0604030504040204"/>
                <a:cs typeface="Verdana" panose="020B0604030504040204"/>
              </a:rPr>
              <a:t>in</a:t>
            </a:r>
            <a:r>
              <a:rPr sz="1855" spc="93" dirty="0">
                <a:latin typeface="Verdana" panose="020B0604030504040204"/>
                <a:cs typeface="Verdana" panose="020B0604030504040204"/>
              </a:rPr>
              <a:t> </a:t>
            </a:r>
            <a:r>
              <a:rPr sz="1855" dirty="0">
                <a:latin typeface="Verdana" panose="020B0604030504040204"/>
                <a:cs typeface="Verdana" panose="020B0604030504040204"/>
              </a:rPr>
              <a:t>software</a:t>
            </a:r>
            <a:r>
              <a:rPr sz="1855" spc="88" dirty="0">
                <a:latin typeface="Verdana" panose="020B0604030504040204"/>
                <a:cs typeface="Verdana" panose="020B0604030504040204"/>
              </a:rPr>
              <a:t> </a:t>
            </a:r>
            <a:r>
              <a:rPr sz="1855" spc="-9" dirty="0">
                <a:latin typeface="Verdana" panose="020B0604030504040204"/>
                <a:cs typeface="Verdana" panose="020B0604030504040204"/>
              </a:rPr>
              <a:t>testing</a:t>
            </a:r>
            <a:endParaRPr sz="1855" dirty="0">
              <a:latin typeface="Verdana" panose="020B0604030504040204"/>
              <a:cs typeface="Verdana" panose="020B0604030504040204"/>
            </a:endParaRPr>
          </a:p>
          <a:p>
            <a:pPr marL="440690" indent="-429895">
              <a:spcBef>
                <a:spcPts val="1210"/>
              </a:spcBef>
              <a:buAutoNum type="arabicPeriod"/>
              <a:tabLst>
                <a:tab pos="440690" algn="l"/>
              </a:tabLst>
            </a:pPr>
            <a:r>
              <a:rPr sz="1855" dirty="0">
                <a:latin typeface="Verdana" panose="020B0604030504040204"/>
                <a:cs typeface="Verdana" panose="020B0604030504040204"/>
              </a:rPr>
              <a:t>Faults</a:t>
            </a:r>
            <a:r>
              <a:rPr sz="1855" spc="79" dirty="0">
                <a:latin typeface="Verdana" panose="020B0604030504040204"/>
                <a:cs typeface="Verdana" panose="020B0604030504040204"/>
              </a:rPr>
              <a:t> </a:t>
            </a:r>
            <a:r>
              <a:rPr sz="1855" dirty="0">
                <a:latin typeface="Verdana" panose="020B0604030504040204"/>
                <a:cs typeface="Verdana" panose="020B0604030504040204"/>
              </a:rPr>
              <a:t>happen</a:t>
            </a:r>
            <a:r>
              <a:rPr sz="1855" spc="88" dirty="0">
                <a:latin typeface="Verdana" panose="020B0604030504040204"/>
                <a:cs typeface="Verdana" panose="020B0604030504040204"/>
              </a:rPr>
              <a:t> </a:t>
            </a:r>
            <a:r>
              <a:rPr sz="1855" dirty="0">
                <a:latin typeface="Verdana" panose="020B0604030504040204"/>
                <a:cs typeface="Verdana" panose="020B0604030504040204"/>
              </a:rPr>
              <a:t>in</a:t>
            </a:r>
            <a:r>
              <a:rPr sz="1855" spc="88" dirty="0">
                <a:latin typeface="Verdana" panose="020B0604030504040204"/>
                <a:cs typeface="Verdana" panose="020B0604030504040204"/>
              </a:rPr>
              <a:t> </a:t>
            </a:r>
            <a:r>
              <a:rPr sz="1855" dirty="0">
                <a:latin typeface="Verdana" panose="020B0604030504040204"/>
                <a:cs typeface="Verdana" panose="020B0604030504040204"/>
              </a:rPr>
              <a:t>some</a:t>
            </a:r>
            <a:r>
              <a:rPr sz="1855" spc="84" dirty="0">
                <a:latin typeface="Verdana" panose="020B0604030504040204"/>
                <a:cs typeface="Verdana" panose="020B0604030504040204"/>
              </a:rPr>
              <a:t> </a:t>
            </a:r>
            <a:r>
              <a:rPr sz="1855" dirty="0">
                <a:latin typeface="Verdana" panose="020B0604030504040204"/>
                <a:cs typeface="Verdana" panose="020B0604030504040204"/>
              </a:rPr>
              <a:t>places</a:t>
            </a:r>
            <a:r>
              <a:rPr sz="1855" spc="84" dirty="0">
                <a:latin typeface="Verdana" panose="020B0604030504040204"/>
                <a:cs typeface="Verdana" panose="020B0604030504040204"/>
              </a:rPr>
              <a:t> </a:t>
            </a:r>
            <a:r>
              <a:rPr sz="1855" dirty="0">
                <a:latin typeface="Verdana" panose="020B0604030504040204"/>
                <a:cs typeface="Verdana" panose="020B0604030504040204"/>
              </a:rPr>
              <a:t>more</a:t>
            </a:r>
            <a:r>
              <a:rPr sz="1855" spc="88" dirty="0">
                <a:latin typeface="Verdana" panose="020B0604030504040204"/>
                <a:cs typeface="Verdana" panose="020B0604030504040204"/>
              </a:rPr>
              <a:t> </a:t>
            </a:r>
            <a:r>
              <a:rPr sz="1855" dirty="0">
                <a:latin typeface="Verdana" panose="020B0604030504040204"/>
                <a:cs typeface="Verdana" panose="020B0604030504040204"/>
              </a:rPr>
              <a:t>than</a:t>
            </a:r>
            <a:r>
              <a:rPr sz="1855" spc="84" dirty="0">
                <a:latin typeface="Verdana" panose="020B0604030504040204"/>
                <a:cs typeface="Verdana" panose="020B0604030504040204"/>
              </a:rPr>
              <a:t> </a:t>
            </a:r>
            <a:r>
              <a:rPr sz="1855" spc="-9" dirty="0">
                <a:latin typeface="Verdana" panose="020B0604030504040204"/>
                <a:cs typeface="Verdana" panose="020B0604030504040204"/>
              </a:rPr>
              <a:t>others</a:t>
            </a:r>
            <a:endParaRPr sz="1855" dirty="0">
              <a:latin typeface="Verdana" panose="020B0604030504040204"/>
              <a:cs typeface="Verdana" panose="020B0604030504040204"/>
            </a:endParaRPr>
          </a:p>
          <a:p>
            <a:pPr marL="440690" indent="-429895">
              <a:spcBef>
                <a:spcPts val="1120"/>
              </a:spcBef>
              <a:buAutoNum type="arabicPeriod"/>
              <a:tabLst>
                <a:tab pos="440690" algn="l"/>
              </a:tabLst>
            </a:pPr>
            <a:r>
              <a:rPr sz="1855" dirty="0">
                <a:latin typeface="Verdana" panose="020B0604030504040204"/>
                <a:cs typeface="Verdana" panose="020B0604030504040204"/>
              </a:rPr>
              <a:t>Bug-free</a:t>
            </a:r>
            <a:r>
              <a:rPr sz="1855" spc="115" dirty="0">
                <a:latin typeface="Verdana" panose="020B0604030504040204"/>
                <a:cs typeface="Verdana" panose="020B0604030504040204"/>
              </a:rPr>
              <a:t> </a:t>
            </a:r>
            <a:r>
              <a:rPr sz="1855" dirty="0">
                <a:latin typeface="Verdana" panose="020B0604030504040204"/>
                <a:cs typeface="Verdana" panose="020B0604030504040204"/>
              </a:rPr>
              <a:t>software</a:t>
            </a:r>
            <a:r>
              <a:rPr sz="1855" spc="115" dirty="0">
                <a:latin typeface="Verdana" panose="020B0604030504040204"/>
                <a:cs typeface="Verdana" panose="020B0604030504040204"/>
              </a:rPr>
              <a:t> </a:t>
            </a:r>
            <a:r>
              <a:rPr sz="1855" dirty="0">
                <a:latin typeface="Verdana" panose="020B0604030504040204"/>
                <a:cs typeface="Verdana" panose="020B0604030504040204"/>
              </a:rPr>
              <a:t>does</a:t>
            </a:r>
            <a:r>
              <a:rPr sz="1855" spc="110" dirty="0">
                <a:latin typeface="Verdana" panose="020B0604030504040204"/>
                <a:cs typeface="Verdana" panose="020B0604030504040204"/>
              </a:rPr>
              <a:t> </a:t>
            </a:r>
            <a:r>
              <a:rPr sz="1855" dirty="0">
                <a:latin typeface="Verdana" panose="020B0604030504040204"/>
                <a:cs typeface="Verdana" panose="020B0604030504040204"/>
              </a:rPr>
              <a:t>not</a:t>
            </a:r>
            <a:r>
              <a:rPr sz="1855" spc="110" dirty="0">
                <a:latin typeface="Verdana" panose="020B0604030504040204"/>
                <a:cs typeface="Verdana" panose="020B0604030504040204"/>
              </a:rPr>
              <a:t> </a:t>
            </a:r>
            <a:r>
              <a:rPr sz="1855" spc="-9" dirty="0">
                <a:latin typeface="Verdana" panose="020B0604030504040204"/>
                <a:cs typeface="Verdana" panose="020B0604030504040204"/>
              </a:rPr>
              <a:t>exist</a:t>
            </a:r>
            <a:endParaRPr sz="1855" dirty="0">
              <a:latin typeface="Verdana" panose="020B0604030504040204"/>
              <a:cs typeface="Verdana" panose="020B0604030504040204"/>
            </a:endParaRPr>
          </a:p>
          <a:p>
            <a:pPr marL="440690" indent="-429895">
              <a:spcBef>
                <a:spcPts val="1230"/>
              </a:spcBef>
              <a:buAutoNum type="arabicPeriod"/>
              <a:tabLst>
                <a:tab pos="440690" algn="l"/>
              </a:tabLst>
            </a:pPr>
            <a:r>
              <a:rPr sz="1855" dirty="0">
                <a:latin typeface="Verdana" panose="020B0604030504040204"/>
                <a:cs typeface="Verdana" panose="020B0604030504040204"/>
              </a:rPr>
              <a:t>Testing</a:t>
            </a:r>
            <a:r>
              <a:rPr sz="1855" spc="49" dirty="0">
                <a:latin typeface="Verdana" panose="020B0604030504040204"/>
                <a:cs typeface="Verdana" panose="020B0604030504040204"/>
              </a:rPr>
              <a:t> </a:t>
            </a:r>
            <a:r>
              <a:rPr sz="1855" dirty="0">
                <a:latin typeface="Verdana" panose="020B0604030504040204"/>
                <a:cs typeface="Verdana" panose="020B0604030504040204"/>
              </a:rPr>
              <a:t>is</a:t>
            </a:r>
            <a:r>
              <a:rPr sz="1855" spc="40" dirty="0">
                <a:latin typeface="Verdana" panose="020B0604030504040204"/>
                <a:cs typeface="Verdana" panose="020B0604030504040204"/>
              </a:rPr>
              <a:t> </a:t>
            </a:r>
            <a:r>
              <a:rPr sz="1855" dirty="0">
                <a:latin typeface="Verdana" panose="020B0604030504040204"/>
                <a:cs typeface="Verdana" panose="020B0604030504040204"/>
              </a:rPr>
              <a:t>context-</a:t>
            </a:r>
            <a:r>
              <a:rPr sz="1855" spc="-9" dirty="0">
                <a:latin typeface="Verdana" panose="020B0604030504040204"/>
                <a:cs typeface="Verdana" panose="020B0604030504040204"/>
              </a:rPr>
              <a:t>dependent</a:t>
            </a:r>
            <a:endParaRPr sz="1855" dirty="0">
              <a:latin typeface="Verdana" panose="020B0604030504040204"/>
              <a:cs typeface="Verdana" panose="020B0604030504040204"/>
            </a:endParaRPr>
          </a:p>
          <a:p>
            <a:pPr marL="440690" indent="-429895">
              <a:spcBef>
                <a:spcPts val="1120"/>
              </a:spcBef>
              <a:buAutoNum type="arabicPeriod"/>
              <a:tabLst>
                <a:tab pos="440690" algn="l"/>
              </a:tabLst>
            </a:pPr>
            <a:r>
              <a:rPr sz="1855" dirty="0">
                <a:latin typeface="Verdana" panose="020B0604030504040204"/>
                <a:cs typeface="Verdana" panose="020B0604030504040204"/>
              </a:rPr>
              <a:t>Verification</a:t>
            </a:r>
            <a:r>
              <a:rPr sz="1855" spc="66" dirty="0">
                <a:latin typeface="Verdana" panose="020B0604030504040204"/>
                <a:cs typeface="Verdana" panose="020B0604030504040204"/>
              </a:rPr>
              <a:t> </a:t>
            </a:r>
            <a:r>
              <a:rPr sz="1855" dirty="0">
                <a:latin typeface="Verdana" panose="020B0604030504040204"/>
                <a:cs typeface="Verdana" panose="020B0604030504040204"/>
              </a:rPr>
              <a:t>is</a:t>
            </a:r>
            <a:r>
              <a:rPr sz="1855" spc="66" dirty="0">
                <a:latin typeface="Verdana" panose="020B0604030504040204"/>
                <a:cs typeface="Verdana" panose="020B0604030504040204"/>
              </a:rPr>
              <a:t> </a:t>
            </a:r>
            <a:r>
              <a:rPr sz="1855" dirty="0">
                <a:latin typeface="Verdana" panose="020B0604030504040204"/>
                <a:cs typeface="Verdana" panose="020B0604030504040204"/>
              </a:rPr>
              <a:t>not</a:t>
            </a:r>
            <a:r>
              <a:rPr sz="1855" spc="66" dirty="0">
                <a:latin typeface="Verdana" panose="020B0604030504040204"/>
                <a:cs typeface="Verdana" panose="020B0604030504040204"/>
              </a:rPr>
              <a:t> </a:t>
            </a:r>
            <a:r>
              <a:rPr sz="1855" spc="-9" dirty="0">
                <a:latin typeface="Verdana" panose="020B0604030504040204"/>
                <a:cs typeface="Verdana" panose="020B0604030504040204"/>
              </a:rPr>
              <a:t>validation</a:t>
            </a:r>
            <a:endParaRPr sz="1855" dirty="0">
              <a:latin typeface="Verdana" panose="020B0604030504040204"/>
              <a:cs typeface="Verdana" panose="020B0604030504040204"/>
            </a:endParaRPr>
          </a:p>
        </p:txBody>
      </p:sp>
      <p:sp>
        <p:nvSpPr>
          <p:cNvPr id="4" name="object 4"/>
          <p:cNvSpPr txBox="1"/>
          <p:nvPr/>
        </p:nvSpPr>
        <p:spPr>
          <a:xfrm>
            <a:off x="1272987" y="1277471"/>
            <a:ext cx="6669741" cy="383066"/>
          </a:xfrm>
          <a:prstGeom prst="rect">
            <a:avLst/>
          </a:prstGeom>
          <a:solidFill>
            <a:srgbClr val="242852"/>
          </a:solidFill>
          <a:ln w="10159">
            <a:solidFill>
              <a:srgbClr val="ACCBF9"/>
            </a:solidFill>
          </a:ln>
        </p:spPr>
        <p:txBody>
          <a:bodyPr vert="horz" wrap="square" lIns="0" tIns="56590" rIns="0" bIns="0" rtlCol="0">
            <a:spAutoFit/>
          </a:bodyPr>
          <a:lstStyle/>
          <a:p>
            <a:pPr algn="ctr">
              <a:spcBef>
                <a:spcPts val="445"/>
              </a:spcBef>
            </a:pPr>
            <a:r>
              <a:rPr sz="2120" i="1" spc="-84" dirty="0">
                <a:solidFill>
                  <a:schemeClr val="bg1"/>
                </a:solidFill>
                <a:latin typeface="Verdana" panose="020B0604030504040204"/>
                <a:cs typeface="Verdana" panose="020B0604030504040204"/>
              </a:rPr>
              <a:t>Why</a:t>
            </a:r>
            <a:r>
              <a:rPr sz="2120" i="1" spc="-106" dirty="0">
                <a:solidFill>
                  <a:schemeClr val="bg1"/>
                </a:solidFill>
                <a:latin typeface="Verdana" panose="020B0604030504040204"/>
                <a:cs typeface="Verdana" panose="020B0604030504040204"/>
              </a:rPr>
              <a:t> </a:t>
            </a:r>
            <a:r>
              <a:rPr sz="2120" i="1" spc="-101" dirty="0">
                <a:solidFill>
                  <a:schemeClr val="bg1"/>
                </a:solidFill>
                <a:latin typeface="Verdana" panose="020B0604030504040204"/>
                <a:cs typeface="Verdana" panose="020B0604030504040204"/>
              </a:rPr>
              <a:t>testing</a:t>
            </a:r>
            <a:r>
              <a:rPr sz="2120" i="1" spc="-84" dirty="0">
                <a:solidFill>
                  <a:schemeClr val="bg1"/>
                </a:solidFill>
                <a:latin typeface="Verdana" panose="020B0604030504040204"/>
                <a:cs typeface="Verdana" panose="020B0604030504040204"/>
              </a:rPr>
              <a:t> </a:t>
            </a:r>
            <a:r>
              <a:rPr sz="2120" i="1" spc="-31" dirty="0">
                <a:solidFill>
                  <a:schemeClr val="bg1"/>
                </a:solidFill>
                <a:latin typeface="Verdana" panose="020B0604030504040204"/>
                <a:cs typeface="Verdana" panose="020B0604030504040204"/>
              </a:rPr>
              <a:t>is</a:t>
            </a:r>
            <a:r>
              <a:rPr sz="2120" i="1" spc="-97" dirty="0">
                <a:solidFill>
                  <a:schemeClr val="bg1"/>
                </a:solidFill>
                <a:latin typeface="Verdana" panose="020B0604030504040204"/>
                <a:cs typeface="Verdana" panose="020B0604030504040204"/>
              </a:rPr>
              <a:t> </a:t>
            </a:r>
            <a:r>
              <a:rPr sz="2120" i="1" spc="-260" dirty="0">
                <a:solidFill>
                  <a:schemeClr val="bg1"/>
                </a:solidFill>
                <a:latin typeface="Verdana" panose="020B0604030504040204"/>
                <a:cs typeface="Verdana" panose="020B0604030504040204"/>
              </a:rPr>
              <a:t>so</a:t>
            </a:r>
            <a:r>
              <a:rPr sz="2120" i="1" spc="75" dirty="0">
                <a:solidFill>
                  <a:schemeClr val="bg1"/>
                </a:solidFill>
                <a:latin typeface="Verdana" panose="020B0604030504040204"/>
                <a:cs typeface="Verdana" panose="020B0604030504040204"/>
              </a:rPr>
              <a:t> </a:t>
            </a:r>
            <a:r>
              <a:rPr sz="2120" i="1" spc="-18" dirty="0">
                <a:solidFill>
                  <a:schemeClr val="bg1"/>
                </a:solidFill>
                <a:latin typeface="Verdana" panose="020B0604030504040204"/>
                <a:cs typeface="Verdana" panose="020B0604030504040204"/>
              </a:rPr>
              <a:t>hard</a:t>
            </a:r>
            <a:endParaRPr sz="2120" dirty="0">
              <a:solidFill>
                <a:schemeClr val="bg1"/>
              </a:solidFill>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294" y="401305"/>
            <a:ext cx="6858000" cy="849553"/>
          </a:xfrm>
          <a:prstGeom prst="rect">
            <a:avLst/>
          </a:prstGeom>
        </p:spPr>
        <p:txBody>
          <a:bodyPr vert="horz" wrap="square" lIns="0" tIns="231737" rIns="0" bIns="0" rtlCol="0" anchor="b" anchorCtr="0">
            <a:spAutoFit/>
          </a:bodyPr>
          <a:lstStyle/>
          <a:p>
            <a:pPr marL="1093470">
              <a:spcBef>
                <a:spcPts val="90"/>
              </a:spcBef>
            </a:pPr>
            <a:r>
              <a:rPr spc="-66" dirty="0">
                <a:solidFill>
                  <a:schemeClr val="tx1"/>
                </a:solidFill>
              </a:rPr>
              <a:t>Tactical</a:t>
            </a:r>
            <a:r>
              <a:rPr spc="-216" dirty="0">
                <a:solidFill>
                  <a:schemeClr val="tx1"/>
                </a:solidFill>
              </a:rPr>
              <a:t> </a:t>
            </a:r>
            <a:r>
              <a:rPr spc="-53" dirty="0">
                <a:solidFill>
                  <a:schemeClr val="tx1"/>
                </a:solidFill>
              </a:rPr>
              <a:t>Goals:</a:t>
            </a:r>
            <a:r>
              <a:rPr spc="-221" dirty="0">
                <a:solidFill>
                  <a:schemeClr val="tx1"/>
                </a:solidFill>
              </a:rPr>
              <a:t> </a:t>
            </a:r>
            <a:r>
              <a:rPr spc="-40" dirty="0">
                <a:solidFill>
                  <a:schemeClr val="tx1"/>
                </a:solidFill>
              </a:rPr>
              <a:t>Each</a:t>
            </a:r>
            <a:r>
              <a:rPr spc="-224" dirty="0">
                <a:solidFill>
                  <a:schemeClr val="tx1"/>
                </a:solidFill>
              </a:rPr>
              <a:t> </a:t>
            </a:r>
            <a:r>
              <a:rPr spc="-18" dirty="0">
                <a:solidFill>
                  <a:schemeClr val="tx1"/>
                </a:solidFill>
              </a:rPr>
              <a:t>Test</a:t>
            </a:r>
            <a:endParaRPr spc="-18" dirty="0">
              <a:solidFill>
                <a:schemeClr val="tx1"/>
              </a:solidFill>
            </a:endParaRPr>
          </a:p>
        </p:txBody>
      </p:sp>
      <p:sp>
        <p:nvSpPr>
          <p:cNvPr id="7" name="object 7"/>
          <p:cNvSpPr txBox="1">
            <a:spLocks noGrp="1"/>
          </p:cNvSpPr>
          <p:nvPr>
            <p:ph type="sldNum" sz="quarter" idx="12"/>
          </p:nvPr>
        </p:nvSpPr>
        <p:spPr>
          <a:xfrm>
            <a:off x="263562" y="5603027"/>
            <a:ext cx="403412" cy="156710"/>
          </a:xfrm>
          <a:prstGeom prst="rect">
            <a:avLst/>
          </a:prstGeom>
        </p:spPr>
        <p:txBody>
          <a:bodyPr vert="horz" wrap="square" lIns="0" tIns="0" rIns="0" bIns="0" rtlCol="0" anchor="ctr" anchorCtr="1">
            <a:spAutoFit/>
          </a:bodyPr>
          <a:lstStyle/>
          <a:p>
            <a:pPr marL="33655">
              <a:lnSpc>
                <a:spcPts val="1160"/>
              </a:lnSpc>
            </a:pPr>
            <a:fld id="{81D60167-4931-47E6-BA6A-407CBD079E47}" type="slidenum">
              <a:rPr spc="-22" dirty="0">
                <a:solidFill>
                  <a:schemeClr val="tx1"/>
                </a:solidFill>
              </a:rPr>
            </a:fld>
            <a:endParaRPr spc="-22" dirty="0">
              <a:solidFill>
                <a:schemeClr val="tx1"/>
              </a:solidFill>
            </a:endParaRPr>
          </a:p>
        </p:txBody>
      </p:sp>
      <p:sp>
        <p:nvSpPr>
          <p:cNvPr id="3" name="object 3"/>
          <p:cNvSpPr txBox="1"/>
          <p:nvPr/>
        </p:nvSpPr>
        <p:spPr>
          <a:xfrm>
            <a:off x="558950" y="2671482"/>
            <a:ext cx="6118971" cy="2411653"/>
          </a:xfrm>
          <a:prstGeom prst="rect">
            <a:avLst/>
          </a:prstGeom>
        </p:spPr>
        <p:txBody>
          <a:bodyPr vert="horz" wrap="square" lIns="0" tIns="11206" rIns="0" bIns="0" rtlCol="0">
            <a:spAutoFit/>
          </a:bodyPr>
          <a:lstStyle/>
          <a:p>
            <a:pPr marL="279400" indent="-268605">
              <a:spcBef>
                <a:spcPts val="90"/>
              </a:spcBef>
              <a:buSzPct val="81000"/>
              <a:buFont typeface="Wingdings" panose="05000000000000000000"/>
              <a:buChar char=""/>
              <a:tabLst>
                <a:tab pos="279400" algn="l"/>
              </a:tabLst>
            </a:pPr>
            <a:r>
              <a:rPr sz="1855" dirty="0">
                <a:latin typeface="Verdana" panose="020B0604030504040204"/>
                <a:cs typeface="Verdana" panose="020B0604030504040204"/>
              </a:rPr>
              <a:t>What</a:t>
            </a:r>
            <a:r>
              <a:rPr sz="1855" spc="101" dirty="0">
                <a:latin typeface="Verdana" panose="020B0604030504040204"/>
                <a:cs typeface="Verdana" panose="020B0604030504040204"/>
              </a:rPr>
              <a:t> </a:t>
            </a:r>
            <a:r>
              <a:rPr sz="1855" dirty="0">
                <a:latin typeface="Verdana" panose="020B0604030504040204"/>
                <a:cs typeface="Verdana" panose="020B0604030504040204"/>
              </a:rPr>
              <a:t>is</a:t>
            </a:r>
            <a:r>
              <a:rPr sz="1855" spc="106" dirty="0">
                <a:latin typeface="Verdana" panose="020B0604030504040204"/>
                <a:cs typeface="Verdana" panose="020B0604030504040204"/>
              </a:rPr>
              <a:t> </a:t>
            </a:r>
            <a:r>
              <a:rPr sz="1855" dirty="0">
                <a:latin typeface="Verdana" panose="020B0604030504040204"/>
                <a:cs typeface="Verdana" panose="020B0604030504040204"/>
              </a:rPr>
              <a:t>objective</a:t>
            </a:r>
            <a:r>
              <a:rPr sz="1855" spc="101" dirty="0">
                <a:latin typeface="Verdana" panose="020B0604030504040204"/>
                <a:cs typeface="Verdana" panose="020B0604030504040204"/>
              </a:rPr>
              <a:t> </a:t>
            </a:r>
            <a:r>
              <a:rPr sz="1855" dirty="0">
                <a:latin typeface="Verdana" panose="020B0604030504040204"/>
                <a:cs typeface="Verdana" panose="020B0604030504040204"/>
              </a:rPr>
              <a:t>and</a:t>
            </a:r>
            <a:r>
              <a:rPr sz="1855" spc="115" dirty="0">
                <a:latin typeface="Verdana" panose="020B0604030504040204"/>
                <a:cs typeface="Verdana" panose="020B0604030504040204"/>
              </a:rPr>
              <a:t> </a:t>
            </a:r>
            <a:r>
              <a:rPr sz="1855" dirty="0">
                <a:latin typeface="Verdana" panose="020B0604030504040204"/>
                <a:cs typeface="Verdana" panose="020B0604030504040204"/>
              </a:rPr>
              <a:t>requirement</a:t>
            </a:r>
            <a:r>
              <a:rPr sz="1855" spc="106" dirty="0">
                <a:latin typeface="Verdana" panose="020B0604030504040204"/>
                <a:cs typeface="Verdana" panose="020B0604030504040204"/>
              </a:rPr>
              <a:t> </a:t>
            </a:r>
            <a:r>
              <a:rPr sz="1855" dirty="0">
                <a:latin typeface="Verdana" panose="020B0604030504040204"/>
                <a:cs typeface="Verdana" panose="020B0604030504040204"/>
              </a:rPr>
              <a:t>of</a:t>
            </a:r>
            <a:r>
              <a:rPr sz="1855" spc="101" dirty="0">
                <a:latin typeface="Verdana" panose="020B0604030504040204"/>
                <a:cs typeface="Verdana" panose="020B0604030504040204"/>
              </a:rPr>
              <a:t> </a:t>
            </a:r>
            <a:r>
              <a:rPr sz="1855" dirty="0">
                <a:latin typeface="Verdana" panose="020B0604030504040204"/>
                <a:cs typeface="Verdana" panose="020B0604030504040204"/>
              </a:rPr>
              <a:t>each</a:t>
            </a:r>
            <a:r>
              <a:rPr sz="1855" spc="106" dirty="0">
                <a:latin typeface="Verdana" panose="020B0604030504040204"/>
                <a:cs typeface="Verdana" panose="020B0604030504040204"/>
              </a:rPr>
              <a:t> </a:t>
            </a:r>
            <a:r>
              <a:rPr sz="1855" spc="-9" dirty="0">
                <a:latin typeface="Verdana" panose="020B0604030504040204"/>
                <a:cs typeface="Verdana" panose="020B0604030504040204"/>
              </a:rPr>
              <a:t>test?</a:t>
            </a:r>
            <a:endParaRPr sz="1855">
              <a:latin typeface="Verdana" panose="020B0604030504040204"/>
              <a:cs typeface="Verdana" panose="020B0604030504040204"/>
            </a:endParaRPr>
          </a:p>
          <a:p>
            <a:pPr marL="279400" indent="-268605">
              <a:spcBef>
                <a:spcPts val="1930"/>
              </a:spcBef>
              <a:buSzPct val="81000"/>
              <a:buFont typeface="Wingdings" panose="05000000000000000000"/>
              <a:buChar char=""/>
              <a:tabLst>
                <a:tab pos="279400" algn="l"/>
              </a:tabLst>
            </a:pPr>
            <a:r>
              <a:rPr sz="1855" dirty="0">
                <a:latin typeface="Verdana" panose="020B0604030504040204"/>
                <a:cs typeface="Verdana" panose="020B0604030504040204"/>
              </a:rPr>
              <a:t>What</a:t>
            </a:r>
            <a:r>
              <a:rPr sz="1855" spc="71" dirty="0">
                <a:latin typeface="Verdana" panose="020B0604030504040204"/>
                <a:cs typeface="Verdana" panose="020B0604030504040204"/>
              </a:rPr>
              <a:t> </a:t>
            </a:r>
            <a:r>
              <a:rPr sz="1855" dirty="0">
                <a:latin typeface="Verdana" panose="020B0604030504040204"/>
                <a:cs typeface="Verdana" panose="020B0604030504040204"/>
              </a:rPr>
              <a:t>fact</a:t>
            </a:r>
            <a:r>
              <a:rPr sz="1855" spc="75" dirty="0">
                <a:latin typeface="Verdana" panose="020B0604030504040204"/>
                <a:cs typeface="Verdana" panose="020B0604030504040204"/>
              </a:rPr>
              <a:t> </a:t>
            </a:r>
            <a:r>
              <a:rPr sz="1855" dirty="0">
                <a:latin typeface="Verdana" panose="020B0604030504040204"/>
                <a:cs typeface="Verdana" panose="020B0604030504040204"/>
              </a:rPr>
              <a:t>does</a:t>
            </a:r>
            <a:r>
              <a:rPr sz="1855" spc="75" dirty="0">
                <a:latin typeface="Verdana" panose="020B0604030504040204"/>
                <a:cs typeface="Verdana" panose="020B0604030504040204"/>
              </a:rPr>
              <a:t> </a:t>
            </a:r>
            <a:r>
              <a:rPr sz="1855" dirty="0">
                <a:latin typeface="Verdana" panose="020B0604030504040204"/>
                <a:cs typeface="Verdana" panose="020B0604030504040204"/>
              </a:rPr>
              <a:t>each</a:t>
            </a:r>
            <a:r>
              <a:rPr sz="1855" spc="75" dirty="0">
                <a:latin typeface="Verdana" panose="020B0604030504040204"/>
                <a:cs typeface="Verdana" panose="020B0604030504040204"/>
              </a:rPr>
              <a:t> </a:t>
            </a:r>
            <a:r>
              <a:rPr sz="1855" dirty="0">
                <a:latin typeface="Verdana" panose="020B0604030504040204"/>
                <a:cs typeface="Verdana" panose="020B0604030504040204"/>
              </a:rPr>
              <a:t>test</a:t>
            </a:r>
            <a:r>
              <a:rPr sz="1855" spc="75" dirty="0">
                <a:latin typeface="Verdana" panose="020B0604030504040204"/>
                <a:cs typeface="Verdana" panose="020B0604030504040204"/>
              </a:rPr>
              <a:t> </a:t>
            </a:r>
            <a:r>
              <a:rPr sz="1855" dirty="0">
                <a:latin typeface="Verdana" panose="020B0604030504040204"/>
                <a:cs typeface="Verdana" panose="020B0604030504040204"/>
              </a:rPr>
              <a:t>try</a:t>
            </a:r>
            <a:r>
              <a:rPr sz="1855" spc="84" dirty="0">
                <a:latin typeface="Verdana" panose="020B0604030504040204"/>
                <a:cs typeface="Verdana" panose="020B0604030504040204"/>
              </a:rPr>
              <a:t> </a:t>
            </a:r>
            <a:r>
              <a:rPr sz="1855" dirty="0">
                <a:latin typeface="Verdana" panose="020B0604030504040204"/>
                <a:cs typeface="Verdana" panose="020B0604030504040204"/>
              </a:rPr>
              <a:t>to</a:t>
            </a:r>
            <a:r>
              <a:rPr sz="1855" spc="79" dirty="0">
                <a:latin typeface="Verdana" panose="020B0604030504040204"/>
                <a:cs typeface="Verdana" panose="020B0604030504040204"/>
              </a:rPr>
              <a:t> </a:t>
            </a:r>
            <a:r>
              <a:rPr sz="1855" spc="-9" dirty="0">
                <a:latin typeface="Verdana" panose="020B0604030504040204"/>
                <a:cs typeface="Verdana" panose="020B0604030504040204"/>
              </a:rPr>
              <a:t>verify?</a:t>
            </a:r>
            <a:endParaRPr sz="1855">
              <a:latin typeface="Verdana" panose="020B0604030504040204"/>
              <a:cs typeface="Verdana" panose="020B0604030504040204"/>
            </a:endParaRPr>
          </a:p>
          <a:p>
            <a:pPr marL="279400" indent="-268605">
              <a:spcBef>
                <a:spcPts val="1900"/>
              </a:spcBef>
              <a:buSzPct val="81000"/>
              <a:buFont typeface="Wingdings" panose="05000000000000000000"/>
              <a:buChar char=""/>
              <a:tabLst>
                <a:tab pos="279400" algn="l"/>
              </a:tabLst>
            </a:pPr>
            <a:r>
              <a:rPr sz="1855" dirty="0">
                <a:latin typeface="Verdana" panose="020B0604030504040204"/>
                <a:cs typeface="Verdana" panose="020B0604030504040204"/>
              </a:rPr>
              <a:t>What</a:t>
            </a:r>
            <a:r>
              <a:rPr sz="1855" spc="115" dirty="0">
                <a:latin typeface="Verdana" panose="020B0604030504040204"/>
                <a:cs typeface="Verdana" panose="020B0604030504040204"/>
              </a:rPr>
              <a:t> </a:t>
            </a:r>
            <a:r>
              <a:rPr sz="1855" dirty="0">
                <a:latin typeface="Verdana" panose="020B0604030504040204"/>
                <a:cs typeface="Verdana" panose="020B0604030504040204"/>
              </a:rPr>
              <a:t>are</a:t>
            </a:r>
            <a:r>
              <a:rPr sz="1855" spc="119" dirty="0">
                <a:latin typeface="Verdana" panose="020B0604030504040204"/>
                <a:cs typeface="Verdana" panose="020B0604030504040204"/>
              </a:rPr>
              <a:t> </a:t>
            </a:r>
            <a:r>
              <a:rPr sz="1855" dirty="0">
                <a:latin typeface="Verdana" panose="020B0604030504040204"/>
                <a:cs typeface="Verdana" panose="020B0604030504040204"/>
              </a:rPr>
              <a:t>the</a:t>
            </a:r>
            <a:r>
              <a:rPr sz="1855" spc="115" dirty="0">
                <a:latin typeface="Verdana" panose="020B0604030504040204"/>
                <a:cs typeface="Verdana" panose="020B0604030504040204"/>
              </a:rPr>
              <a:t> </a:t>
            </a:r>
            <a:r>
              <a:rPr sz="1855" dirty="0">
                <a:latin typeface="Verdana" panose="020B0604030504040204"/>
                <a:cs typeface="Verdana" panose="020B0604030504040204"/>
              </a:rPr>
              <a:t>threshold</a:t>
            </a:r>
            <a:r>
              <a:rPr sz="1855" spc="128" dirty="0">
                <a:latin typeface="Verdana" panose="020B0604030504040204"/>
                <a:cs typeface="Verdana" panose="020B0604030504040204"/>
              </a:rPr>
              <a:t> </a:t>
            </a:r>
            <a:r>
              <a:rPr sz="1855" dirty="0">
                <a:latin typeface="Verdana" panose="020B0604030504040204"/>
                <a:cs typeface="Verdana" panose="020B0604030504040204"/>
              </a:rPr>
              <a:t>reliability</a:t>
            </a:r>
            <a:r>
              <a:rPr sz="1855" spc="128" dirty="0">
                <a:latin typeface="Verdana" panose="020B0604030504040204"/>
                <a:cs typeface="Verdana" panose="020B0604030504040204"/>
              </a:rPr>
              <a:t> </a:t>
            </a:r>
            <a:r>
              <a:rPr sz="1855" spc="-9" dirty="0">
                <a:latin typeface="Verdana" panose="020B0604030504040204"/>
                <a:cs typeface="Verdana" panose="020B0604030504040204"/>
              </a:rPr>
              <a:t>requirements?</a:t>
            </a:r>
            <a:endParaRPr sz="1855">
              <a:latin typeface="Verdana" panose="020B0604030504040204"/>
              <a:cs typeface="Verdana" panose="020B0604030504040204"/>
            </a:endParaRPr>
          </a:p>
          <a:p>
            <a:pPr marL="279400" indent="-268605">
              <a:spcBef>
                <a:spcPts val="1930"/>
              </a:spcBef>
              <a:buSzPct val="81000"/>
              <a:buFont typeface="Wingdings" panose="05000000000000000000"/>
              <a:buChar char=""/>
              <a:tabLst>
                <a:tab pos="279400" algn="l"/>
              </a:tabLst>
            </a:pPr>
            <a:r>
              <a:rPr sz="1855" dirty="0">
                <a:latin typeface="Verdana" panose="020B0604030504040204"/>
                <a:cs typeface="Verdana" panose="020B0604030504040204"/>
              </a:rPr>
              <a:t>What</a:t>
            </a:r>
            <a:r>
              <a:rPr sz="1855" spc="88" dirty="0">
                <a:latin typeface="Verdana" panose="020B0604030504040204"/>
                <a:cs typeface="Verdana" panose="020B0604030504040204"/>
              </a:rPr>
              <a:t> </a:t>
            </a:r>
            <a:r>
              <a:rPr sz="1855" dirty="0">
                <a:latin typeface="Verdana" panose="020B0604030504040204"/>
                <a:cs typeface="Verdana" panose="020B0604030504040204"/>
              </a:rPr>
              <a:t>are</a:t>
            </a:r>
            <a:r>
              <a:rPr sz="1855" spc="93" dirty="0">
                <a:latin typeface="Verdana" panose="020B0604030504040204"/>
                <a:cs typeface="Verdana" panose="020B0604030504040204"/>
              </a:rPr>
              <a:t> </a:t>
            </a:r>
            <a:r>
              <a:rPr sz="1855" dirty="0">
                <a:latin typeface="Verdana" panose="020B0604030504040204"/>
                <a:cs typeface="Verdana" panose="020B0604030504040204"/>
              </a:rPr>
              <a:t>the</a:t>
            </a:r>
            <a:r>
              <a:rPr sz="1855" spc="88" dirty="0">
                <a:latin typeface="Verdana" panose="020B0604030504040204"/>
                <a:cs typeface="Verdana" panose="020B0604030504040204"/>
              </a:rPr>
              <a:t> </a:t>
            </a:r>
            <a:r>
              <a:rPr sz="1855" dirty="0">
                <a:latin typeface="Verdana" panose="020B0604030504040204"/>
                <a:cs typeface="Verdana" panose="020B0604030504040204"/>
              </a:rPr>
              <a:t>planned</a:t>
            </a:r>
            <a:r>
              <a:rPr sz="1855" spc="101" dirty="0">
                <a:latin typeface="Verdana" panose="020B0604030504040204"/>
                <a:cs typeface="Verdana" panose="020B0604030504040204"/>
              </a:rPr>
              <a:t> </a:t>
            </a:r>
            <a:r>
              <a:rPr sz="1855" dirty="0">
                <a:latin typeface="Verdana" panose="020B0604030504040204"/>
                <a:cs typeface="Verdana" panose="020B0604030504040204"/>
              </a:rPr>
              <a:t>coverage</a:t>
            </a:r>
            <a:r>
              <a:rPr sz="1855" spc="88" dirty="0">
                <a:latin typeface="Verdana" panose="020B0604030504040204"/>
                <a:cs typeface="Verdana" panose="020B0604030504040204"/>
              </a:rPr>
              <a:t> </a:t>
            </a:r>
            <a:r>
              <a:rPr sz="1855" spc="-9" dirty="0">
                <a:latin typeface="Verdana" panose="020B0604030504040204"/>
                <a:cs typeface="Verdana" panose="020B0604030504040204"/>
              </a:rPr>
              <a:t>levels?</a:t>
            </a:r>
            <a:endParaRPr sz="1855">
              <a:latin typeface="Verdana" panose="020B0604030504040204"/>
              <a:cs typeface="Verdana" panose="020B0604030504040204"/>
            </a:endParaRPr>
          </a:p>
          <a:p>
            <a:pPr marL="279400" indent="-268605">
              <a:spcBef>
                <a:spcPts val="1930"/>
              </a:spcBef>
              <a:buSzPct val="81000"/>
              <a:buFont typeface="Wingdings" panose="05000000000000000000"/>
              <a:buChar char=""/>
              <a:tabLst>
                <a:tab pos="279400" algn="l"/>
              </a:tabLst>
            </a:pPr>
            <a:r>
              <a:rPr sz="1855" dirty="0">
                <a:latin typeface="Verdana" panose="020B0604030504040204"/>
                <a:cs typeface="Verdana" panose="020B0604030504040204"/>
              </a:rPr>
              <a:t>How</a:t>
            </a:r>
            <a:r>
              <a:rPr sz="1855" spc="93" dirty="0">
                <a:latin typeface="Verdana" panose="020B0604030504040204"/>
                <a:cs typeface="Verdana" panose="020B0604030504040204"/>
              </a:rPr>
              <a:t> </a:t>
            </a:r>
            <a:r>
              <a:rPr sz="1855" dirty="0">
                <a:latin typeface="Verdana" panose="020B0604030504040204"/>
                <a:cs typeface="Verdana" panose="020B0604030504040204"/>
              </a:rPr>
              <a:t>many</a:t>
            </a:r>
            <a:r>
              <a:rPr sz="1855" spc="93" dirty="0">
                <a:latin typeface="Verdana" panose="020B0604030504040204"/>
                <a:cs typeface="Verdana" panose="020B0604030504040204"/>
              </a:rPr>
              <a:t> </a:t>
            </a:r>
            <a:r>
              <a:rPr sz="1855" dirty="0">
                <a:latin typeface="Verdana" panose="020B0604030504040204"/>
                <a:cs typeface="Verdana" panose="020B0604030504040204"/>
              </a:rPr>
              <a:t>tests</a:t>
            </a:r>
            <a:r>
              <a:rPr sz="1855" spc="84" dirty="0">
                <a:latin typeface="Verdana" panose="020B0604030504040204"/>
                <a:cs typeface="Verdana" panose="020B0604030504040204"/>
              </a:rPr>
              <a:t> </a:t>
            </a:r>
            <a:r>
              <a:rPr sz="1855" dirty="0">
                <a:latin typeface="Verdana" panose="020B0604030504040204"/>
                <a:cs typeface="Verdana" panose="020B0604030504040204"/>
              </a:rPr>
              <a:t>are</a:t>
            </a:r>
            <a:r>
              <a:rPr sz="1855" spc="84" dirty="0">
                <a:latin typeface="Verdana" panose="020B0604030504040204"/>
                <a:cs typeface="Verdana" panose="020B0604030504040204"/>
              </a:rPr>
              <a:t> </a:t>
            </a:r>
            <a:r>
              <a:rPr sz="1855" spc="-9" dirty="0">
                <a:latin typeface="Verdana" panose="020B0604030504040204"/>
                <a:cs typeface="Verdana" panose="020B0604030504040204"/>
              </a:rPr>
              <a:t>needed?</a:t>
            </a:r>
            <a:endParaRPr sz="1855">
              <a:latin typeface="Verdana" panose="020B0604030504040204"/>
              <a:cs typeface="Verdana" panose="020B0604030504040204"/>
            </a:endParaRPr>
          </a:p>
        </p:txBody>
      </p:sp>
      <p:sp>
        <p:nvSpPr>
          <p:cNvPr id="4" name="object 4"/>
          <p:cNvSpPr txBox="1"/>
          <p:nvPr/>
        </p:nvSpPr>
        <p:spPr>
          <a:xfrm>
            <a:off x="1272987" y="1277471"/>
            <a:ext cx="6669741" cy="690800"/>
          </a:xfrm>
          <a:prstGeom prst="rect">
            <a:avLst/>
          </a:prstGeom>
          <a:solidFill>
            <a:srgbClr val="242852"/>
          </a:solidFill>
          <a:ln w="10159">
            <a:solidFill>
              <a:srgbClr val="ACCBF9"/>
            </a:solidFill>
          </a:ln>
        </p:spPr>
        <p:txBody>
          <a:bodyPr vert="horz" wrap="square" lIns="0" tIns="74519" rIns="0" bIns="0" rtlCol="0">
            <a:spAutoFit/>
          </a:bodyPr>
          <a:lstStyle/>
          <a:p>
            <a:pPr marL="1002030" marR="205740" indent="-792480">
              <a:lnSpc>
                <a:spcPts val="2390"/>
              </a:lnSpc>
              <a:spcBef>
                <a:spcPts val="585"/>
              </a:spcBef>
            </a:pPr>
            <a:r>
              <a:rPr sz="2120" i="1" dirty="0">
                <a:solidFill>
                  <a:schemeClr val="bg1"/>
                </a:solidFill>
                <a:latin typeface="Verdana" panose="020B0604030504040204"/>
                <a:cs typeface="Verdana" panose="020B0604030504040204"/>
              </a:rPr>
              <a:t>”If</a:t>
            </a:r>
            <a:r>
              <a:rPr sz="2120" i="1" spc="53" dirty="0">
                <a:solidFill>
                  <a:schemeClr val="bg1"/>
                </a:solidFill>
                <a:latin typeface="Verdana" panose="020B0604030504040204"/>
                <a:cs typeface="Verdana" panose="020B0604030504040204"/>
              </a:rPr>
              <a:t> </a:t>
            </a:r>
            <a:r>
              <a:rPr sz="2120" i="1" spc="-229" dirty="0">
                <a:solidFill>
                  <a:schemeClr val="bg1"/>
                </a:solidFill>
                <a:latin typeface="Verdana" panose="020B0604030504040204"/>
                <a:cs typeface="Verdana" panose="020B0604030504040204"/>
              </a:rPr>
              <a:t>you</a:t>
            </a:r>
            <a:r>
              <a:rPr sz="2120" i="1" spc="57" dirty="0">
                <a:solidFill>
                  <a:schemeClr val="bg1"/>
                </a:solidFill>
                <a:latin typeface="Verdana" panose="020B0604030504040204"/>
                <a:cs typeface="Verdana" panose="020B0604030504040204"/>
              </a:rPr>
              <a:t> </a:t>
            </a:r>
            <a:r>
              <a:rPr sz="2120" i="1" spc="-247" dirty="0">
                <a:solidFill>
                  <a:schemeClr val="bg1"/>
                </a:solidFill>
                <a:latin typeface="Verdana" panose="020B0604030504040204"/>
                <a:cs typeface="Verdana" panose="020B0604030504040204"/>
              </a:rPr>
              <a:t>don’t</a:t>
            </a:r>
            <a:r>
              <a:rPr sz="2120" i="1" spc="57" dirty="0">
                <a:solidFill>
                  <a:schemeClr val="bg1"/>
                </a:solidFill>
                <a:latin typeface="Verdana" panose="020B0604030504040204"/>
                <a:cs typeface="Verdana" panose="020B0604030504040204"/>
              </a:rPr>
              <a:t> </a:t>
            </a:r>
            <a:r>
              <a:rPr sz="2120" i="1" spc="-224" dirty="0">
                <a:solidFill>
                  <a:schemeClr val="bg1"/>
                </a:solidFill>
                <a:latin typeface="Verdana" panose="020B0604030504040204"/>
                <a:cs typeface="Verdana" panose="020B0604030504040204"/>
              </a:rPr>
              <a:t>know</a:t>
            </a:r>
            <a:r>
              <a:rPr sz="2120" i="1" spc="71" dirty="0">
                <a:solidFill>
                  <a:schemeClr val="bg1"/>
                </a:solidFill>
                <a:latin typeface="Verdana" panose="020B0604030504040204"/>
                <a:cs typeface="Verdana" panose="020B0604030504040204"/>
              </a:rPr>
              <a:t> </a:t>
            </a:r>
            <a:r>
              <a:rPr sz="2120" i="1" spc="-154" dirty="0">
                <a:solidFill>
                  <a:schemeClr val="bg1"/>
                </a:solidFill>
                <a:latin typeface="Verdana" panose="020B0604030504040204"/>
                <a:cs typeface="Verdana" panose="020B0604030504040204"/>
              </a:rPr>
              <a:t>why</a:t>
            </a:r>
            <a:r>
              <a:rPr sz="2120" i="1" spc="53" dirty="0">
                <a:solidFill>
                  <a:schemeClr val="bg1"/>
                </a:solidFill>
                <a:latin typeface="Verdana" panose="020B0604030504040204"/>
                <a:cs typeface="Verdana" panose="020B0604030504040204"/>
              </a:rPr>
              <a:t> </a:t>
            </a:r>
            <a:r>
              <a:rPr sz="2120" i="1" spc="-180" dirty="0">
                <a:solidFill>
                  <a:schemeClr val="bg1"/>
                </a:solidFill>
                <a:latin typeface="Verdana" panose="020B0604030504040204"/>
                <a:cs typeface="Verdana" panose="020B0604030504040204"/>
              </a:rPr>
              <a:t>you’re</a:t>
            </a:r>
            <a:r>
              <a:rPr sz="2120" i="1" spc="62" dirty="0">
                <a:solidFill>
                  <a:schemeClr val="bg1"/>
                </a:solidFill>
                <a:latin typeface="Verdana" panose="020B0604030504040204"/>
                <a:cs typeface="Verdana" panose="020B0604030504040204"/>
              </a:rPr>
              <a:t> </a:t>
            </a:r>
            <a:r>
              <a:rPr sz="2120" i="1" spc="-163" dirty="0">
                <a:solidFill>
                  <a:schemeClr val="bg1"/>
                </a:solidFill>
                <a:latin typeface="Verdana" panose="020B0604030504040204"/>
                <a:cs typeface="Verdana" panose="020B0604030504040204"/>
              </a:rPr>
              <a:t>conducting</a:t>
            </a:r>
            <a:r>
              <a:rPr sz="2120" i="1" spc="66" dirty="0">
                <a:solidFill>
                  <a:schemeClr val="bg1"/>
                </a:solidFill>
                <a:latin typeface="Verdana" panose="020B0604030504040204"/>
                <a:cs typeface="Verdana" panose="020B0604030504040204"/>
              </a:rPr>
              <a:t> </a:t>
            </a:r>
            <a:r>
              <a:rPr sz="2120" i="1" spc="-154" dirty="0">
                <a:solidFill>
                  <a:schemeClr val="bg1"/>
                </a:solidFill>
                <a:latin typeface="Verdana" panose="020B0604030504040204"/>
                <a:cs typeface="Verdana" panose="020B0604030504040204"/>
              </a:rPr>
              <a:t>each</a:t>
            </a:r>
            <a:r>
              <a:rPr sz="2120" i="1" spc="62" dirty="0">
                <a:solidFill>
                  <a:schemeClr val="bg1"/>
                </a:solidFill>
                <a:latin typeface="Verdana" panose="020B0604030504040204"/>
                <a:cs typeface="Verdana" panose="020B0604030504040204"/>
              </a:rPr>
              <a:t> </a:t>
            </a:r>
            <a:r>
              <a:rPr sz="2120" i="1" spc="-106" dirty="0">
                <a:solidFill>
                  <a:schemeClr val="bg1"/>
                </a:solidFill>
                <a:latin typeface="Verdana" panose="020B0604030504040204"/>
                <a:cs typeface="Verdana" panose="020B0604030504040204"/>
              </a:rPr>
              <a:t>test, </a:t>
            </a:r>
            <a:r>
              <a:rPr sz="2120" i="1" dirty="0">
                <a:solidFill>
                  <a:schemeClr val="bg1"/>
                </a:solidFill>
                <a:latin typeface="Verdana" panose="020B0604030504040204"/>
                <a:cs typeface="Verdana" panose="020B0604030504040204"/>
              </a:rPr>
              <a:t>it</a:t>
            </a:r>
            <a:r>
              <a:rPr sz="2120" i="1" spc="-57" dirty="0">
                <a:solidFill>
                  <a:schemeClr val="bg1"/>
                </a:solidFill>
                <a:latin typeface="Verdana" panose="020B0604030504040204"/>
                <a:cs typeface="Verdana" panose="020B0604030504040204"/>
              </a:rPr>
              <a:t> </a:t>
            </a:r>
            <a:r>
              <a:rPr sz="2120" i="1" spc="-238" dirty="0">
                <a:solidFill>
                  <a:schemeClr val="bg1"/>
                </a:solidFill>
                <a:latin typeface="Verdana" panose="020B0604030504040204"/>
                <a:cs typeface="Verdana" panose="020B0604030504040204"/>
              </a:rPr>
              <a:t>won’t</a:t>
            </a:r>
            <a:r>
              <a:rPr sz="2120" i="1" spc="49" dirty="0">
                <a:solidFill>
                  <a:schemeClr val="bg1"/>
                </a:solidFill>
                <a:latin typeface="Verdana" panose="020B0604030504040204"/>
                <a:cs typeface="Verdana" panose="020B0604030504040204"/>
              </a:rPr>
              <a:t> </a:t>
            </a:r>
            <a:r>
              <a:rPr sz="2120" i="1" spc="-101" dirty="0">
                <a:solidFill>
                  <a:schemeClr val="bg1"/>
                </a:solidFill>
                <a:latin typeface="Verdana" panose="020B0604030504040204"/>
                <a:cs typeface="Verdana" panose="020B0604030504040204"/>
              </a:rPr>
              <a:t>be</a:t>
            </a:r>
            <a:r>
              <a:rPr sz="2120" i="1" spc="26" dirty="0">
                <a:solidFill>
                  <a:schemeClr val="bg1"/>
                </a:solidFill>
                <a:latin typeface="Verdana" panose="020B0604030504040204"/>
                <a:cs typeface="Verdana" panose="020B0604030504040204"/>
              </a:rPr>
              <a:t> </a:t>
            </a:r>
            <a:r>
              <a:rPr sz="2120" i="1" spc="-79" dirty="0">
                <a:solidFill>
                  <a:schemeClr val="bg1"/>
                </a:solidFill>
                <a:latin typeface="Verdana" panose="020B0604030504040204"/>
                <a:cs typeface="Verdana" panose="020B0604030504040204"/>
              </a:rPr>
              <a:t>very</a:t>
            </a:r>
            <a:r>
              <a:rPr sz="2120" i="1" spc="18" dirty="0">
                <a:solidFill>
                  <a:schemeClr val="bg1"/>
                </a:solidFill>
                <a:latin typeface="Verdana" panose="020B0604030504040204"/>
                <a:cs typeface="Verdana" panose="020B0604030504040204"/>
              </a:rPr>
              <a:t> </a:t>
            </a:r>
            <a:r>
              <a:rPr sz="2120" i="1" spc="-88" dirty="0">
                <a:solidFill>
                  <a:schemeClr val="bg1"/>
                </a:solidFill>
                <a:latin typeface="Verdana" panose="020B0604030504040204"/>
                <a:cs typeface="Verdana" panose="020B0604030504040204"/>
              </a:rPr>
              <a:t>helpful”</a:t>
            </a:r>
            <a:r>
              <a:rPr sz="2120" i="1" spc="-132" dirty="0">
                <a:solidFill>
                  <a:schemeClr val="bg1"/>
                </a:solidFill>
                <a:latin typeface="Verdana" panose="020B0604030504040204"/>
                <a:cs typeface="Verdana" panose="020B0604030504040204"/>
              </a:rPr>
              <a:t> </a:t>
            </a:r>
            <a:r>
              <a:rPr sz="2120" i="1" dirty="0">
                <a:solidFill>
                  <a:schemeClr val="bg1"/>
                </a:solidFill>
                <a:latin typeface="Verdana" panose="020B0604030504040204"/>
                <a:cs typeface="Verdana" panose="020B0604030504040204"/>
              </a:rPr>
              <a:t>–</a:t>
            </a:r>
            <a:r>
              <a:rPr sz="2120" i="1" spc="18" dirty="0">
                <a:solidFill>
                  <a:schemeClr val="bg1"/>
                </a:solidFill>
                <a:latin typeface="Verdana" panose="020B0604030504040204"/>
                <a:cs typeface="Verdana" panose="020B0604030504040204"/>
              </a:rPr>
              <a:t> </a:t>
            </a:r>
            <a:r>
              <a:rPr sz="2120" i="1" dirty="0">
                <a:solidFill>
                  <a:schemeClr val="bg1"/>
                </a:solidFill>
                <a:latin typeface="Verdana" panose="020B0604030504040204"/>
                <a:cs typeface="Verdana" panose="020B0604030504040204"/>
              </a:rPr>
              <a:t>Jeff</a:t>
            </a:r>
            <a:r>
              <a:rPr sz="2120" i="1" spc="18" dirty="0">
                <a:solidFill>
                  <a:schemeClr val="bg1"/>
                </a:solidFill>
                <a:latin typeface="Verdana" panose="020B0604030504040204"/>
                <a:cs typeface="Verdana" panose="020B0604030504040204"/>
              </a:rPr>
              <a:t> </a:t>
            </a:r>
            <a:r>
              <a:rPr sz="2120" i="1" spc="-9" dirty="0">
                <a:solidFill>
                  <a:schemeClr val="bg1"/>
                </a:solidFill>
                <a:latin typeface="Verdana" panose="020B0604030504040204"/>
                <a:cs typeface="Verdana" panose="020B0604030504040204"/>
              </a:rPr>
              <a:t>Offutt</a:t>
            </a:r>
            <a:endParaRPr sz="2120" dirty="0">
              <a:solidFill>
                <a:schemeClr val="bg1"/>
              </a:solidFill>
              <a:latin typeface="Verdana" panose="020B0604030504040204"/>
              <a:cs typeface="Verdana" panose="020B0604030504040204"/>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7672</Words>
  <Application>WPS Presentation</Application>
  <PresentationFormat>On-screen Show (4:3)</PresentationFormat>
  <Paragraphs>247</Paragraphs>
  <Slides>22</Slides>
  <Notes>15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22</vt:i4>
      </vt:variant>
    </vt:vector>
  </HeadingPairs>
  <TitlesOfParts>
    <vt:vector size="40" baseType="lpstr">
      <vt:lpstr>Arial</vt:lpstr>
      <vt:lpstr>SimSun</vt:lpstr>
      <vt:lpstr>Wingdings</vt:lpstr>
      <vt:lpstr>Wingdings 2</vt:lpstr>
      <vt:lpstr>Wingdings</vt:lpstr>
      <vt:lpstr>Times New Roman</vt:lpstr>
      <vt:lpstr>Arial</vt:lpstr>
      <vt:lpstr>Verdana</vt:lpstr>
      <vt:lpstr>Noto Sans Symbols2</vt:lpstr>
      <vt:lpstr>Segoe Print</vt:lpstr>
      <vt:lpstr>Perpetua</vt:lpstr>
      <vt:lpstr>Franklin Gothic Book</vt:lpstr>
      <vt:lpstr>Microsoft YaHei</vt:lpstr>
      <vt:lpstr>Arial Unicode MS</vt:lpstr>
      <vt:lpstr>Calibri</vt:lpstr>
      <vt:lpstr>Wingdings</vt:lpstr>
      <vt:lpstr>Times New Roman</vt:lpstr>
      <vt:lpstr>Equity</vt:lpstr>
      <vt:lpstr>Software Testing</vt:lpstr>
      <vt:lpstr>Fault, Error and Failure</vt:lpstr>
      <vt:lpstr>RIPR model</vt:lpstr>
      <vt:lpstr>RIPR model</vt:lpstr>
      <vt:lpstr>RIPR Simple Example</vt:lpstr>
      <vt:lpstr>Defect detection techniques</vt:lpstr>
      <vt:lpstr>Testing Categories</vt:lpstr>
      <vt:lpstr>Defect detection techniques</vt:lpstr>
      <vt:lpstr>Defect detection techniques</vt:lpstr>
      <vt:lpstr>Verification and Validation</vt:lpstr>
      <vt:lpstr>Validation and Verification (IEEE)</vt:lpstr>
      <vt:lpstr>Development and Testing in V-model</vt:lpstr>
      <vt:lpstr>Goals based on</vt:lpstr>
      <vt:lpstr>Level 0 – Testing is Debugging</vt:lpstr>
      <vt:lpstr>Levels 1 – Software Works</vt:lpstr>
      <vt:lpstr>Levels 2 – Software Doesn’t Work</vt:lpstr>
      <vt:lpstr>“Mature” Testing</vt:lpstr>
      <vt:lpstr>Levels 3 – Risk Reduction</vt:lpstr>
      <vt:lpstr>Levels 4 – Quality Improvement</vt:lpstr>
      <vt:lpstr>How “Mature” is Your Testing?</vt:lpstr>
      <vt:lpstr>Principles of Software Testing</vt:lpstr>
      <vt:lpstr>Tactical Goals: Each Test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NU-LHR</dc:creator>
  <cp:lastModifiedBy>Arshah Lamees</cp:lastModifiedBy>
  <cp:revision>73</cp:revision>
  <dcterms:created xsi:type="dcterms:W3CDTF">2016-08-18T05:05:00Z</dcterms:created>
  <dcterms:modified xsi:type="dcterms:W3CDTF">2026-02-22T08:07:33Z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F179185A3B234E41AD096584C0BDECE3_12</vt:lpwstr>
  </property>
  <property fmtid="{D5CDD505-2E9C-101B-9397-08002B2CF9AE}" pid="3" name="KSOProductBuildVer">
    <vt:lpwstr>1033-12.2.0.23196</vt:lpwstr>
  </property>
</Properties>
</file>