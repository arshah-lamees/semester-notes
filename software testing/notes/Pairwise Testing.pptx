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9" r:id="rId1"/>
  </p:sldMasterIdLst>
  <p:notesMasterIdLst>
    <p:notesMasterId r:id="rId34"/>
  </p:notesMasterIdLst>
  <p:sldIdLst>
    <p:sldId id="256" r:id="rId2"/>
    <p:sldId id="257" r:id="rId3"/>
    <p:sldId id="278" r:id="rId4"/>
    <p:sldId id="277" r:id="rId5"/>
    <p:sldId id="280" r:id="rId6"/>
    <p:sldId id="281" r:id="rId7"/>
    <p:sldId id="282" r:id="rId8"/>
    <p:sldId id="283" r:id="rId9"/>
    <p:sldId id="279" r:id="rId10"/>
    <p:sldId id="285" r:id="rId11"/>
    <p:sldId id="287" r:id="rId12"/>
    <p:sldId id="286" r:id="rId13"/>
    <p:sldId id="288" r:id="rId14"/>
    <p:sldId id="289" r:id="rId15"/>
    <p:sldId id="284" r:id="rId16"/>
    <p:sldId id="258" r:id="rId17"/>
    <p:sldId id="259" r:id="rId18"/>
    <p:sldId id="260" r:id="rId19"/>
    <p:sldId id="261" r:id="rId20"/>
    <p:sldId id="262" r:id="rId21"/>
    <p:sldId id="263" r:id="rId22"/>
    <p:sldId id="265" r:id="rId23"/>
    <p:sldId id="266" r:id="rId24"/>
    <p:sldId id="268" r:id="rId25"/>
    <p:sldId id="269" r:id="rId26"/>
    <p:sldId id="270" r:id="rId27"/>
    <p:sldId id="271" r:id="rId28"/>
    <p:sldId id="272" r:id="rId29"/>
    <p:sldId id="273" r:id="rId30"/>
    <p:sldId id="274" r:id="rId31"/>
    <p:sldId id="275" r:id="rId32"/>
    <p:sldId id="276" r:id="rId33"/>
  </p:sldIdLst>
  <p:sldSz cx="9144000" cy="5143500" type="screen16x9"/>
  <p:notesSz cx="6858000" cy="9144000"/>
  <p:embeddedFontLst>
    <p:embeddedFont>
      <p:font typeface="Montserrat" panose="020B0604020202020204" charset="0"/>
      <p:regular r:id="rId35"/>
      <p:bold r:id="rId36"/>
      <p:italic r:id="rId37"/>
      <p:boldItalic r:id="rId38"/>
    </p:embeddedFont>
    <p:embeddedFont>
      <p:font typeface="Playfair Display" panose="020B0604020202020204" charset="0"/>
      <p:regular r:id="rId39"/>
      <p:bold r:id="rId40"/>
      <p:italic r:id="rId41"/>
      <p:boldItalic r:id="rId42"/>
    </p:embeddedFont>
    <p:embeddedFont>
      <p:font typeface="Playfair Display SemiBold" panose="020B060402020202020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0FA2F7-8A9F-480E-AF96-08461EF14961}">
  <a:tblStyle styleId="{B20FA2F7-8A9F-480E-AF96-08461EF1496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537" autoAdjust="0"/>
  </p:normalViewPr>
  <p:slideViewPr>
    <p:cSldViewPr snapToGrid="0">
      <p:cViewPr varScale="1">
        <p:scale>
          <a:sx n="92" d="100"/>
          <a:sy n="92" d="100"/>
        </p:scale>
        <p:origin x="75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998645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3274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87e4aa072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87e4aa072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0422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87e4aa072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87e4aa072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5154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87e4aa072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87e4aa072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0936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87e4aa072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87e4aa072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2816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87e4aa072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87e4aa072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0030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87e4aa072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87e4aa072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2379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87e4aa072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87e4aa072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9081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87e4aa072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87e4aa072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1035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87e4aa072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87e4aa072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smtClean="0"/>
              <a:t>As a tester you do not have to create orthogonal arrays. All you must do is locate one of the proper size and then perform the mapping of the test problem onto the array.</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961594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87e4aa072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87e4aa072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smtClean="0"/>
              <a:t>As a tester you do not have to create orthogonal arrays. </a:t>
            </a:r>
            <a:r>
              <a:rPr lang="en-US" smtClean="0"/>
              <a:t>All you must do is locate one of the proper size and then perform the mapping of the test problem onto the array.</a:t>
            </a:r>
          </a:p>
          <a:p>
            <a:pPr marL="0" lvl="0" indent="0" algn="l" rtl="0">
              <a:spcBef>
                <a:spcPts val="0"/>
              </a:spcBef>
              <a:spcAft>
                <a:spcPts val="0"/>
              </a:spcAft>
              <a:buNone/>
            </a:pPr>
            <a:endParaRPr/>
          </a:p>
        </p:txBody>
      </p:sp>
    </p:spTree>
    <p:extLst>
      <p:ext uri="{BB962C8B-B14F-4D97-AF65-F5344CB8AC3E}">
        <p14:creationId xmlns:p14="http://schemas.microsoft.com/office/powerpoint/2010/main" val="3008145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87e4aa072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87e4aa072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8663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87e4aa072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87e4aa072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3528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87e4aa072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87e4aa072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All-Pairs Testing is a method where the test set is designed to ensure that for every combination of any two input parameters, all possible pairings of their values appear at least once.</a:t>
            </a:r>
          </a:p>
          <a:p>
            <a:pPr marL="0" lvl="0" indent="0" algn="l" rtl="0">
              <a:spcBef>
                <a:spcPts val="0"/>
              </a:spcBef>
              <a:spcAft>
                <a:spcPts val="0"/>
              </a:spcAft>
              <a:buNone/>
            </a:pPr>
            <a:endParaRPr lang="en-US" dirty="0" smtClean="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smtClean="0">
                <a:solidFill>
                  <a:srgbClr val="000000"/>
                </a:solidFill>
                <a:effectLst/>
                <a:latin typeface="Arial"/>
                <a:ea typeface="Arial"/>
                <a:cs typeface="Arial"/>
                <a:sym typeface="Arial"/>
              </a:rPr>
              <a:t>An orthogonal array is a two-dimensional array of numbers that has this interesting property—choose any two columns in the array, all the combinations will occur in every column pair.</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6014354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87e4aa072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87e4aa072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5811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2ce975eb86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2ce975eb86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08684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8d5fefc678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8d5fefc678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30094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ce975eb862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2ce975eb862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57114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2ced1082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2ced1082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0435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2ce975eb86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2ce975eb86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3312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ce975eb862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2ce975eb862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42396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ce975eb862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ce975eb862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86131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2ce975eb862_1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2ce975eb862_1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10241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6f38b9d5ce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6f38b9d5ce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50302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26f38b9d5ce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26f38b9d5ce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12243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26f38b9d5ce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26f38b9d5ce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74009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26f38b9d5ce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26f38b9d5ce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52100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26f38b9d5ce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26f38b9d5ce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53045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26f38b9d5ce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26f38b9d5ce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56115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26f38b9d5ce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26f38b9d5ce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95592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2cec13a9452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2cec13a9452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61256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2cec13a9452_2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2cec13a9452_2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5341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3900300" y="0"/>
            <a:ext cx="5244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3F3F3"/>
              </a:solidFill>
            </a:endParaRPr>
          </a:p>
        </p:txBody>
      </p:sp>
      <p:sp>
        <p:nvSpPr>
          <p:cNvPr id="10" name="Google Shape;10;p2"/>
          <p:cNvSpPr txBox="1">
            <a:spLocks noGrp="1"/>
          </p:cNvSpPr>
          <p:nvPr>
            <p:ph type="ctrTitle"/>
          </p:nvPr>
        </p:nvSpPr>
        <p:spPr>
          <a:xfrm>
            <a:off x="4526275" y="1332150"/>
            <a:ext cx="3900600" cy="15819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1pPr>
            <a:lvl2pPr lvl="1" algn="ctr">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2pPr>
            <a:lvl3pPr lvl="2" algn="ctr">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3pPr>
            <a:lvl4pPr lvl="3" algn="ctr">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4pPr>
            <a:lvl5pPr lvl="4" algn="ctr">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5pPr>
            <a:lvl6pPr lvl="5" algn="ctr">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6pPr>
            <a:lvl7pPr lvl="6" algn="ctr">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7pPr>
            <a:lvl8pPr lvl="7" algn="ctr">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8pPr>
            <a:lvl9pPr lvl="8" algn="ctr">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9pPr>
          </a:lstStyle>
          <a:p>
            <a:endParaRPr/>
          </a:p>
        </p:txBody>
      </p:sp>
      <p:sp>
        <p:nvSpPr>
          <p:cNvPr id="11" name="Google Shape;11;p2"/>
          <p:cNvSpPr txBox="1">
            <a:spLocks noGrp="1"/>
          </p:cNvSpPr>
          <p:nvPr>
            <p:ph type="subTitle" idx="1"/>
          </p:nvPr>
        </p:nvSpPr>
        <p:spPr>
          <a:xfrm>
            <a:off x="4526275" y="2914050"/>
            <a:ext cx="3904500" cy="648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200"/>
              <a:buFont typeface="Montserrat"/>
              <a:buNone/>
              <a:defRPr sz="1400">
                <a:solidFill>
                  <a:schemeClr val="lt1"/>
                </a:solidFill>
                <a:latin typeface="Montserrat"/>
                <a:ea typeface="Montserrat"/>
                <a:cs typeface="Montserrat"/>
                <a:sym typeface="Montserrat"/>
              </a:defRPr>
            </a:lvl1pPr>
            <a:lvl2pPr lvl="1" algn="ctr">
              <a:lnSpc>
                <a:spcPct val="100000"/>
              </a:lnSpc>
              <a:spcBef>
                <a:spcPts val="0"/>
              </a:spcBef>
              <a:spcAft>
                <a:spcPts val="0"/>
              </a:spcAft>
              <a:buClr>
                <a:schemeClr val="lt1"/>
              </a:buClr>
              <a:buSzPts val="1200"/>
              <a:buFont typeface="Montserrat"/>
              <a:buNone/>
              <a:defRPr sz="1200">
                <a:solidFill>
                  <a:schemeClr val="lt1"/>
                </a:solidFill>
                <a:latin typeface="Montserrat"/>
                <a:ea typeface="Montserrat"/>
                <a:cs typeface="Montserrat"/>
                <a:sym typeface="Montserrat"/>
              </a:defRPr>
            </a:lvl2pPr>
            <a:lvl3pPr lvl="2" algn="ctr">
              <a:lnSpc>
                <a:spcPct val="100000"/>
              </a:lnSpc>
              <a:spcBef>
                <a:spcPts val="0"/>
              </a:spcBef>
              <a:spcAft>
                <a:spcPts val="0"/>
              </a:spcAft>
              <a:buClr>
                <a:schemeClr val="lt1"/>
              </a:buClr>
              <a:buSzPts val="1200"/>
              <a:buFont typeface="Montserrat"/>
              <a:buNone/>
              <a:defRPr sz="1200">
                <a:solidFill>
                  <a:schemeClr val="lt1"/>
                </a:solidFill>
                <a:latin typeface="Montserrat"/>
                <a:ea typeface="Montserrat"/>
                <a:cs typeface="Montserrat"/>
                <a:sym typeface="Montserrat"/>
              </a:defRPr>
            </a:lvl3pPr>
            <a:lvl4pPr lvl="3" algn="ctr">
              <a:lnSpc>
                <a:spcPct val="100000"/>
              </a:lnSpc>
              <a:spcBef>
                <a:spcPts val="0"/>
              </a:spcBef>
              <a:spcAft>
                <a:spcPts val="0"/>
              </a:spcAft>
              <a:buClr>
                <a:schemeClr val="lt1"/>
              </a:buClr>
              <a:buSzPts val="1200"/>
              <a:buFont typeface="Montserrat"/>
              <a:buNone/>
              <a:defRPr sz="1200">
                <a:solidFill>
                  <a:schemeClr val="lt1"/>
                </a:solidFill>
                <a:latin typeface="Montserrat"/>
                <a:ea typeface="Montserrat"/>
                <a:cs typeface="Montserrat"/>
                <a:sym typeface="Montserrat"/>
              </a:defRPr>
            </a:lvl4pPr>
            <a:lvl5pPr lvl="4" algn="ctr">
              <a:lnSpc>
                <a:spcPct val="100000"/>
              </a:lnSpc>
              <a:spcBef>
                <a:spcPts val="0"/>
              </a:spcBef>
              <a:spcAft>
                <a:spcPts val="0"/>
              </a:spcAft>
              <a:buClr>
                <a:schemeClr val="lt1"/>
              </a:buClr>
              <a:buSzPts val="1200"/>
              <a:buFont typeface="Montserrat"/>
              <a:buNone/>
              <a:defRPr sz="1200">
                <a:solidFill>
                  <a:schemeClr val="lt1"/>
                </a:solidFill>
                <a:latin typeface="Montserrat"/>
                <a:ea typeface="Montserrat"/>
                <a:cs typeface="Montserrat"/>
                <a:sym typeface="Montserrat"/>
              </a:defRPr>
            </a:lvl5pPr>
            <a:lvl6pPr lvl="5" algn="ctr">
              <a:lnSpc>
                <a:spcPct val="100000"/>
              </a:lnSpc>
              <a:spcBef>
                <a:spcPts val="0"/>
              </a:spcBef>
              <a:spcAft>
                <a:spcPts val="0"/>
              </a:spcAft>
              <a:buClr>
                <a:schemeClr val="lt1"/>
              </a:buClr>
              <a:buSzPts val="1200"/>
              <a:buFont typeface="Montserrat"/>
              <a:buNone/>
              <a:defRPr sz="1200">
                <a:solidFill>
                  <a:schemeClr val="lt1"/>
                </a:solidFill>
                <a:latin typeface="Montserrat"/>
                <a:ea typeface="Montserrat"/>
                <a:cs typeface="Montserrat"/>
                <a:sym typeface="Montserrat"/>
              </a:defRPr>
            </a:lvl6pPr>
            <a:lvl7pPr lvl="6" algn="ctr">
              <a:lnSpc>
                <a:spcPct val="100000"/>
              </a:lnSpc>
              <a:spcBef>
                <a:spcPts val="0"/>
              </a:spcBef>
              <a:spcAft>
                <a:spcPts val="0"/>
              </a:spcAft>
              <a:buClr>
                <a:schemeClr val="lt1"/>
              </a:buClr>
              <a:buSzPts val="1200"/>
              <a:buFont typeface="Montserrat"/>
              <a:buNone/>
              <a:defRPr sz="1200">
                <a:solidFill>
                  <a:schemeClr val="lt1"/>
                </a:solidFill>
                <a:latin typeface="Montserrat"/>
                <a:ea typeface="Montserrat"/>
                <a:cs typeface="Montserrat"/>
                <a:sym typeface="Montserrat"/>
              </a:defRPr>
            </a:lvl7pPr>
            <a:lvl8pPr lvl="7" algn="ctr">
              <a:lnSpc>
                <a:spcPct val="100000"/>
              </a:lnSpc>
              <a:spcBef>
                <a:spcPts val="0"/>
              </a:spcBef>
              <a:spcAft>
                <a:spcPts val="0"/>
              </a:spcAft>
              <a:buClr>
                <a:schemeClr val="lt1"/>
              </a:buClr>
              <a:buSzPts val="1200"/>
              <a:buFont typeface="Montserrat"/>
              <a:buNone/>
              <a:defRPr sz="1200">
                <a:solidFill>
                  <a:schemeClr val="lt1"/>
                </a:solidFill>
                <a:latin typeface="Montserrat"/>
                <a:ea typeface="Montserrat"/>
                <a:cs typeface="Montserrat"/>
                <a:sym typeface="Montserrat"/>
              </a:defRPr>
            </a:lvl8pPr>
            <a:lvl9pPr lvl="8" algn="ctr">
              <a:lnSpc>
                <a:spcPct val="100000"/>
              </a:lnSpc>
              <a:spcBef>
                <a:spcPts val="0"/>
              </a:spcBef>
              <a:spcAft>
                <a:spcPts val="0"/>
              </a:spcAft>
              <a:buClr>
                <a:schemeClr val="lt1"/>
              </a:buClr>
              <a:buSzPts val="1200"/>
              <a:buFont typeface="Montserrat"/>
              <a:buNone/>
              <a:defRPr sz="1200">
                <a:solidFill>
                  <a:schemeClr val="lt1"/>
                </a:solidFill>
                <a:latin typeface="Montserrat"/>
                <a:ea typeface="Montserrat"/>
                <a:cs typeface="Montserrat"/>
                <a:sym typeface="Montserra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p:nvPr/>
        </p:nvSpPr>
        <p:spPr>
          <a:xfrm>
            <a:off x="4570200" y="0"/>
            <a:ext cx="457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3"/>
          <p:cNvSpPr txBox="1">
            <a:spLocks noGrp="1"/>
          </p:cNvSpPr>
          <p:nvPr>
            <p:ph type="title"/>
          </p:nvPr>
        </p:nvSpPr>
        <p:spPr>
          <a:xfrm>
            <a:off x="5226600" y="2464676"/>
            <a:ext cx="3262500" cy="721200"/>
          </a:xfrm>
          <a:prstGeom prst="rect">
            <a:avLst/>
          </a:prstGeom>
        </p:spPr>
        <p:txBody>
          <a:bodyPr spcFirstLastPara="1" wrap="square" lIns="91425" tIns="91425" rIns="91425" bIns="91425" anchor="b" anchorCtr="0">
            <a:noAutofit/>
          </a:bodyPr>
          <a:lstStyle>
            <a:lvl1pPr lvl="0" algn="l">
              <a:spcBef>
                <a:spcPts val="0"/>
              </a:spcBef>
              <a:spcAft>
                <a:spcPts val="0"/>
              </a:spcAft>
              <a:buClr>
                <a:schemeClr val="lt1"/>
              </a:buClr>
              <a:buSzPts val="2500"/>
              <a:buFont typeface="Playfair Display"/>
              <a:buNone/>
              <a:defRPr sz="4000" b="1">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9pPr>
          </a:lstStyle>
          <a:p>
            <a:endParaRPr/>
          </a:p>
        </p:txBody>
      </p:sp>
      <p:sp>
        <p:nvSpPr>
          <p:cNvPr id="15" name="Google Shape;15;p3"/>
          <p:cNvSpPr txBox="1">
            <a:spLocks noGrp="1"/>
          </p:cNvSpPr>
          <p:nvPr>
            <p:ph type="subTitle" idx="1"/>
          </p:nvPr>
        </p:nvSpPr>
        <p:spPr>
          <a:xfrm>
            <a:off x="5226600" y="3151519"/>
            <a:ext cx="3262500" cy="42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1pPr>
            <a:lvl2pPr lvl="1"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2pPr>
            <a:lvl3pPr lvl="2"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3pPr>
            <a:lvl4pPr lvl="3"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4pPr>
            <a:lvl5pPr lvl="4"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5pPr>
            <a:lvl6pPr lvl="5"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6pPr>
            <a:lvl7pPr lvl="6"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7pPr>
            <a:lvl8pPr lvl="7"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8pPr>
            <a:lvl9pPr lvl="8"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9pPr>
          </a:lstStyle>
          <a:p>
            <a:endParaRPr/>
          </a:p>
        </p:txBody>
      </p:sp>
      <p:sp>
        <p:nvSpPr>
          <p:cNvPr id="16" name="Google Shape;16;p3"/>
          <p:cNvSpPr txBox="1">
            <a:spLocks noGrp="1"/>
          </p:cNvSpPr>
          <p:nvPr>
            <p:ph type="title" idx="2" hasCustomPrompt="1"/>
          </p:nvPr>
        </p:nvSpPr>
        <p:spPr>
          <a:xfrm>
            <a:off x="5226600" y="1564175"/>
            <a:ext cx="819300" cy="849900"/>
          </a:xfrm>
          <a:prstGeom prst="rect">
            <a:avLst/>
          </a:prstGeom>
        </p:spPr>
        <p:txBody>
          <a:bodyPr spcFirstLastPara="1" wrap="square" lIns="91425" tIns="91425" rIns="91425" bIns="91425" anchor="t" anchorCtr="0">
            <a:noAutofit/>
          </a:bodyPr>
          <a:lstStyle>
            <a:lvl1pPr lvl="0" algn="l" rtl="0">
              <a:spcBef>
                <a:spcPts val="0"/>
              </a:spcBef>
              <a:spcAft>
                <a:spcPts val="0"/>
              </a:spcAft>
              <a:buClr>
                <a:srgbClr val="FFFFFF"/>
              </a:buClr>
              <a:buSzPts val="2100"/>
              <a:buFont typeface="Playfair Display"/>
              <a:buNone/>
              <a:defRPr sz="4000" b="1">
                <a:solidFill>
                  <a:schemeClr val="lt1"/>
                </a:solidFill>
                <a:latin typeface="Playfair Display"/>
                <a:ea typeface="Playfair Display"/>
                <a:cs typeface="Playfair Display"/>
                <a:sym typeface="Playfair Display"/>
              </a:defRPr>
            </a:lvl1pPr>
            <a:lvl2pPr lvl="1"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2pPr>
            <a:lvl3pPr lvl="2"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3pPr>
            <a:lvl4pPr lvl="3"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4pPr>
            <a:lvl5pPr lvl="4"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5pPr>
            <a:lvl6pPr lvl="5"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6pPr>
            <a:lvl7pPr lvl="6"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7pPr>
            <a:lvl8pPr lvl="7"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8pPr>
            <a:lvl9pPr lvl="8"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667500" y="539400"/>
            <a:ext cx="7809000" cy="546000"/>
          </a:xfrm>
          <a:prstGeom prst="rect">
            <a:avLst/>
          </a:prstGeom>
        </p:spPr>
        <p:txBody>
          <a:bodyPr spcFirstLastPara="1" wrap="square" lIns="91425" tIns="91425" rIns="91425" bIns="91425" anchor="t" anchorCtr="0">
            <a:noAutofit/>
          </a:bodyPr>
          <a:lstStyle>
            <a:lvl1pPr lvl="0" algn="l">
              <a:spcBef>
                <a:spcPts val="0"/>
              </a:spcBef>
              <a:spcAft>
                <a:spcPts val="0"/>
              </a:spcAft>
              <a:buSzPts val="2100"/>
              <a:buFont typeface="Montserrat"/>
              <a:buNone/>
              <a:defRPr sz="2500" b="1">
                <a:solidFill>
                  <a:schemeClr val="lt1"/>
                </a:solidFill>
                <a:latin typeface="Playfair Display"/>
                <a:ea typeface="Playfair Display"/>
                <a:cs typeface="Playfair Display"/>
                <a:sym typeface="Playfair Display"/>
              </a:defRPr>
            </a:lvl1pPr>
            <a:lvl2pPr lvl="1">
              <a:spcBef>
                <a:spcPts val="0"/>
              </a:spcBef>
              <a:spcAft>
                <a:spcPts val="0"/>
              </a:spcAft>
              <a:buSzPts val="2100"/>
              <a:buFont typeface="Montserrat"/>
              <a:buNone/>
              <a:defRPr sz="2100" b="1">
                <a:latin typeface="Montserrat"/>
                <a:ea typeface="Montserrat"/>
                <a:cs typeface="Montserrat"/>
                <a:sym typeface="Montserrat"/>
              </a:defRPr>
            </a:lvl2pPr>
            <a:lvl3pPr lvl="2">
              <a:spcBef>
                <a:spcPts val="0"/>
              </a:spcBef>
              <a:spcAft>
                <a:spcPts val="0"/>
              </a:spcAft>
              <a:buSzPts val="2100"/>
              <a:buFont typeface="Montserrat"/>
              <a:buNone/>
              <a:defRPr sz="2100" b="1">
                <a:latin typeface="Montserrat"/>
                <a:ea typeface="Montserrat"/>
                <a:cs typeface="Montserrat"/>
                <a:sym typeface="Montserrat"/>
              </a:defRPr>
            </a:lvl3pPr>
            <a:lvl4pPr lvl="3">
              <a:spcBef>
                <a:spcPts val="0"/>
              </a:spcBef>
              <a:spcAft>
                <a:spcPts val="0"/>
              </a:spcAft>
              <a:buSzPts val="2100"/>
              <a:buFont typeface="Montserrat"/>
              <a:buNone/>
              <a:defRPr sz="2100" b="1">
                <a:latin typeface="Montserrat"/>
                <a:ea typeface="Montserrat"/>
                <a:cs typeface="Montserrat"/>
                <a:sym typeface="Montserrat"/>
              </a:defRPr>
            </a:lvl4pPr>
            <a:lvl5pPr lvl="4">
              <a:spcBef>
                <a:spcPts val="0"/>
              </a:spcBef>
              <a:spcAft>
                <a:spcPts val="0"/>
              </a:spcAft>
              <a:buSzPts val="2100"/>
              <a:buFont typeface="Montserrat"/>
              <a:buNone/>
              <a:defRPr sz="2100" b="1">
                <a:latin typeface="Montserrat"/>
                <a:ea typeface="Montserrat"/>
                <a:cs typeface="Montserrat"/>
                <a:sym typeface="Montserrat"/>
              </a:defRPr>
            </a:lvl5pPr>
            <a:lvl6pPr lvl="5">
              <a:spcBef>
                <a:spcPts val="0"/>
              </a:spcBef>
              <a:spcAft>
                <a:spcPts val="0"/>
              </a:spcAft>
              <a:buSzPts val="2100"/>
              <a:buFont typeface="Montserrat"/>
              <a:buNone/>
              <a:defRPr sz="2100" b="1">
                <a:latin typeface="Montserrat"/>
                <a:ea typeface="Montserrat"/>
                <a:cs typeface="Montserrat"/>
                <a:sym typeface="Montserrat"/>
              </a:defRPr>
            </a:lvl6pPr>
            <a:lvl7pPr lvl="6">
              <a:spcBef>
                <a:spcPts val="0"/>
              </a:spcBef>
              <a:spcAft>
                <a:spcPts val="0"/>
              </a:spcAft>
              <a:buSzPts val="2100"/>
              <a:buFont typeface="Montserrat"/>
              <a:buNone/>
              <a:defRPr sz="2100" b="1">
                <a:latin typeface="Montserrat"/>
                <a:ea typeface="Montserrat"/>
                <a:cs typeface="Montserrat"/>
                <a:sym typeface="Montserrat"/>
              </a:defRPr>
            </a:lvl7pPr>
            <a:lvl8pPr lvl="7">
              <a:spcBef>
                <a:spcPts val="0"/>
              </a:spcBef>
              <a:spcAft>
                <a:spcPts val="0"/>
              </a:spcAft>
              <a:buSzPts val="2100"/>
              <a:buFont typeface="Montserrat"/>
              <a:buNone/>
              <a:defRPr sz="2100" b="1">
                <a:latin typeface="Montserrat"/>
                <a:ea typeface="Montserrat"/>
                <a:cs typeface="Montserrat"/>
                <a:sym typeface="Montserrat"/>
              </a:defRPr>
            </a:lvl8pPr>
            <a:lvl9pPr lvl="8">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
        <p:nvSpPr>
          <p:cNvPr id="19" name="Google Shape;19;p4"/>
          <p:cNvSpPr txBox="1">
            <a:spLocks noGrp="1"/>
          </p:cNvSpPr>
          <p:nvPr>
            <p:ph type="body" idx="1"/>
          </p:nvPr>
        </p:nvSpPr>
        <p:spPr>
          <a:xfrm>
            <a:off x="713225" y="1203425"/>
            <a:ext cx="7717500" cy="3396000"/>
          </a:xfrm>
          <a:prstGeom prst="rect">
            <a:avLst/>
          </a:prstGeom>
        </p:spPr>
        <p:txBody>
          <a:bodyPr spcFirstLastPara="1" wrap="square" lIns="91425" tIns="91425" rIns="91425" bIns="91425" anchor="t" anchorCtr="0">
            <a:noAutofit/>
          </a:bodyPr>
          <a:lstStyle>
            <a:lvl1pPr marL="457200" lvl="0" indent="-292100">
              <a:lnSpc>
                <a:spcPct val="100000"/>
              </a:lnSpc>
              <a:spcBef>
                <a:spcPts val="0"/>
              </a:spcBef>
              <a:spcAft>
                <a:spcPts val="0"/>
              </a:spcAft>
              <a:buClr>
                <a:schemeClr val="lt1"/>
              </a:buClr>
              <a:buSzPts val="1000"/>
              <a:buAutoNum type="arabicPeriod"/>
              <a:defRPr sz="1200">
                <a:solidFill>
                  <a:schemeClr val="lt1"/>
                </a:solidFill>
              </a:defRPr>
            </a:lvl1pPr>
            <a:lvl2pPr marL="914400" lvl="1" indent="-292100">
              <a:spcBef>
                <a:spcPts val="0"/>
              </a:spcBef>
              <a:spcAft>
                <a:spcPts val="0"/>
              </a:spcAft>
              <a:buClr>
                <a:schemeClr val="lt1"/>
              </a:buClr>
              <a:buSzPts val="1000"/>
              <a:buFont typeface="Roboto Condensed Light"/>
              <a:buAutoNum type="alphaLcPeriod"/>
              <a:defRPr sz="1200">
                <a:solidFill>
                  <a:schemeClr val="lt1"/>
                </a:solidFill>
              </a:defRPr>
            </a:lvl2pPr>
            <a:lvl3pPr marL="1371600" lvl="2" indent="-292100">
              <a:spcBef>
                <a:spcPts val="0"/>
              </a:spcBef>
              <a:spcAft>
                <a:spcPts val="0"/>
              </a:spcAft>
              <a:buClr>
                <a:schemeClr val="lt1"/>
              </a:buClr>
              <a:buSzPts val="1000"/>
              <a:buFont typeface="Roboto Condensed Light"/>
              <a:buAutoNum type="romanLcPeriod"/>
              <a:defRPr sz="1200">
                <a:solidFill>
                  <a:schemeClr val="lt1"/>
                </a:solidFill>
              </a:defRPr>
            </a:lvl3pPr>
            <a:lvl4pPr marL="1828800" lvl="3" indent="-292100">
              <a:spcBef>
                <a:spcPts val="0"/>
              </a:spcBef>
              <a:spcAft>
                <a:spcPts val="0"/>
              </a:spcAft>
              <a:buClr>
                <a:schemeClr val="lt1"/>
              </a:buClr>
              <a:buSzPts val="1000"/>
              <a:buFont typeface="Roboto Condensed Light"/>
              <a:buAutoNum type="arabicPeriod"/>
              <a:defRPr sz="1200">
                <a:solidFill>
                  <a:schemeClr val="lt1"/>
                </a:solidFill>
              </a:defRPr>
            </a:lvl4pPr>
            <a:lvl5pPr marL="2286000" lvl="4" indent="-292100">
              <a:spcBef>
                <a:spcPts val="0"/>
              </a:spcBef>
              <a:spcAft>
                <a:spcPts val="0"/>
              </a:spcAft>
              <a:buClr>
                <a:schemeClr val="lt1"/>
              </a:buClr>
              <a:buSzPts val="1000"/>
              <a:buFont typeface="Roboto Condensed Light"/>
              <a:buAutoNum type="alphaLcPeriod"/>
              <a:defRPr sz="1200">
                <a:solidFill>
                  <a:schemeClr val="lt1"/>
                </a:solidFill>
              </a:defRPr>
            </a:lvl5pPr>
            <a:lvl6pPr marL="2743200" lvl="5" indent="-292100">
              <a:spcBef>
                <a:spcPts val="0"/>
              </a:spcBef>
              <a:spcAft>
                <a:spcPts val="0"/>
              </a:spcAft>
              <a:buClr>
                <a:schemeClr val="lt1"/>
              </a:buClr>
              <a:buSzPts val="1000"/>
              <a:buFont typeface="Roboto Condensed Light"/>
              <a:buAutoNum type="romanLcPeriod"/>
              <a:defRPr sz="1200">
                <a:solidFill>
                  <a:schemeClr val="lt1"/>
                </a:solidFill>
              </a:defRPr>
            </a:lvl6pPr>
            <a:lvl7pPr marL="3200400" lvl="6" indent="-292100">
              <a:spcBef>
                <a:spcPts val="0"/>
              </a:spcBef>
              <a:spcAft>
                <a:spcPts val="0"/>
              </a:spcAft>
              <a:buClr>
                <a:schemeClr val="lt1"/>
              </a:buClr>
              <a:buSzPts val="1000"/>
              <a:buFont typeface="Roboto Condensed Light"/>
              <a:buAutoNum type="arabicPeriod"/>
              <a:defRPr sz="1200">
                <a:solidFill>
                  <a:schemeClr val="lt1"/>
                </a:solidFill>
              </a:defRPr>
            </a:lvl7pPr>
            <a:lvl8pPr marL="3657600" lvl="7" indent="-292100">
              <a:spcBef>
                <a:spcPts val="0"/>
              </a:spcBef>
              <a:spcAft>
                <a:spcPts val="0"/>
              </a:spcAft>
              <a:buClr>
                <a:schemeClr val="lt1"/>
              </a:buClr>
              <a:buSzPts val="1000"/>
              <a:buFont typeface="Roboto Condensed Light"/>
              <a:buAutoNum type="alphaLcPeriod"/>
              <a:defRPr sz="1200">
                <a:solidFill>
                  <a:schemeClr val="lt1"/>
                </a:solidFill>
              </a:defRPr>
            </a:lvl8pPr>
            <a:lvl9pPr marL="4114800" lvl="8" indent="-292100">
              <a:spcBef>
                <a:spcPts val="0"/>
              </a:spcBef>
              <a:spcAft>
                <a:spcPts val="0"/>
              </a:spcAft>
              <a:buClr>
                <a:schemeClr val="lt1"/>
              </a:buClr>
              <a:buSzPts val="1000"/>
              <a:buFont typeface="Roboto Condensed Light"/>
              <a:buAutoNum type="romanLcPeriod"/>
              <a:defRPr sz="1200">
                <a:solidFill>
                  <a:schemeClr val="lt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20"/>
        <p:cNvGrpSpPr/>
        <p:nvPr/>
      </p:nvGrpSpPr>
      <p:grpSpPr>
        <a:xfrm>
          <a:off x="0" y="0"/>
          <a:ext cx="0" cy="0"/>
          <a:chOff x="0" y="0"/>
          <a:chExt cx="0" cy="0"/>
        </a:xfrm>
      </p:grpSpPr>
      <p:sp>
        <p:nvSpPr>
          <p:cNvPr id="21" name="Google Shape;21;p5"/>
          <p:cNvSpPr/>
          <p:nvPr/>
        </p:nvSpPr>
        <p:spPr>
          <a:xfrm>
            <a:off x="713225" y="539500"/>
            <a:ext cx="7717500" cy="405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5"/>
          <p:cNvSpPr txBox="1">
            <a:spLocks noGrp="1"/>
          </p:cNvSpPr>
          <p:nvPr>
            <p:ph type="title"/>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
        <p:nvSpPr>
          <p:cNvPr id="23" name="Google Shape;23;p5"/>
          <p:cNvSpPr txBox="1">
            <a:spLocks noGrp="1"/>
          </p:cNvSpPr>
          <p:nvPr>
            <p:ph type="subTitle" idx="1"/>
          </p:nvPr>
        </p:nvSpPr>
        <p:spPr>
          <a:xfrm>
            <a:off x="1244988" y="1897175"/>
            <a:ext cx="3008700" cy="4428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algn="ctr">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2pPr>
            <a:lvl3pPr lvl="2" algn="ctr">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3pPr>
            <a:lvl4pPr lvl="3" algn="ctr">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4pPr>
            <a:lvl5pPr lvl="4" algn="ctr">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5pPr>
            <a:lvl6pPr lvl="5" algn="ctr">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6pPr>
            <a:lvl7pPr lvl="6" algn="ctr">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7pPr>
            <a:lvl8pPr lvl="7" algn="ctr">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8pPr>
            <a:lvl9pPr lvl="8" algn="ctr">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9pPr>
          </a:lstStyle>
          <a:p>
            <a:endParaRPr/>
          </a:p>
        </p:txBody>
      </p:sp>
      <p:sp>
        <p:nvSpPr>
          <p:cNvPr id="24" name="Google Shape;24;p5"/>
          <p:cNvSpPr txBox="1">
            <a:spLocks noGrp="1"/>
          </p:cNvSpPr>
          <p:nvPr>
            <p:ph type="subTitle" idx="2"/>
          </p:nvPr>
        </p:nvSpPr>
        <p:spPr>
          <a:xfrm>
            <a:off x="1238525" y="2595325"/>
            <a:ext cx="3008700" cy="1239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25" name="Google Shape;25;p5"/>
          <p:cNvSpPr txBox="1">
            <a:spLocks noGrp="1"/>
          </p:cNvSpPr>
          <p:nvPr>
            <p:ph type="subTitle" idx="3"/>
          </p:nvPr>
        </p:nvSpPr>
        <p:spPr>
          <a:xfrm>
            <a:off x="4893617" y="1897175"/>
            <a:ext cx="3005400" cy="442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2pPr>
            <a:lvl3pPr lvl="2"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3pPr>
            <a:lvl4pPr lvl="3"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4pPr>
            <a:lvl5pPr lvl="4"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5pPr>
            <a:lvl6pPr lvl="5"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6pPr>
            <a:lvl7pPr lvl="6"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7pPr>
            <a:lvl8pPr lvl="7"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8pPr>
            <a:lvl9pPr lvl="8"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9pPr>
          </a:lstStyle>
          <a:p>
            <a:endParaRPr/>
          </a:p>
        </p:txBody>
      </p:sp>
      <p:sp>
        <p:nvSpPr>
          <p:cNvPr id="26" name="Google Shape;26;p5"/>
          <p:cNvSpPr txBox="1">
            <a:spLocks noGrp="1"/>
          </p:cNvSpPr>
          <p:nvPr>
            <p:ph type="subTitle" idx="4"/>
          </p:nvPr>
        </p:nvSpPr>
        <p:spPr>
          <a:xfrm>
            <a:off x="4886911" y="2595325"/>
            <a:ext cx="3008700" cy="1239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p:nvPr/>
        </p:nvSpPr>
        <p:spPr>
          <a:xfrm>
            <a:off x="0" y="-28710"/>
            <a:ext cx="9144000" cy="57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6"/>
          <p:cNvSpPr/>
          <p:nvPr/>
        </p:nvSpPr>
        <p:spPr>
          <a:xfrm>
            <a:off x="0" y="4600710"/>
            <a:ext cx="9144000" cy="57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6"/>
          <p:cNvSpPr txBox="1">
            <a:spLocks noGrp="1"/>
          </p:cNvSpPr>
          <p:nvPr>
            <p:ph type="title"/>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5226600" y="1697150"/>
            <a:ext cx="2607600" cy="733800"/>
          </a:xfrm>
          <a:prstGeom prst="rect">
            <a:avLst/>
          </a:prstGeom>
        </p:spPr>
        <p:txBody>
          <a:bodyPr spcFirstLastPara="1" wrap="square" lIns="91425" tIns="91425" rIns="91425" bIns="91425" anchor="b" anchorCtr="0">
            <a:noAutofit/>
          </a:bodyPr>
          <a:lstStyle>
            <a:lvl1pPr lvl="0" algn="l">
              <a:spcBef>
                <a:spcPts val="0"/>
              </a:spcBef>
              <a:spcAft>
                <a:spcPts val="0"/>
              </a:spcAft>
              <a:buSzPts val="2100"/>
              <a:buFont typeface="Montserrat"/>
              <a:buNone/>
              <a:defRPr sz="4000" b="1">
                <a:latin typeface="Playfair Display"/>
                <a:ea typeface="Playfair Display"/>
                <a:cs typeface="Playfair Display"/>
                <a:sym typeface="Playfair Display"/>
              </a:defRPr>
            </a:lvl1pPr>
            <a:lvl2pPr lvl="1">
              <a:spcBef>
                <a:spcPts val="0"/>
              </a:spcBef>
              <a:spcAft>
                <a:spcPts val="0"/>
              </a:spcAft>
              <a:buSzPts val="2100"/>
              <a:buFont typeface="Montserrat"/>
              <a:buNone/>
              <a:defRPr sz="2100" b="1">
                <a:latin typeface="Montserrat"/>
                <a:ea typeface="Montserrat"/>
                <a:cs typeface="Montserrat"/>
                <a:sym typeface="Montserrat"/>
              </a:defRPr>
            </a:lvl2pPr>
            <a:lvl3pPr lvl="2">
              <a:spcBef>
                <a:spcPts val="0"/>
              </a:spcBef>
              <a:spcAft>
                <a:spcPts val="0"/>
              </a:spcAft>
              <a:buSzPts val="2100"/>
              <a:buFont typeface="Montserrat"/>
              <a:buNone/>
              <a:defRPr sz="2100" b="1">
                <a:latin typeface="Montserrat"/>
                <a:ea typeface="Montserrat"/>
                <a:cs typeface="Montserrat"/>
                <a:sym typeface="Montserrat"/>
              </a:defRPr>
            </a:lvl3pPr>
            <a:lvl4pPr lvl="3">
              <a:spcBef>
                <a:spcPts val="0"/>
              </a:spcBef>
              <a:spcAft>
                <a:spcPts val="0"/>
              </a:spcAft>
              <a:buSzPts val="2100"/>
              <a:buFont typeface="Montserrat"/>
              <a:buNone/>
              <a:defRPr sz="2100" b="1">
                <a:latin typeface="Montserrat"/>
                <a:ea typeface="Montserrat"/>
                <a:cs typeface="Montserrat"/>
                <a:sym typeface="Montserrat"/>
              </a:defRPr>
            </a:lvl4pPr>
            <a:lvl5pPr lvl="4">
              <a:spcBef>
                <a:spcPts val="0"/>
              </a:spcBef>
              <a:spcAft>
                <a:spcPts val="0"/>
              </a:spcAft>
              <a:buSzPts val="2100"/>
              <a:buFont typeface="Montserrat"/>
              <a:buNone/>
              <a:defRPr sz="2100" b="1">
                <a:latin typeface="Montserrat"/>
                <a:ea typeface="Montserrat"/>
                <a:cs typeface="Montserrat"/>
                <a:sym typeface="Montserrat"/>
              </a:defRPr>
            </a:lvl5pPr>
            <a:lvl6pPr lvl="5">
              <a:spcBef>
                <a:spcPts val="0"/>
              </a:spcBef>
              <a:spcAft>
                <a:spcPts val="0"/>
              </a:spcAft>
              <a:buSzPts val="2100"/>
              <a:buFont typeface="Montserrat"/>
              <a:buNone/>
              <a:defRPr sz="2100" b="1">
                <a:latin typeface="Montserrat"/>
                <a:ea typeface="Montserrat"/>
                <a:cs typeface="Montserrat"/>
                <a:sym typeface="Montserrat"/>
              </a:defRPr>
            </a:lvl6pPr>
            <a:lvl7pPr lvl="6">
              <a:spcBef>
                <a:spcPts val="0"/>
              </a:spcBef>
              <a:spcAft>
                <a:spcPts val="0"/>
              </a:spcAft>
              <a:buSzPts val="2100"/>
              <a:buFont typeface="Montserrat"/>
              <a:buNone/>
              <a:defRPr sz="2100" b="1">
                <a:latin typeface="Montserrat"/>
                <a:ea typeface="Montserrat"/>
                <a:cs typeface="Montserrat"/>
                <a:sym typeface="Montserrat"/>
              </a:defRPr>
            </a:lvl7pPr>
            <a:lvl8pPr lvl="7">
              <a:spcBef>
                <a:spcPts val="0"/>
              </a:spcBef>
              <a:spcAft>
                <a:spcPts val="0"/>
              </a:spcAft>
              <a:buSzPts val="2100"/>
              <a:buFont typeface="Montserrat"/>
              <a:buNone/>
              <a:defRPr sz="2100" b="1">
                <a:latin typeface="Montserrat"/>
                <a:ea typeface="Montserrat"/>
                <a:cs typeface="Montserrat"/>
                <a:sym typeface="Montserrat"/>
              </a:defRPr>
            </a:lvl8pPr>
            <a:lvl9pPr lvl="8">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
        <p:nvSpPr>
          <p:cNvPr id="33" name="Google Shape;33;p7"/>
          <p:cNvSpPr txBox="1">
            <a:spLocks noGrp="1"/>
          </p:cNvSpPr>
          <p:nvPr>
            <p:ph type="subTitle" idx="1"/>
          </p:nvPr>
        </p:nvSpPr>
        <p:spPr>
          <a:xfrm>
            <a:off x="5226600" y="2393950"/>
            <a:ext cx="2607600" cy="1052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34" name="Google Shape;34;p7"/>
          <p:cNvSpPr/>
          <p:nvPr/>
        </p:nvSpPr>
        <p:spPr>
          <a:xfrm>
            <a:off x="0" y="0"/>
            <a:ext cx="457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2"/>
        </a:solidFill>
        <a:effectLst/>
      </p:bgPr>
    </p:bg>
    <p:spTree>
      <p:nvGrpSpPr>
        <p:cNvPr id="1" name="Shape 35"/>
        <p:cNvGrpSpPr/>
        <p:nvPr/>
      </p:nvGrpSpPr>
      <p:grpSpPr>
        <a:xfrm>
          <a:off x="0" y="0"/>
          <a:ext cx="0" cy="0"/>
          <a:chOff x="0" y="0"/>
          <a:chExt cx="0" cy="0"/>
        </a:xfrm>
      </p:grpSpPr>
      <p:sp>
        <p:nvSpPr>
          <p:cNvPr id="36" name="Google Shape;36;p8"/>
          <p:cNvSpPr/>
          <p:nvPr/>
        </p:nvSpPr>
        <p:spPr>
          <a:xfrm>
            <a:off x="713225" y="539500"/>
            <a:ext cx="7709700" cy="405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8"/>
          <p:cNvSpPr txBox="1">
            <a:spLocks noGrp="1"/>
          </p:cNvSpPr>
          <p:nvPr>
            <p:ph type="title"/>
          </p:nvPr>
        </p:nvSpPr>
        <p:spPr>
          <a:xfrm>
            <a:off x="717150" y="1513950"/>
            <a:ext cx="7709700" cy="21156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5000"/>
              <a:buFont typeface="Playfair Display"/>
              <a:buNone/>
              <a:defRPr sz="6800">
                <a:solidFill>
                  <a:schemeClr val="dk2"/>
                </a:solidFill>
                <a:latin typeface="Playfair Display"/>
                <a:ea typeface="Playfair Display"/>
                <a:cs typeface="Playfair Display"/>
                <a:sym typeface="Playfair Display"/>
              </a:defRPr>
            </a:lvl1pPr>
            <a:lvl2pPr lvl="1" algn="ctr">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2pPr>
            <a:lvl3pPr lvl="2" algn="ctr">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3pPr>
            <a:lvl4pPr lvl="3" algn="ctr">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4pPr>
            <a:lvl5pPr lvl="4" algn="ctr">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5pPr>
            <a:lvl6pPr lvl="5" algn="ctr">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6pPr>
            <a:lvl7pPr lvl="6" algn="ctr">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7pPr>
            <a:lvl8pPr lvl="7" algn="ctr">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8pPr>
            <a:lvl9pPr lvl="8" algn="ctr">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5278075" y="1257300"/>
            <a:ext cx="3152700" cy="605100"/>
          </a:xfrm>
          <a:prstGeom prst="rect">
            <a:avLst/>
          </a:prstGeom>
        </p:spPr>
        <p:txBody>
          <a:bodyPr spcFirstLastPara="1" wrap="square" lIns="91425" tIns="91425" rIns="91425" bIns="91425" anchor="ctr" anchorCtr="0">
            <a:noAutofit/>
          </a:bodyPr>
          <a:lstStyle>
            <a:lvl1pPr marL="457200" lvl="0" indent="-228600" algn="ctr">
              <a:lnSpc>
                <a:spcPct val="100000"/>
              </a:lnSpc>
              <a:spcBef>
                <a:spcPts val="0"/>
              </a:spcBef>
              <a:spcAft>
                <a:spcPts val="0"/>
              </a:spcAft>
              <a:buClr>
                <a:srgbClr val="000000"/>
              </a:buClr>
              <a:buSzPts val="2100"/>
              <a:buFont typeface="Montserrat"/>
              <a:buNone/>
              <a:defRPr sz="2500" b="1">
                <a:solidFill>
                  <a:schemeClr val="lt1"/>
                </a:solidFill>
                <a:latin typeface="Playfair Display"/>
                <a:ea typeface="Playfair Display"/>
                <a:cs typeface="Playfair Display"/>
                <a:sym typeface="Playfair Display"/>
              </a:defRPr>
            </a:lvl1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2"/>
        </a:solidFill>
        <a:effectLst/>
      </p:bgPr>
    </p:bg>
    <p:spTree>
      <p:nvGrpSpPr>
        <p:cNvPr id="1" name="Shape 43"/>
        <p:cNvGrpSpPr/>
        <p:nvPr/>
      </p:nvGrpSpPr>
      <p:grpSpPr>
        <a:xfrm>
          <a:off x="0" y="0"/>
          <a:ext cx="0" cy="0"/>
          <a:chOff x="0" y="0"/>
          <a:chExt cx="0" cy="0"/>
        </a:xfrm>
      </p:grpSpPr>
      <p:sp>
        <p:nvSpPr>
          <p:cNvPr id="44" name="Google Shape;44;p11"/>
          <p:cNvSpPr txBox="1">
            <a:spLocks noGrp="1"/>
          </p:cNvSpPr>
          <p:nvPr>
            <p:ph type="title" hasCustomPrompt="1"/>
          </p:nvPr>
        </p:nvSpPr>
        <p:spPr>
          <a:xfrm>
            <a:off x="1046245" y="1583450"/>
            <a:ext cx="7053300" cy="1465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7500"/>
              <a:buFont typeface="Playfair Display"/>
              <a:buNone/>
              <a:defRPr sz="7500">
                <a:solidFill>
                  <a:schemeClr val="lt1"/>
                </a:solidFill>
                <a:latin typeface="Playfair Display"/>
                <a:ea typeface="Playfair Display"/>
                <a:cs typeface="Playfair Display"/>
                <a:sym typeface="Playfair Display"/>
              </a:defRPr>
            </a:lvl1pPr>
            <a:lvl2pPr lvl="1" algn="ctr">
              <a:spcBef>
                <a:spcPts val="0"/>
              </a:spcBef>
              <a:spcAft>
                <a:spcPts val="0"/>
              </a:spcAft>
              <a:buSzPts val="7500"/>
              <a:buFont typeface="Playfair Display"/>
              <a:buNone/>
              <a:defRPr sz="7500">
                <a:latin typeface="Playfair Display"/>
                <a:ea typeface="Playfair Display"/>
                <a:cs typeface="Playfair Display"/>
                <a:sym typeface="Playfair Display"/>
              </a:defRPr>
            </a:lvl2pPr>
            <a:lvl3pPr lvl="2" algn="ctr">
              <a:spcBef>
                <a:spcPts val="0"/>
              </a:spcBef>
              <a:spcAft>
                <a:spcPts val="0"/>
              </a:spcAft>
              <a:buSzPts val="7500"/>
              <a:buFont typeface="Playfair Display"/>
              <a:buNone/>
              <a:defRPr sz="7500">
                <a:latin typeface="Playfair Display"/>
                <a:ea typeface="Playfair Display"/>
                <a:cs typeface="Playfair Display"/>
                <a:sym typeface="Playfair Display"/>
              </a:defRPr>
            </a:lvl3pPr>
            <a:lvl4pPr lvl="3" algn="ctr">
              <a:spcBef>
                <a:spcPts val="0"/>
              </a:spcBef>
              <a:spcAft>
                <a:spcPts val="0"/>
              </a:spcAft>
              <a:buSzPts val="7500"/>
              <a:buFont typeface="Playfair Display"/>
              <a:buNone/>
              <a:defRPr sz="7500">
                <a:latin typeface="Playfair Display"/>
                <a:ea typeface="Playfair Display"/>
                <a:cs typeface="Playfair Display"/>
                <a:sym typeface="Playfair Display"/>
              </a:defRPr>
            </a:lvl4pPr>
            <a:lvl5pPr lvl="4" algn="ctr">
              <a:spcBef>
                <a:spcPts val="0"/>
              </a:spcBef>
              <a:spcAft>
                <a:spcPts val="0"/>
              </a:spcAft>
              <a:buSzPts val="7500"/>
              <a:buFont typeface="Playfair Display"/>
              <a:buNone/>
              <a:defRPr sz="7500">
                <a:latin typeface="Playfair Display"/>
                <a:ea typeface="Playfair Display"/>
                <a:cs typeface="Playfair Display"/>
                <a:sym typeface="Playfair Display"/>
              </a:defRPr>
            </a:lvl5pPr>
            <a:lvl6pPr lvl="5" algn="ctr">
              <a:spcBef>
                <a:spcPts val="0"/>
              </a:spcBef>
              <a:spcAft>
                <a:spcPts val="0"/>
              </a:spcAft>
              <a:buSzPts val="7500"/>
              <a:buFont typeface="Playfair Display"/>
              <a:buNone/>
              <a:defRPr sz="7500">
                <a:latin typeface="Playfair Display"/>
                <a:ea typeface="Playfair Display"/>
                <a:cs typeface="Playfair Display"/>
                <a:sym typeface="Playfair Display"/>
              </a:defRPr>
            </a:lvl6pPr>
            <a:lvl7pPr lvl="6" algn="ctr">
              <a:spcBef>
                <a:spcPts val="0"/>
              </a:spcBef>
              <a:spcAft>
                <a:spcPts val="0"/>
              </a:spcAft>
              <a:buSzPts val="7500"/>
              <a:buFont typeface="Playfair Display"/>
              <a:buNone/>
              <a:defRPr sz="7500">
                <a:latin typeface="Playfair Display"/>
                <a:ea typeface="Playfair Display"/>
                <a:cs typeface="Playfair Display"/>
                <a:sym typeface="Playfair Display"/>
              </a:defRPr>
            </a:lvl7pPr>
            <a:lvl8pPr lvl="7" algn="ctr">
              <a:spcBef>
                <a:spcPts val="0"/>
              </a:spcBef>
              <a:spcAft>
                <a:spcPts val="0"/>
              </a:spcAft>
              <a:buSzPts val="7500"/>
              <a:buFont typeface="Playfair Display"/>
              <a:buNone/>
              <a:defRPr sz="7500">
                <a:latin typeface="Playfair Display"/>
                <a:ea typeface="Playfair Display"/>
                <a:cs typeface="Playfair Display"/>
                <a:sym typeface="Playfair Display"/>
              </a:defRPr>
            </a:lvl8pPr>
            <a:lvl9pPr lvl="8" algn="ctr">
              <a:spcBef>
                <a:spcPts val="0"/>
              </a:spcBef>
              <a:spcAft>
                <a:spcPts val="0"/>
              </a:spcAft>
              <a:buSzPts val="7500"/>
              <a:buFont typeface="Playfair Display"/>
              <a:buNone/>
              <a:defRPr sz="7500">
                <a:latin typeface="Playfair Display"/>
                <a:ea typeface="Playfair Display"/>
                <a:cs typeface="Playfair Display"/>
                <a:sym typeface="Playfair Display"/>
              </a:defRPr>
            </a:lvl9pPr>
          </a:lstStyle>
          <a:p>
            <a:r>
              <a:t>xx%</a:t>
            </a:r>
          </a:p>
        </p:txBody>
      </p:sp>
      <p:sp>
        <p:nvSpPr>
          <p:cNvPr id="45" name="Google Shape;45;p11"/>
          <p:cNvSpPr txBox="1">
            <a:spLocks noGrp="1"/>
          </p:cNvSpPr>
          <p:nvPr>
            <p:ph type="subTitle" idx="1"/>
          </p:nvPr>
        </p:nvSpPr>
        <p:spPr>
          <a:xfrm>
            <a:off x="2360925" y="3148450"/>
            <a:ext cx="4457100" cy="411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1pPr>
            <a:lvl2pPr lvl="1" algn="ctr">
              <a:spcBef>
                <a:spcPts val="0"/>
              </a:spcBef>
              <a:spcAft>
                <a:spcPts val="0"/>
              </a:spcAft>
              <a:buSzPts val="1400"/>
              <a:buFont typeface="Montserrat"/>
              <a:buNone/>
              <a:defRPr>
                <a:latin typeface="Montserrat"/>
                <a:ea typeface="Montserrat"/>
                <a:cs typeface="Montserrat"/>
                <a:sym typeface="Montserrat"/>
              </a:defRPr>
            </a:lvl2pPr>
            <a:lvl3pPr lvl="2" algn="ctr">
              <a:spcBef>
                <a:spcPts val="0"/>
              </a:spcBef>
              <a:spcAft>
                <a:spcPts val="0"/>
              </a:spcAft>
              <a:buSzPts val="1400"/>
              <a:buFont typeface="Montserrat"/>
              <a:buNone/>
              <a:defRPr>
                <a:latin typeface="Montserrat"/>
                <a:ea typeface="Montserrat"/>
                <a:cs typeface="Montserrat"/>
                <a:sym typeface="Montserrat"/>
              </a:defRPr>
            </a:lvl3pPr>
            <a:lvl4pPr lvl="3" algn="ctr">
              <a:spcBef>
                <a:spcPts val="0"/>
              </a:spcBef>
              <a:spcAft>
                <a:spcPts val="0"/>
              </a:spcAft>
              <a:buSzPts val="1400"/>
              <a:buFont typeface="Montserrat"/>
              <a:buNone/>
              <a:defRPr>
                <a:latin typeface="Montserrat"/>
                <a:ea typeface="Montserrat"/>
                <a:cs typeface="Montserrat"/>
                <a:sym typeface="Montserrat"/>
              </a:defRPr>
            </a:lvl4pPr>
            <a:lvl5pPr lvl="4" algn="ctr">
              <a:spcBef>
                <a:spcPts val="0"/>
              </a:spcBef>
              <a:spcAft>
                <a:spcPts val="0"/>
              </a:spcAft>
              <a:buSzPts val="1400"/>
              <a:buFont typeface="Montserrat"/>
              <a:buNone/>
              <a:defRPr>
                <a:latin typeface="Montserrat"/>
                <a:ea typeface="Montserrat"/>
                <a:cs typeface="Montserrat"/>
                <a:sym typeface="Montserrat"/>
              </a:defRPr>
            </a:lvl5pPr>
            <a:lvl6pPr lvl="5" algn="ctr">
              <a:spcBef>
                <a:spcPts val="0"/>
              </a:spcBef>
              <a:spcAft>
                <a:spcPts val="0"/>
              </a:spcAft>
              <a:buSzPts val="1400"/>
              <a:buFont typeface="Montserrat"/>
              <a:buNone/>
              <a:defRPr>
                <a:latin typeface="Montserrat"/>
                <a:ea typeface="Montserrat"/>
                <a:cs typeface="Montserrat"/>
                <a:sym typeface="Montserrat"/>
              </a:defRPr>
            </a:lvl6pPr>
            <a:lvl7pPr lvl="6" algn="ctr">
              <a:spcBef>
                <a:spcPts val="0"/>
              </a:spcBef>
              <a:spcAft>
                <a:spcPts val="0"/>
              </a:spcAft>
              <a:buSzPts val="1400"/>
              <a:buFont typeface="Montserrat"/>
              <a:buNone/>
              <a:defRPr>
                <a:latin typeface="Montserrat"/>
                <a:ea typeface="Montserrat"/>
                <a:cs typeface="Montserrat"/>
                <a:sym typeface="Montserrat"/>
              </a:defRPr>
            </a:lvl7pPr>
            <a:lvl8pPr lvl="7" algn="ctr">
              <a:spcBef>
                <a:spcPts val="0"/>
              </a:spcBef>
              <a:spcAft>
                <a:spcPts val="0"/>
              </a:spcAft>
              <a:buSzPts val="1400"/>
              <a:buFont typeface="Montserrat"/>
              <a:buNone/>
              <a:defRPr>
                <a:latin typeface="Montserrat"/>
                <a:ea typeface="Montserrat"/>
                <a:cs typeface="Montserrat"/>
                <a:sym typeface="Montserrat"/>
              </a:defRPr>
            </a:lvl8pPr>
            <a:lvl9pPr lvl="8" algn="ctr">
              <a:spcBef>
                <a:spcPts val="0"/>
              </a:spcBef>
              <a:spcAft>
                <a:spcPts val="0"/>
              </a:spcAft>
              <a:buSzPts val="1400"/>
              <a:buFont typeface="Montserrat"/>
              <a:buNone/>
              <a:defRPr>
                <a:latin typeface="Montserrat"/>
                <a:ea typeface="Montserrat"/>
                <a:cs typeface="Montserrat"/>
                <a:sym typeface="Montserrat"/>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6"/>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BLANK_1_1_1">
    <p:spTree>
      <p:nvGrpSpPr>
        <p:cNvPr id="1" name="Shape 47"/>
        <p:cNvGrpSpPr/>
        <p:nvPr/>
      </p:nvGrpSpPr>
      <p:grpSpPr>
        <a:xfrm>
          <a:off x="0" y="0"/>
          <a:ext cx="0" cy="0"/>
          <a:chOff x="0" y="0"/>
          <a:chExt cx="0" cy="0"/>
        </a:xfrm>
      </p:grpSpPr>
      <p:sp>
        <p:nvSpPr>
          <p:cNvPr id="48" name="Google Shape;48;p13"/>
          <p:cNvSpPr txBox="1">
            <a:spLocks noGrp="1"/>
          </p:cNvSpPr>
          <p:nvPr>
            <p:ph type="title"/>
          </p:nvPr>
        </p:nvSpPr>
        <p:spPr>
          <a:xfrm>
            <a:off x="5226600" y="3165693"/>
            <a:ext cx="2990100" cy="407100"/>
          </a:xfrm>
          <a:prstGeom prst="rect">
            <a:avLst/>
          </a:prstGeom>
        </p:spPr>
        <p:txBody>
          <a:bodyPr spcFirstLastPara="1" wrap="square" lIns="91425" tIns="91425" rIns="91425" bIns="91425" anchor="t" anchorCtr="0">
            <a:noAutofit/>
          </a:bodyPr>
          <a:lstStyle>
            <a:lvl1pPr lvl="0">
              <a:spcBef>
                <a:spcPts val="0"/>
              </a:spcBef>
              <a:spcAft>
                <a:spcPts val="0"/>
              </a:spcAft>
              <a:buSzPts val="1400"/>
              <a:buFont typeface="Montserrat"/>
              <a:buNone/>
              <a:defRPr sz="1400">
                <a:latin typeface="Playfair Display SemiBold"/>
                <a:ea typeface="Playfair Display SemiBold"/>
                <a:cs typeface="Playfair Display SemiBold"/>
                <a:sym typeface="Playfair Display SemiBold"/>
              </a:defRPr>
            </a:lvl1pPr>
            <a:lvl2pPr lvl="1">
              <a:spcBef>
                <a:spcPts val="0"/>
              </a:spcBef>
              <a:spcAft>
                <a:spcPts val="0"/>
              </a:spcAft>
              <a:buSzPts val="1400"/>
              <a:buFont typeface="Montserrat"/>
              <a:buNone/>
              <a:defRPr sz="1400" b="1">
                <a:latin typeface="Montserrat"/>
                <a:ea typeface="Montserrat"/>
                <a:cs typeface="Montserrat"/>
                <a:sym typeface="Montserrat"/>
              </a:defRPr>
            </a:lvl2pPr>
            <a:lvl3pPr lvl="2">
              <a:spcBef>
                <a:spcPts val="0"/>
              </a:spcBef>
              <a:spcAft>
                <a:spcPts val="0"/>
              </a:spcAft>
              <a:buSzPts val="1400"/>
              <a:buFont typeface="Montserrat"/>
              <a:buNone/>
              <a:defRPr sz="1400" b="1">
                <a:latin typeface="Montserrat"/>
                <a:ea typeface="Montserrat"/>
                <a:cs typeface="Montserrat"/>
                <a:sym typeface="Montserrat"/>
              </a:defRPr>
            </a:lvl3pPr>
            <a:lvl4pPr lvl="3">
              <a:spcBef>
                <a:spcPts val="0"/>
              </a:spcBef>
              <a:spcAft>
                <a:spcPts val="0"/>
              </a:spcAft>
              <a:buSzPts val="1400"/>
              <a:buFont typeface="Montserrat"/>
              <a:buNone/>
              <a:defRPr sz="1400" b="1">
                <a:latin typeface="Montserrat"/>
                <a:ea typeface="Montserrat"/>
                <a:cs typeface="Montserrat"/>
                <a:sym typeface="Montserrat"/>
              </a:defRPr>
            </a:lvl4pPr>
            <a:lvl5pPr lvl="4">
              <a:spcBef>
                <a:spcPts val="0"/>
              </a:spcBef>
              <a:spcAft>
                <a:spcPts val="0"/>
              </a:spcAft>
              <a:buSzPts val="1400"/>
              <a:buFont typeface="Montserrat"/>
              <a:buNone/>
              <a:defRPr sz="1400" b="1">
                <a:latin typeface="Montserrat"/>
                <a:ea typeface="Montserrat"/>
                <a:cs typeface="Montserrat"/>
                <a:sym typeface="Montserrat"/>
              </a:defRPr>
            </a:lvl5pPr>
            <a:lvl6pPr lvl="5">
              <a:spcBef>
                <a:spcPts val="0"/>
              </a:spcBef>
              <a:spcAft>
                <a:spcPts val="0"/>
              </a:spcAft>
              <a:buSzPts val="1400"/>
              <a:buFont typeface="Montserrat"/>
              <a:buNone/>
              <a:defRPr sz="1400" b="1">
                <a:latin typeface="Montserrat"/>
                <a:ea typeface="Montserrat"/>
                <a:cs typeface="Montserrat"/>
                <a:sym typeface="Montserrat"/>
              </a:defRPr>
            </a:lvl6pPr>
            <a:lvl7pPr lvl="6">
              <a:spcBef>
                <a:spcPts val="0"/>
              </a:spcBef>
              <a:spcAft>
                <a:spcPts val="0"/>
              </a:spcAft>
              <a:buSzPts val="1400"/>
              <a:buFont typeface="Montserrat"/>
              <a:buNone/>
              <a:defRPr sz="1400" b="1">
                <a:latin typeface="Montserrat"/>
                <a:ea typeface="Montserrat"/>
                <a:cs typeface="Montserrat"/>
                <a:sym typeface="Montserrat"/>
              </a:defRPr>
            </a:lvl7pPr>
            <a:lvl8pPr lvl="7">
              <a:spcBef>
                <a:spcPts val="0"/>
              </a:spcBef>
              <a:spcAft>
                <a:spcPts val="0"/>
              </a:spcAft>
              <a:buSzPts val="1400"/>
              <a:buFont typeface="Montserrat"/>
              <a:buNone/>
              <a:defRPr sz="1400" b="1">
                <a:latin typeface="Montserrat"/>
                <a:ea typeface="Montserrat"/>
                <a:cs typeface="Montserrat"/>
                <a:sym typeface="Montserrat"/>
              </a:defRPr>
            </a:lvl8pPr>
            <a:lvl9pPr lvl="8">
              <a:spcBef>
                <a:spcPts val="0"/>
              </a:spcBef>
              <a:spcAft>
                <a:spcPts val="0"/>
              </a:spcAft>
              <a:buSzPts val="1400"/>
              <a:buFont typeface="Montserrat"/>
              <a:buNone/>
              <a:defRPr sz="1400" b="1">
                <a:latin typeface="Montserrat"/>
                <a:ea typeface="Montserrat"/>
                <a:cs typeface="Montserrat"/>
                <a:sym typeface="Montserrat"/>
              </a:defRPr>
            </a:lvl9pPr>
          </a:lstStyle>
          <a:p>
            <a:endParaRPr/>
          </a:p>
        </p:txBody>
      </p:sp>
      <p:sp>
        <p:nvSpPr>
          <p:cNvPr id="49" name="Google Shape;49;p13"/>
          <p:cNvSpPr txBox="1">
            <a:spLocks noGrp="1"/>
          </p:cNvSpPr>
          <p:nvPr>
            <p:ph type="title" idx="2"/>
          </p:nvPr>
        </p:nvSpPr>
        <p:spPr>
          <a:xfrm>
            <a:off x="5226600" y="1570701"/>
            <a:ext cx="2990100" cy="15612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Font typeface="Montserrat"/>
              <a:buNone/>
              <a:defRPr sz="1800" i="1">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1">
  <p:cSld name="BLANK_1_1_1_1">
    <p:bg>
      <p:bgPr>
        <a:solidFill>
          <a:schemeClr val="dk2"/>
        </a:solidFill>
        <a:effectLst/>
      </p:bgPr>
    </p:bg>
    <p:spTree>
      <p:nvGrpSpPr>
        <p:cNvPr id="1" name="Shape 50"/>
        <p:cNvGrpSpPr/>
        <p:nvPr/>
      </p:nvGrpSpPr>
      <p:grpSpPr>
        <a:xfrm>
          <a:off x="0" y="0"/>
          <a:ext cx="0" cy="0"/>
          <a:chOff x="0" y="0"/>
          <a:chExt cx="0" cy="0"/>
        </a:xfrm>
      </p:grpSpPr>
      <p:sp>
        <p:nvSpPr>
          <p:cNvPr id="51" name="Google Shape;51;p14"/>
          <p:cNvSpPr txBox="1">
            <a:spLocks noGrp="1"/>
          </p:cNvSpPr>
          <p:nvPr>
            <p:ph type="title"/>
          </p:nvPr>
        </p:nvSpPr>
        <p:spPr>
          <a:xfrm>
            <a:off x="3007950" y="3159563"/>
            <a:ext cx="3128100" cy="487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2000">
                <a:solidFill>
                  <a:schemeClr val="lt1"/>
                </a:solidFill>
                <a:latin typeface="Playfair Display SemiBold"/>
                <a:ea typeface="Playfair Display SemiBold"/>
                <a:cs typeface="Playfair Display SemiBold"/>
                <a:sym typeface="Playfair Display SemiBold"/>
              </a:defRPr>
            </a:lvl1pPr>
            <a:lvl2pPr lvl="1" rtl="0">
              <a:spcBef>
                <a:spcPts val="0"/>
              </a:spcBef>
              <a:spcAft>
                <a:spcPts val="0"/>
              </a:spcAft>
              <a:buSzPts val="1400"/>
              <a:buFont typeface="Montserrat"/>
              <a:buNone/>
              <a:defRPr sz="1400" b="1">
                <a:latin typeface="Montserrat"/>
                <a:ea typeface="Montserrat"/>
                <a:cs typeface="Montserrat"/>
                <a:sym typeface="Montserrat"/>
              </a:defRPr>
            </a:lvl2pPr>
            <a:lvl3pPr lvl="2" rtl="0">
              <a:spcBef>
                <a:spcPts val="0"/>
              </a:spcBef>
              <a:spcAft>
                <a:spcPts val="0"/>
              </a:spcAft>
              <a:buSzPts val="1400"/>
              <a:buFont typeface="Montserrat"/>
              <a:buNone/>
              <a:defRPr sz="1400" b="1">
                <a:latin typeface="Montserrat"/>
                <a:ea typeface="Montserrat"/>
                <a:cs typeface="Montserrat"/>
                <a:sym typeface="Montserrat"/>
              </a:defRPr>
            </a:lvl3pPr>
            <a:lvl4pPr lvl="3" rtl="0">
              <a:spcBef>
                <a:spcPts val="0"/>
              </a:spcBef>
              <a:spcAft>
                <a:spcPts val="0"/>
              </a:spcAft>
              <a:buSzPts val="1400"/>
              <a:buFont typeface="Montserrat"/>
              <a:buNone/>
              <a:defRPr sz="1400" b="1">
                <a:latin typeface="Montserrat"/>
                <a:ea typeface="Montserrat"/>
                <a:cs typeface="Montserrat"/>
                <a:sym typeface="Montserrat"/>
              </a:defRPr>
            </a:lvl4pPr>
            <a:lvl5pPr lvl="4" rtl="0">
              <a:spcBef>
                <a:spcPts val="0"/>
              </a:spcBef>
              <a:spcAft>
                <a:spcPts val="0"/>
              </a:spcAft>
              <a:buSzPts val="1400"/>
              <a:buFont typeface="Montserrat"/>
              <a:buNone/>
              <a:defRPr sz="1400" b="1">
                <a:latin typeface="Montserrat"/>
                <a:ea typeface="Montserrat"/>
                <a:cs typeface="Montserrat"/>
                <a:sym typeface="Montserrat"/>
              </a:defRPr>
            </a:lvl5pPr>
            <a:lvl6pPr lvl="5" rtl="0">
              <a:spcBef>
                <a:spcPts val="0"/>
              </a:spcBef>
              <a:spcAft>
                <a:spcPts val="0"/>
              </a:spcAft>
              <a:buSzPts val="1400"/>
              <a:buFont typeface="Montserrat"/>
              <a:buNone/>
              <a:defRPr sz="1400" b="1">
                <a:latin typeface="Montserrat"/>
                <a:ea typeface="Montserrat"/>
                <a:cs typeface="Montserrat"/>
                <a:sym typeface="Montserrat"/>
              </a:defRPr>
            </a:lvl6pPr>
            <a:lvl7pPr lvl="6" rtl="0">
              <a:spcBef>
                <a:spcPts val="0"/>
              </a:spcBef>
              <a:spcAft>
                <a:spcPts val="0"/>
              </a:spcAft>
              <a:buSzPts val="1400"/>
              <a:buFont typeface="Montserrat"/>
              <a:buNone/>
              <a:defRPr sz="1400" b="1">
                <a:latin typeface="Montserrat"/>
                <a:ea typeface="Montserrat"/>
                <a:cs typeface="Montserrat"/>
                <a:sym typeface="Montserrat"/>
              </a:defRPr>
            </a:lvl7pPr>
            <a:lvl8pPr lvl="7" rtl="0">
              <a:spcBef>
                <a:spcPts val="0"/>
              </a:spcBef>
              <a:spcAft>
                <a:spcPts val="0"/>
              </a:spcAft>
              <a:buSzPts val="1400"/>
              <a:buFont typeface="Montserrat"/>
              <a:buNone/>
              <a:defRPr sz="1400" b="1">
                <a:latin typeface="Montserrat"/>
                <a:ea typeface="Montserrat"/>
                <a:cs typeface="Montserrat"/>
                <a:sym typeface="Montserrat"/>
              </a:defRPr>
            </a:lvl8pPr>
            <a:lvl9pPr lvl="8" rtl="0">
              <a:spcBef>
                <a:spcPts val="0"/>
              </a:spcBef>
              <a:spcAft>
                <a:spcPts val="0"/>
              </a:spcAft>
              <a:buSzPts val="1400"/>
              <a:buFont typeface="Montserrat"/>
              <a:buNone/>
              <a:defRPr sz="1400" b="1">
                <a:latin typeface="Montserrat"/>
                <a:ea typeface="Montserrat"/>
                <a:cs typeface="Montserrat"/>
                <a:sym typeface="Montserrat"/>
              </a:defRPr>
            </a:lvl9pPr>
          </a:lstStyle>
          <a:p>
            <a:endParaRPr/>
          </a:p>
        </p:txBody>
      </p:sp>
      <p:sp>
        <p:nvSpPr>
          <p:cNvPr id="52" name="Google Shape;52;p14"/>
          <p:cNvSpPr txBox="1">
            <a:spLocks noGrp="1"/>
          </p:cNvSpPr>
          <p:nvPr>
            <p:ph type="title" idx="2"/>
          </p:nvPr>
        </p:nvSpPr>
        <p:spPr>
          <a:xfrm>
            <a:off x="2026025" y="1491888"/>
            <a:ext cx="5091900" cy="16341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Font typeface="Montserrat"/>
              <a:buNone/>
              <a:defRPr sz="2400">
                <a:solidFill>
                  <a:schemeClr val="lt1"/>
                </a:solidFill>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2">
  <p:cSld name="BLANK_1_1_1_1_1">
    <p:bg>
      <p:bgPr>
        <a:solidFill>
          <a:schemeClr val="lt1"/>
        </a:solidFill>
        <a:effectLst/>
      </p:bgPr>
    </p:bg>
    <p:spTree>
      <p:nvGrpSpPr>
        <p:cNvPr id="1" name="Shape 53"/>
        <p:cNvGrpSpPr/>
        <p:nvPr/>
      </p:nvGrpSpPr>
      <p:grpSpPr>
        <a:xfrm>
          <a:off x="0" y="0"/>
          <a:ext cx="0" cy="0"/>
          <a:chOff x="0" y="0"/>
          <a:chExt cx="0" cy="0"/>
        </a:xfrm>
      </p:grpSpPr>
      <p:sp>
        <p:nvSpPr>
          <p:cNvPr id="54" name="Google Shape;54;p15"/>
          <p:cNvSpPr txBox="1">
            <a:spLocks noGrp="1"/>
          </p:cNvSpPr>
          <p:nvPr>
            <p:ph type="title"/>
          </p:nvPr>
        </p:nvSpPr>
        <p:spPr>
          <a:xfrm>
            <a:off x="713225" y="2589338"/>
            <a:ext cx="3128100" cy="487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Montserrat"/>
              <a:buNone/>
              <a:defRPr sz="2000">
                <a:latin typeface="Playfair Display SemiBold"/>
                <a:ea typeface="Playfair Display SemiBold"/>
                <a:cs typeface="Playfair Display SemiBold"/>
                <a:sym typeface="Playfair Display SemiBold"/>
              </a:defRPr>
            </a:lvl1pPr>
            <a:lvl2pPr lvl="1" algn="l" rtl="0">
              <a:spcBef>
                <a:spcPts val="0"/>
              </a:spcBef>
              <a:spcAft>
                <a:spcPts val="0"/>
              </a:spcAft>
              <a:buSzPts val="1400"/>
              <a:buFont typeface="Montserrat"/>
              <a:buNone/>
              <a:defRPr sz="1400" b="1">
                <a:latin typeface="Montserrat"/>
                <a:ea typeface="Montserrat"/>
                <a:cs typeface="Montserrat"/>
                <a:sym typeface="Montserrat"/>
              </a:defRPr>
            </a:lvl2pPr>
            <a:lvl3pPr lvl="2" algn="l" rtl="0">
              <a:spcBef>
                <a:spcPts val="0"/>
              </a:spcBef>
              <a:spcAft>
                <a:spcPts val="0"/>
              </a:spcAft>
              <a:buSzPts val="1400"/>
              <a:buFont typeface="Montserrat"/>
              <a:buNone/>
              <a:defRPr sz="1400" b="1">
                <a:latin typeface="Montserrat"/>
                <a:ea typeface="Montserrat"/>
                <a:cs typeface="Montserrat"/>
                <a:sym typeface="Montserrat"/>
              </a:defRPr>
            </a:lvl3pPr>
            <a:lvl4pPr lvl="3" algn="l" rtl="0">
              <a:spcBef>
                <a:spcPts val="0"/>
              </a:spcBef>
              <a:spcAft>
                <a:spcPts val="0"/>
              </a:spcAft>
              <a:buSzPts val="1400"/>
              <a:buFont typeface="Montserrat"/>
              <a:buNone/>
              <a:defRPr sz="1400" b="1">
                <a:latin typeface="Montserrat"/>
                <a:ea typeface="Montserrat"/>
                <a:cs typeface="Montserrat"/>
                <a:sym typeface="Montserrat"/>
              </a:defRPr>
            </a:lvl4pPr>
            <a:lvl5pPr lvl="4" algn="l" rtl="0">
              <a:spcBef>
                <a:spcPts val="0"/>
              </a:spcBef>
              <a:spcAft>
                <a:spcPts val="0"/>
              </a:spcAft>
              <a:buSzPts val="1400"/>
              <a:buFont typeface="Montserrat"/>
              <a:buNone/>
              <a:defRPr sz="1400" b="1">
                <a:latin typeface="Montserrat"/>
                <a:ea typeface="Montserrat"/>
                <a:cs typeface="Montserrat"/>
                <a:sym typeface="Montserrat"/>
              </a:defRPr>
            </a:lvl5pPr>
            <a:lvl6pPr lvl="5" algn="l" rtl="0">
              <a:spcBef>
                <a:spcPts val="0"/>
              </a:spcBef>
              <a:spcAft>
                <a:spcPts val="0"/>
              </a:spcAft>
              <a:buSzPts val="1400"/>
              <a:buFont typeface="Montserrat"/>
              <a:buNone/>
              <a:defRPr sz="1400" b="1">
                <a:latin typeface="Montserrat"/>
                <a:ea typeface="Montserrat"/>
                <a:cs typeface="Montserrat"/>
                <a:sym typeface="Montserrat"/>
              </a:defRPr>
            </a:lvl6pPr>
            <a:lvl7pPr lvl="6" algn="l" rtl="0">
              <a:spcBef>
                <a:spcPts val="0"/>
              </a:spcBef>
              <a:spcAft>
                <a:spcPts val="0"/>
              </a:spcAft>
              <a:buSzPts val="1400"/>
              <a:buFont typeface="Montserrat"/>
              <a:buNone/>
              <a:defRPr sz="1400" b="1">
                <a:latin typeface="Montserrat"/>
                <a:ea typeface="Montserrat"/>
                <a:cs typeface="Montserrat"/>
                <a:sym typeface="Montserrat"/>
              </a:defRPr>
            </a:lvl7pPr>
            <a:lvl8pPr lvl="7" algn="l" rtl="0">
              <a:spcBef>
                <a:spcPts val="0"/>
              </a:spcBef>
              <a:spcAft>
                <a:spcPts val="0"/>
              </a:spcAft>
              <a:buSzPts val="1400"/>
              <a:buFont typeface="Montserrat"/>
              <a:buNone/>
              <a:defRPr sz="1400" b="1">
                <a:latin typeface="Montserrat"/>
                <a:ea typeface="Montserrat"/>
                <a:cs typeface="Montserrat"/>
                <a:sym typeface="Montserrat"/>
              </a:defRPr>
            </a:lvl8pPr>
            <a:lvl9pPr lvl="8" algn="l" rtl="0">
              <a:spcBef>
                <a:spcPts val="0"/>
              </a:spcBef>
              <a:spcAft>
                <a:spcPts val="0"/>
              </a:spcAft>
              <a:buSzPts val="1400"/>
              <a:buFont typeface="Montserrat"/>
              <a:buNone/>
              <a:defRPr sz="1400" b="1">
                <a:latin typeface="Montserrat"/>
                <a:ea typeface="Montserrat"/>
                <a:cs typeface="Montserrat"/>
                <a:sym typeface="Montserrat"/>
              </a:defRPr>
            </a:lvl9pPr>
          </a:lstStyle>
          <a:p>
            <a:endParaRPr/>
          </a:p>
        </p:txBody>
      </p:sp>
      <p:sp>
        <p:nvSpPr>
          <p:cNvPr id="55" name="Google Shape;55;p15"/>
          <p:cNvSpPr txBox="1">
            <a:spLocks noGrp="1"/>
          </p:cNvSpPr>
          <p:nvPr>
            <p:ph type="title" idx="2"/>
          </p:nvPr>
        </p:nvSpPr>
        <p:spPr>
          <a:xfrm>
            <a:off x="713225" y="539500"/>
            <a:ext cx="3858900" cy="2016300"/>
          </a:xfrm>
          <a:prstGeom prst="rect">
            <a:avLst/>
          </a:prstGeom>
        </p:spPr>
        <p:txBody>
          <a:bodyPr spcFirstLastPara="1" wrap="square" lIns="91425" tIns="91425" rIns="91425" bIns="91425" anchor="b" anchorCtr="0">
            <a:noAutofit/>
          </a:bodyPr>
          <a:lstStyle>
            <a:lvl1pPr lvl="0" algn="l" rtl="0">
              <a:spcBef>
                <a:spcPts val="0"/>
              </a:spcBef>
              <a:spcAft>
                <a:spcPts val="0"/>
              </a:spcAft>
              <a:buSzPts val="1400"/>
              <a:buFont typeface="Montserrat"/>
              <a:buNone/>
              <a:defRPr sz="2400">
                <a:latin typeface="Montserrat"/>
                <a:ea typeface="Montserrat"/>
                <a:cs typeface="Montserrat"/>
                <a:sym typeface="Montserrat"/>
              </a:defRPr>
            </a:lvl1pPr>
            <a:lvl2pPr lvl="1" algn="l" rtl="0">
              <a:spcBef>
                <a:spcPts val="0"/>
              </a:spcBef>
              <a:spcAft>
                <a:spcPts val="0"/>
              </a:spcAft>
              <a:buSzPts val="1400"/>
              <a:buFont typeface="Montserrat"/>
              <a:buNone/>
              <a:defRPr sz="1400">
                <a:latin typeface="Montserrat"/>
                <a:ea typeface="Montserrat"/>
                <a:cs typeface="Montserrat"/>
                <a:sym typeface="Montserrat"/>
              </a:defRPr>
            </a:lvl2pPr>
            <a:lvl3pPr lvl="2" algn="l" rtl="0">
              <a:spcBef>
                <a:spcPts val="0"/>
              </a:spcBef>
              <a:spcAft>
                <a:spcPts val="0"/>
              </a:spcAft>
              <a:buSzPts val="1400"/>
              <a:buFont typeface="Montserrat"/>
              <a:buNone/>
              <a:defRPr sz="1400">
                <a:latin typeface="Montserrat"/>
                <a:ea typeface="Montserrat"/>
                <a:cs typeface="Montserrat"/>
                <a:sym typeface="Montserrat"/>
              </a:defRPr>
            </a:lvl3pPr>
            <a:lvl4pPr lvl="3" algn="l" rtl="0">
              <a:spcBef>
                <a:spcPts val="0"/>
              </a:spcBef>
              <a:spcAft>
                <a:spcPts val="0"/>
              </a:spcAft>
              <a:buSzPts val="1400"/>
              <a:buFont typeface="Montserrat"/>
              <a:buNone/>
              <a:defRPr sz="1400">
                <a:latin typeface="Montserrat"/>
                <a:ea typeface="Montserrat"/>
                <a:cs typeface="Montserrat"/>
                <a:sym typeface="Montserrat"/>
              </a:defRPr>
            </a:lvl4pPr>
            <a:lvl5pPr lvl="4" algn="l" rtl="0">
              <a:spcBef>
                <a:spcPts val="0"/>
              </a:spcBef>
              <a:spcAft>
                <a:spcPts val="0"/>
              </a:spcAft>
              <a:buSzPts val="1400"/>
              <a:buFont typeface="Montserrat"/>
              <a:buNone/>
              <a:defRPr sz="1400">
                <a:latin typeface="Montserrat"/>
                <a:ea typeface="Montserrat"/>
                <a:cs typeface="Montserrat"/>
                <a:sym typeface="Montserrat"/>
              </a:defRPr>
            </a:lvl5pPr>
            <a:lvl6pPr lvl="5" algn="l" rtl="0">
              <a:spcBef>
                <a:spcPts val="0"/>
              </a:spcBef>
              <a:spcAft>
                <a:spcPts val="0"/>
              </a:spcAft>
              <a:buSzPts val="1400"/>
              <a:buFont typeface="Montserrat"/>
              <a:buNone/>
              <a:defRPr sz="1400">
                <a:latin typeface="Montserrat"/>
                <a:ea typeface="Montserrat"/>
                <a:cs typeface="Montserrat"/>
                <a:sym typeface="Montserrat"/>
              </a:defRPr>
            </a:lvl6pPr>
            <a:lvl7pPr lvl="6" algn="l" rtl="0">
              <a:spcBef>
                <a:spcPts val="0"/>
              </a:spcBef>
              <a:spcAft>
                <a:spcPts val="0"/>
              </a:spcAft>
              <a:buSzPts val="1400"/>
              <a:buFont typeface="Montserrat"/>
              <a:buNone/>
              <a:defRPr sz="1400">
                <a:latin typeface="Montserrat"/>
                <a:ea typeface="Montserrat"/>
                <a:cs typeface="Montserrat"/>
                <a:sym typeface="Montserrat"/>
              </a:defRPr>
            </a:lvl7pPr>
            <a:lvl8pPr lvl="7" algn="l" rtl="0">
              <a:spcBef>
                <a:spcPts val="0"/>
              </a:spcBef>
              <a:spcAft>
                <a:spcPts val="0"/>
              </a:spcAft>
              <a:buSzPts val="1400"/>
              <a:buFont typeface="Montserrat"/>
              <a:buNone/>
              <a:defRPr sz="1400">
                <a:latin typeface="Montserrat"/>
                <a:ea typeface="Montserrat"/>
                <a:cs typeface="Montserrat"/>
                <a:sym typeface="Montserrat"/>
              </a:defRPr>
            </a:lvl8pPr>
            <a:lvl9pPr lvl="8" algn="l"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56"/>
        <p:cNvGrpSpPr/>
        <p:nvPr/>
      </p:nvGrpSpPr>
      <p:grpSpPr>
        <a:xfrm>
          <a:off x="0" y="0"/>
          <a:ext cx="0" cy="0"/>
          <a:chOff x="0" y="0"/>
          <a:chExt cx="0" cy="0"/>
        </a:xfrm>
      </p:grpSpPr>
      <p:sp>
        <p:nvSpPr>
          <p:cNvPr id="57" name="Google Shape;57;p16"/>
          <p:cNvSpPr/>
          <p:nvPr/>
        </p:nvSpPr>
        <p:spPr>
          <a:xfrm>
            <a:off x="75" y="1514850"/>
            <a:ext cx="9144000" cy="552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6"/>
          <p:cNvSpPr/>
          <p:nvPr/>
        </p:nvSpPr>
        <p:spPr>
          <a:xfrm>
            <a:off x="75" y="3168875"/>
            <a:ext cx="9144000" cy="552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6"/>
          <p:cNvSpPr txBox="1">
            <a:spLocks noGrp="1"/>
          </p:cNvSpPr>
          <p:nvPr>
            <p:ph type="title" hasCustomPrompt="1"/>
          </p:nvPr>
        </p:nvSpPr>
        <p:spPr>
          <a:xfrm rot="1973">
            <a:off x="1365600" y="1464451"/>
            <a:ext cx="1045200" cy="602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60" name="Google Shape;60;p16"/>
          <p:cNvSpPr txBox="1">
            <a:spLocks noGrp="1"/>
          </p:cNvSpPr>
          <p:nvPr>
            <p:ph type="subTitle" idx="1"/>
          </p:nvPr>
        </p:nvSpPr>
        <p:spPr>
          <a:xfrm>
            <a:off x="720000" y="236245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 name="Google Shape;61;p16"/>
          <p:cNvSpPr txBox="1">
            <a:spLocks noGrp="1"/>
          </p:cNvSpPr>
          <p:nvPr>
            <p:ph type="title" idx="2" hasCustomPrompt="1"/>
          </p:nvPr>
        </p:nvSpPr>
        <p:spPr>
          <a:xfrm rot="1973">
            <a:off x="1365600" y="3102701"/>
            <a:ext cx="1045200" cy="602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62" name="Google Shape;62;p16"/>
          <p:cNvSpPr txBox="1">
            <a:spLocks noGrp="1"/>
          </p:cNvSpPr>
          <p:nvPr>
            <p:ph type="subTitle" idx="3"/>
          </p:nvPr>
        </p:nvSpPr>
        <p:spPr>
          <a:xfrm>
            <a:off x="720000" y="400080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 name="Google Shape;63;p16"/>
          <p:cNvSpPr txBox="1">
            <a:spLocks noGrp="1"/>
          </p:cNvSpPr>
          <p:nvPr>
            <p:ph type="title" idx="4" hasCustomPrompt="1"/>
          </p:nvPr>
        </p:nvSpPr>
        <p:spPr>
          <a:xfrm rot="1973">
            <a:off x="4049400" y="1464451"/>
            <a:ext cx="1045200" cy="602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64" name="Google Shape;64;p16"/>
          <p:cNvSpPr txBox="1">
            <a:spLocks noGrp="1"/>
          </p:cNvSpPr>
          <p:nvPr>
            <p:ph type="subTitle" idx="5"/>
          </p:nvPr>
        </p:nvSpPr>
        <p:spPr>
          <a:xfrm>
            <a:off x="3403800" y="236245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5" name="Google Shape;65;p16"/>
          <p:cNvSpPr txBox="1">
            <a:spLocks noGrp="1"/>
          </p:cNvSpPr>
          <p:nvPr>
            <p:ph type="title" idx="6" hasCustomPrompt="1"/>
          </p:nvPr>
        </p:nvSpPr>
        <p:spPr>
          <a:xfrm rot="1973">
            <a:off x="4049400" y="3102701"/>
            <a:ext cx="1045200" cy="602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66" name="Google Shape;66;p16"/>
          <p:cNvSpPr txBox="1">
            <a:spLocks noGrp="1"/>
          </p:cNvSpPr>
          <p:nvPr>
            <p:ph type="subTitle" idx="7"/>
          </p:nvPr>
        </p:nvSpPr>
        <p:spPr>
          <a:xfrm>
            <a:off x="3403800" y="400080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7" name="Google Shape;67;p16"/>
          <p:cNvSpPr txBox="1">
            <a:spLocks noGrp="1"/>
          </p:cNvSpPr>
          <p:nvPr>
            <p:ph type="title" idx="8" hasCustomPrompt="1"/>
          </p:nvPr>
        </p:nvSpPr>
        <p:spPr>
          <a:xfrm rot="1973">
            <a:off x="6733200" y="1464451"/>
            <a:ext cx="1045200" cy="602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68" name="Google Shape;68;p16"/>
          <p:cNvSpPr txBox="1">
            <a:spLocks noGrp="1"/>
          </p:cNvSpPr>
          <p:nvPr>
            <p:ph type="subTitle" idx="9"/>
          </p:nvPr>
        </p:nvSpPr>
        <p:spPr>
          <a:xfrm>
            <a:off x="6087600" y="236245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 name="Google Shape;69;p16"/>
          <p:cNvSpPr txBox="1">
            <a:spLocks noGrp="1"/>
          </p:cNvSpPr>
          <p:nvPr>
            <p:ph type="title" idx="13" hasCustomPrompt="1"/>
          </p:nvPr>
        </p:nvSpPr>
        <p:spPr>
          <a:xfrm rot="1973">
            <a:off x="6733200" y="3102701"/>
            <a:ext cx="1045200" cy="602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lt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70" name="Google Shape;70;p16"/>
          <p:cNvSpPr txBox="1">
            <a:spLocks noGrp="1"/>
          </p:cNvSpPr>
          <p:nvPr>
            <p:ph type="subTitle" idx="14"/>
          </p:nvPr>
        </p:nvSpPr>
        <p:spPr>
          <a:xfrm>
            <a:off x="6087600" y="400080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1" name="Google Shape;71;p16"/>
          <p:cNvSpPr txBox="1">
            <a:spLocks noGrp="1"/>
          </p:cNvSpPr>
          <p:nvPr>
            <p:ph type="subTitle" idx="15"/>
          </p:nvPr>
        </p:nvSpPr>
        <p:spPr>
          <a:xfrm>
            <a:off x="720000" y="2057250"/>
            <a:ext cx="2336400" cy="46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None/>
              <a:defRPr sz="1800">
                <a:solidFill>
                  <a:schemeClr val="dk2"/>
                </a:solidFill>
              </a:defRPr>
            </a:lvl1pPr>
            <a:lvl2pPr lvl="1" algn="ctr" rtl="0">
              <a:lnSpc>
                <a:spcPct val="100000"/>
              </a:lnSpc>
              <a:spcBef>
                <a:spcPts val="0"/>
              </a:spcBef>
              <a:spcAft>
                <a:spcPts val="0"/>
              </a:spcAft>
              <a:buClr>
                <a:schemeClr val="dk2"/>
              </a:buClr>
              <a:buSzPts val="1800"/>
              <a:buNone/>
              <a:defRPr sz="1800">
                <a:solidFill>
                  <a:schemeClr val="dk2"/>
                </a:solidFill>
              </a:defRPr>
            </a:lvl2pPr>
            <a:lvl3pPr lvl="2" algn="ctr" rtl="0">
              <a:lnSpc>
                <a:spcPct val="100000"/>
              </a:lnSpc>
              <a:spcBef>
                <a:spcPts val="0"/>
              </a:spcBef>
              <a:spcAft>
                <a:spcPts val="0"/>
              </a:spcAft>
              <a:buClr>
                <a:schemeClr val="dk2"/>
              </a:buClr>
              <a:buSzPts val="1800"/>
              <a:buNone/>
              <a:defRPr sz="1800">
                <a:solidFill>
                  <a:schemeClr val="dk2"/>
                </a:solidFill>
              </a:defRPr>
            </a:lvl3pPr>
            <a:lvl4pPr lvl="3" algn="ctr" rtl="0">
              <a:lnSpc>
                <a:spcPct val="100000"/>
              </a:lnSpc>
              <a:spcBef>
                <a:spcPts val="0"/>
              </a:spcBef>
              <a:spcAft>
                <a:spcPts val="0"/>
              </a:spcAft>
              <a:buClr>
                <a:schemeClr val="dk2"/>
              </a:buClr>
              <a:buSzPts val="1800"/>
              <a:buNone/>
              <a:defRPr sz="1800">
                <a:solidFill>
                  <a:schemeClr val="dk2"/>
                </a:solidFill>
              </a:defRPr>
            </a:lvl4pPr>
            <a:lvl5pPr lvl="4" algn="ctr" rtl="0">
              <a:lnSpc>
                <a:spcPct val="100000"/>
              </a:lnSpc>
              <a:spcBef>
                <a:spcPts val="0"/>
              </a:spcBef>
              <a:spcAft>
                <a:spcPts val="0"/>
              </a:spcAft>
              <a:buClr>
                <a:schemeClr val="dk2"/>
              </a:buClr>
              <a:buSzPts val="1800"/>
              <a:buNone/>
              <a:defRPr sz="1800">
                <a:solidFill>
                  <a:schemeClr val="dk2"/>
                </a:solidFill>
              </a:defRPr>
            </a:lvl5pPr>
            <a:lvl6pPr lvl="5" algn="ctr" rtl="0">
              <a:lnSpc>
                <a:spcPct val="100000"/>
              </a:lnSpc>
              <a:spcBef>
                <a:spcPts val="0"/>
              </a:spcBef>
              <a:spcAft>
                <a:spcPts val="0"/>
              </a:spcAft>
              <a:buClr>
                <a:schemeClr val="dk2"/>
              </a:buClr>
              <a:buSzPts val="1800"/>
              <a:buNone/>
              <a:defRPr sz="1800">
                <a:solidFill>
                  <a:schemeClr val="dk2"/>
                </a:solidFill>
              </a:defRPr>
            </a:lvl6pPr>
            <a:lvl7pPr lvl="6" algn="ctr" rtl="0">
              <a:lnSpc>
                <a:spcPct val="100000"/>
              </a:lnSpc>
              <a:spcBef>
                <a:spcPts val="0"/>
              </a:spcBef>
              <a:spcAft>
                <a:spcPts val="0"/>
              </a:spcAft>
              <a:buClr>
                <a:schemeClr val="dk2"/>
              </a:buClr>
              <a:buSzPts val="1800"/>
              <a:buNone/>
              <a:defRPr sz="1800">
                <a:solidFill>
                  <a:schemeClr val="dk2"/>
                </a:solidFill>
              </a:defRPr>
            </a:lvl7pPr>
            <a:lvl8pPr lvl="7" algn="ctr" rtl="0">
              <a:lnSpc>
                <a:spcPct val="100000"/>
              </a:lnSpc>
              <a:spcBef>
                <a:spcPts val="0"/>
              </a:spcBef>
              <a:spcAft>
                <a:spcPts val="0"/>
              </a:spcAft>
              <a:buClr>
                <a:schemeClr val="dk2"/>
              </a:buClr>
              <a:buSzPts val="1800"/>
              <a:buNone/>
              <a:defRPr sz="1800">
                <a:solidFill>
                  <a:schemeClr val="dk2"/>
                </a:solidFill>
              </a:defRPr>
            </a:lvl8pPr>
            <a:lvl9pPr lvl="8" algn="ctr" rtl="0">
              <a:lnSpc>
                <a:spcPct val="100000"/>
              </a:lnSpc>
              <a:spcBef>
                <a:spcPts val="0"/>
              </a:spcBef>
              <a:spcAft>
                <a:spcPts val="0"/>
              </a:spcAft>
              <a:buClr>
                <a:schemeClr val="dk2"/>
              </a:buClr>
              <a:buSzPts val="1800"/>
              <a:buNone/>
              <a:defRPr sz="1800">
                <a:solidFill>
                  <a:schemeClr val="dk2"/>
                </a:solidFill>
              </a:defRPr>
            </a:lvl9pPr>
          </a:lstStyle>
          <a:p>
            <a:endParaRPr/>
          </a:p>
        </p:txBody>
      </p:sp>
      <p:sp>
        <p:nvSpPr>
          <p:cNvPr id="72" name="Google Shape;72;p16"/>
          <p:cNvSpPr txBox="1">
            <a:spLocks noGrp="1"/>
          </p:cNvSpPr>
          <p:nvPr>
            <p:ph type="subTitle" idx="16"/>
          </p:nvPr>
        </p:nvSpPr>
        <p:spPr>
          <a:xfrm>
            <a:off x="720000" y="3695700"/>
            <a:ext cx="2336400" cy="46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None/>
              <a:defRPr sz="1800">
                <a:solidFill>
                  <a:schemeClr val="dk2"/>
                </a:solidFill>
              </a:defRPr>
            </a:lvl1pPr>
            <a:lvl2pPr lvl="1" algn="ctr" rtl="0">
              <a:lnSpc>
                <a:spcPct val="100000"/>
              </a:lnSpc>
              <a:spcBef>
                <a:spcPts val="0"/>
              </a:spcBef>
              <a:spcAft>
                <a:spcPts val="0"/>
              </a:spcAft>
              <a:buClr>
                <a:schemeClr val="dk2"/>
              </a:buClr>
              <a:buSzPts val="1800"/>
              <a:buNone/>
              <a:defRPr sz="1800">
                <a:solidFill>
                  <a:schemeClr val="dk2"/>
                </a:solidFill>
              </a:defRPr>
            </a:lvl2pPr>
            <a:lvl3pPr lvl="2" algn="ctr" rtl="0">
              <a:lnSpc>
                <a:spcPct val="100000"/>
              </a:lnSpc>
              <a:spcBef>
                <a:spcPts val="0"/>
              </a:spcBef>
              <a:spcAft>
                <a:spcPts val="0"/>
              </a:spcAft>
              <a:buClr>
                <a:schemeClr val="dk2"/>
              </a:buClr>
              <a:buSzPts val="1800"/>
              <a:buNone/>
              <a:defRPr sz="1800">
                <a:solidFill>
                  <a:schemeClr val="dk2"/>
                </a:solidFill>
              </a:defRPr>
            </a:lvl3pPr>
            <a:lvl4pPr lvl="3" algn="ctr" rtl="0">
              <a:lnSpc>
                <a:spcPct val="100000"/>
              </a:lnSpc>
              <a:spcBef>
                <a:spcPts val="0"/>
              </a:spcBef>
              <a:spcAft>
                <a:spcPts val="0"/>
              </a:spcAft>
              <a:buClr>
                <a:schemeClr val="dk2"/>
              </a:buClr>
              <a:buSzPts val="1800"/>
              <a:buNone/>
              <a:defRPr sz="1800">
                <a:solidFill>
                  <a:schemeClr val="dk2"/>
                </a:solidFill>
              </a:defRPr>
            </a:lvl4pPr>
            <a:lvl5pPr lvl="4" algn="ctr" rtl="0">
              <a:lnSpc>
                <a:spcPct val="100000"/>
              </a:lnSpc>
              <a:spcBef>
                <a:spcPts val="0"/>
              </a:spcBef>
              <a:spcAft>
                <a:spcPts val="0"/>
              </a:spcAft>
              <a:buClr>
                <a:schemeClr val="dk2"/>
              </a:buClr>
              <a:buSzPts val="1800"/>
              <a:buNone/>
              <a:defRPr sz="1800">
                <a:solidFill>
                  <a:schemeClr val="dk2"/>
                </a:solidFill>
              </a:defRPr>
            </a:lvl5pPr>
            <a:lvl6pPr lvl="5" algn="ctr" rtl="0">
              <a:lnSpc>
                <a:spcPct val="100000"/>
              </a:lnSpc>
              <a:spcBef>
                <a:spcPts val="0"/>
              </a:spcBef>
              <a:spcAft>
                <a:spcPts val="0"/>
              </a:spcAft>
              <a:buClr>
                <a:schemeClr val="dk2"/>
              </a:buClr>
              <a:buSzPts val="1800"/>
              <a:buNone/>
              <a:defRPr sz="1800">
                <a:solidFill>
                  <a:schemeClr val="dk2"/>
                </a:solidFill>
              </a:defRPr>
            </a:lvl6pPr>
            <a:lvl7pPr lvl="6" algn="ctr" rtl="0">
              <a:lnSpc>
                <a:spcPct val="100000"/>
              </a:lnSpc>
              <a:spcBef>
                <a:spcPts val="0"/>
              </a:spcBef>
              <a:spcAft>
                <a:spcPts val="0"/>
              </a:spcAft>
              <a:buClr>
                <a:schemeClr val="dk2"/>
              </a:buClr>
              <a:buSzPts val="1800"/>
              <a:buNone/>
              <a:defRPr sz="1800">
                <a:solidFill>
                  <a:schemeClr val="dk2"/>
                </a:solidFill>
              </a:defRPr>
            </a:lvl7pPr>
            <a:lvl8pPr lvl="7" algn="ctr" rtl="0">
              <a:lnSpc>
                <a:spcPct val="100000"/>
              </a:lnSpc>
              <a:spcBef>
                <a:spcPts val="0"/>
              </a:spcBef>
              <a:spcAft>
                <a:spcPts val="0"/>
              </a:spcAft>
              <a:buClr>
                <a:schemeClr val="dk2"/>
              </a:buClr>
              <a:buSzPts val="1800"/>
              <a:buNone/>
              <a:defRPr sz="1800">
                <a:solidFill>
                  <a:schemeClr val="dk2"/>
                </a:solidFill>
              </a:defRPr>
            </a:lvl8pPr>
            <a:lvl9pPr lvl="8" algn="ctr" rtl="0">
              <a:lnSpc>
                <a:spcPct val="100000"/>
              </a:lnSpc>
              <a:spcBef>
                <a:spcPts val="0"/>
              </a:spcBef>
              <a:spcAft>
                <a:spcPts val="0"/>
              </a:spcAft>
              <a:buClr>
                <a:schemeClr val="dk2"/>
              </a:buClr>
              <a:buSzPts val="1800"/>
              <a:buNone/>
              <a:defRPr sz="1800">
                <a:solidFill>
                  <a:schemeClr val="dk2"/>
                </a:solidFill>
              </a:defRPr>
            </a:lvl9pPr>
          </a:lstStyle>
          <a:p>
            <a:endParaRPr/>
          </a:p>
        </p:txBody>
      </p:sp>
      <p:sp>
        <p:nvSpPr>
          <p:cNvPr id="73" name="Google Shape;73;p16"/>
          <p:cNvSpPr txBox="1">
            <a:spLocks noGrp="1"/>
          </p:cNvSpPr>
          <p:nvPr>
            <p:ph type="subTitle" idx="17"/>
          </p:nvPr>
        </p:nvSpPr>
        <p:spPr>
          <a:xfrm>
            <a:off x="3403800" y="2057250"/>
            <a:ext cx="2336400" cy="46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None/>
              <a:defRPr sz="1800">
                <a:solidFill>
                  <a:schemeClr val="dk2"/>
                </a:solidFill>
              </a:defRPr>
            </a:lvl1pPr>
            <a:lvl2pPr lvl="1" algn="ctr" rtl="0">
              <a:lnSpc>
                <a:spcPct val="100000"/>
              </a:lnSpc>
              <a:spcBef>
                <a:spcPts val="0"/>
              </a:spcBef>
              <a:spcAft>
                <a:spcPts val="0"/>
              </a:spcAft>
              <a:buClr>
                <a:schemeClr val="dk2"/>
              </a:buClr>
              <a:buSzPts val="1800"/>
              <a:buNone/>
              <a:defRPr sz="1800">
                <a:solidFill>
                  <a:schemeClr val="dk2"/>
                </a:solidFill>
              </a:defRPr>
            </a:lvl2pPr>
            <a:lvl3pPr lvl="2" algn="ctr" rtl="0">
              <a:lnSpc>
                <a:spcPct val="100000"/>
              </a:lnSpc>
              <a:spcBef>
                <a:spcPts val="0"/>
              </a:spcBef>
              <a:spcAft>
                <a:spcPts val="0"/>
              </a:spcAft>
              <a:buClr>
                <a:schemeClr val="dk2"/>
              </a:buClr>
              <a:buSzPts val="1800"/>
              <a:buNone/>
              <a:defRPr sz="1800">
                <a:solidFill>
                  <a:schemeClr val="dk2"/>
                </a:solidFill>
              </a:defRPr>
            </a:lvl3pPr>
            <a:lvl4pPr lvl="3" algn="ctr" rtl="0">
              <a:lnSpc>
                <a:spcPct val="100000"/>
              </a:lnSpc>
              <a:spcBef>
                <a:spcPts val="0"/>
              </a:spcBef>
              <a:spcAft>
                <a:spcPts val="0"/>
              </a:spcAft>
              <a:buClr>
                <a:schemeClr val="dk2"/>
              </a:buClr>
              <a:buSzPts val="1800"/>
              <a:buNone/>
              <a:defRPr sz="1800">
                <a:solidFill>
                  <a:schemeClr val="dk2"/>
                </a:solidFill>
              </a:defRPr>
            </a:lvl4pPr>
            <a:lvl5pPr lvl="4" algn="ctr" rtl="0">
              <a:lnSpc>
                <a:spcPct val="100000"/>
              </a:lnSpc>
              <a:spcBef>
                <a:spcPts val="0"/>
              </a:spcBef>
              <a:spcAft>
                <a:spcPts val="0"/>
              </a:spcAft>
              <a:buClr>
                <a:schemeClr val="dk2"/>
              </a:buClr>
              <a:buSzPts val="1800"/>
              <a:buNone/>
              <a:defRPr sz="1800">
                <a:solidFill>
                  <a:schemeClr val="dk2"/>
                </a:solidFill>
              </a:defRPr>
            </a:lvl5pPr>
            <a:lvl6pPr lvl="5" algn="ctr" rtl="0">
              <a:lnSpc>
                <a:spcPct val="100000"/>
              </a:lnSpc>
              <a:spcBef>
                <a:spcPts val="0"/>
              </a:spcBef>
              <a:spcAft>
                <a:spcPts val="0"/>
              </a:spcAft>
              <a:buClr>
                <a:schemeClr val="dk2"/>
              </a:buClr>
              <a:buSzPts val="1800"/>
              <a:buNone/>
              <a:defRPr sz="1800">
                <a:solidFill>
                  <a:schemeClr val="dk2"/>
                </a:solidFill>
              </a:defRPr>
            </a:lvl6pPr>
            <a:lvl7pPr lvl="6" algn="ctr" rtl="0">
              <a:lnSpc>
                <a:spcPct val="100000"/>
              </a:lnSpc>
              <a:spcBef>
                <a:spcPts val="0"/>
              </a:spcBef>
              <a:spcAft>
                <a:spcPts val="0"/>
              </a:spcAft>
              <a:buClr>
                <a:schemeClr val="dk2"/>
              </a:buClr>
              <a:buSzPts val="1800"/>
              <a:buNone/>
              <a:defRPr sz="1800">
                <a:solidFill>
                  <a:schemeClr val="dk2"/>
                </a:solidFill>
              </a:defRPr>
            </a:lvl7pPr>
            <a:lvl8pPr lvl="7" algn="ctr" rtl="0">
              <a:lnSpc>
                <a:spcPct val="100000"/>
              </a:lnSpc>
              <a:spcBef>
                <a:spcPts val="0"/>
              </a:spcBef>
              <a:spcAft>
                <a:spcPts val="0"/>
              </a:spcAft>
              <a:buClr>
                <a:schemeClr val="dk2"/>
              </a:buClr>
              <a:buSzPts val="1800"/>
              <a:buNone/>
              <a:defRPr sz="1800">
                <a:solidFill>
                  <a:schemeClr val="dk2"/>
                </a:solidFill>
              </a:defRPr>
            </a:lvl8pPr>
            <a:lvl9pPr lvl="8" algn="ctr" rtl="0">
              <a:lnSpc>
                <a:spcPct val="100000"/>
              </a:lnSpc>
              <a:spcBef>
                <a:spcPts val="0"/>
              </a:spcBef>
              <a:spcAft>
                <a:spcPts val="0"/>
              </a:spcAft>
              <a:buClr>
                <a:schemeClr val="dk2"/>
              </a:buClr>
              <a:buSzPts val="1800"/>
              <a:buNone/>
              <a:defRPr sz="1800">
                <a:solidFill>
                  <a:schemeClr val="dk2"/>
                </a:solidFill>
              </a:defRPr>
            </a:lvl9pPr>
          </a:lstStyle>
          <a:p>
            <a:endParaRPr/>
          </a:p>
        </p:txBody>
      </p:sp>
      <p:sp>
        <p:nvSpPr>
          <p:cNvPr id="74" name="Google Shape;74;p16"/>
          <p:cNvSpPr txBox="1">
            <a:spLocks noGrp="1"/>
          </p:cNvSpPr>
          <p:nvPr>
            <p:ph type="subTitle" idx="18"/>
          </p:nvPr>
        </p:nvSpPr>
        <p:spPr>
          <a:xfrm>
            <a:off x="3403800" y="3695700"/>
            <a:ext cx="2336400" cy="46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None/>
              <a:defRPr sz="1800">
                <a:solidFill>
                  <a:schemeClr val="dk2"/>
                </a:solidFill>
              </a:defRPr>
            </a:lvl1pPr>
            <a:lvl2pPr lvl="1" algn="ctr" rtl="0">
              <a:lnSpc>
                <a:spcPct val="100000"/>
              </a:lnSpc>
              <a:spcBef>
                <a:spcPts val="0"/>
              </a:spcBef>
              <a:spcAft>
                <a:spcPts val="0"/>
              </a:spcAft>
              <a:buClr>
                <a:schemeClr val="dk2"/>
              </a:buClr>
              <a:buSzPts val="1800"/>
              <a:buNone/>
              <a:defRPr sz="1800">
                <a:solidFill>
                  <a:schemeClr val="dk2"/>
                </a:solidFill>
              </a:defRPr>
            </a:lvl2pPr>
            <a:lvl3pPr lvl="2" algn="ctr" rtl="0">
              <a:lnSpc>
                <a:spcPct val="100000"/>
              </a:lnSpc>
              <a:spcBef>
                <a:spcPts val="0"/>
              </a:spcBef>
              <a:spcAft>
                <a:spcPts val="0"/>
              </a:spcAft>
              <a:buClr>
                <a:schemeClr val="dk2"/>
              </a:buClr>
              <a:buSzPts val="1800"/>
              <a:buNone/>
              <a:defRPr sz="1800">
                <a:solidFill>
                  <a:schemeClr val="dk2"/>
                </a:solidFill>
              </a:defRPr>
            </a:lvl3pPr>
            <a:lvl4pPr lvl="3" algn="ctr" rtl="0">
              <a:lnSpc>
                <a:spcPct val="100000"/>
              </a:lnSpc>
              <a:spcBef>
                <a:spcPts val="0"/>
              </a:spcBef>
              <a:spcAft>
                <a:spcPts val="0"/>
              </a:spcAft>
              <a:buClr>
                <a:schemeClr val="dk2"/>
              </a:buClr>
              <a:buSzPts val="1800"/>
              <a:buNone/>
              <a:defRPr sz="1800">
                <a:solidFill>
                  <a:schemeClr val="dk2"/>
                </a:solidFill>
              </a:defRPr>
            </a:lvl4pPr>
            <a:lvl5pPr lvl="4" algn="ctr" rtl="0">
              <a:lnSpc>
                <a:spcPct val="100000"/>
              </a:lnSpc>
              <a:spcBef>
                <a:spcPts val="0"/>
              </a:spcBef>
              <a:spcAft>
                <a:spcPts val="0"/>
              </a:spcAft>
              <a:buClr>
                <a:schemeClr val="dk2"/>
              </a:buClr>
              <a:buSzPts val="1800"/>
              <a:buNone/>
              <a:defRPr sz="1800">
                <a:solidFill>
                  <a:schemeClr val="dk2"/>
                </a:solidFill>
              </a:defRPr>
            </a:lvl5pPr>
            <a:lvl6pPr lvl="5" algn="ctr" rtl="0">
              <a:lnSpc>
                <a:spcPct val="100000"/>
              </a:lnSpc>
              <a:spcBef>
                <a:spcPts val="0"/>
              </a:spcBef>
              <a:spcAft>
                <a:spcPts val="0"/>
              </a:spcAft>
              <a:buClr>
                <a:schemeClr val="dk2"/>
              </a:buClr>
              <a:buSzPts val="1800"/>
              <a:buNone/>
              <a:defRPr sz="1800">
                <a:solidFill>
                  <a:schemeClr val="dk2"/>
                </a:solidFill>
              </a:defRPr>
            </a:lvl6pPr>
            <a:lvl7pPr lvl="6" algn="ctr" rtl="0">
              <a:lnSpc>
                <a:spcPct val="100000"/>
              </a:lnSpc>
              <a:spcBef>
                <a:spcPts val="0"/>
              </a:spcBef>
              <a:spcAft>
                <a:spcPts val="0"/>
              </a:spcAft>
              <a:buClr>
                <a:schemeClr val="dk2"/>
              </a:buClr>
              <a:buSzPts val="1800"/>
              <a:buNone/>
              <a:defRPr sz="1800">
                <a:solidFill>
                  <a:schemeClr val="dk2"/>
                </a:solidFill>
              </a:defRPr>
            </a:lvl7pPr>
            <a:lvl8pPr lvl="7" algn="ctr" rtl="0">
              <a:lnSpc>
                <a:spcPct val="100000"/>
              </a:lnSpc>
              <a:spcBef>
                <a:spcPts val="0"/>
              </a:spcBef>
              <a:spcAft>
                <a:spcPts val="0"/>
              </a:spcAft>
              <a:buClr>
                <a:schemeClr val="dk2"/>
              </a:buClr>
              <a:buSzPts val="1800"/>
              <a:buNone/>
              <a:defRPr sz="1800">
                <a:solidFill>
                  <a:schemeClr val="dk2"/>
                </a:solidFill>
              </a:defRPr>
            </a:lvl8pPr>
            <a:lvl9pPr lvl="8" algn="ctr" rtl="0">
              <a:lnSpc>
                <a:spcPct val="100000"/>
              </a:lnSpc>
              <a:spcBef>
                <a:spcPts val="0"/>
              </a:spcBef>
              <a:spcAft>
                <a:spcPts val="0"/>
              </a:spcAft>
              <a:buClr>
                <a:schemeClr val="dk2"/>
              </a:buClr>
              <a:buSzPts val="1800"/>
              <a:buNone/>
              <a:defRPr sz="1800">
                <a:solidFill>
                  <a:schemeClr val="dk2"/>
                </a:solidFill>
              </a:defRPr>
            </a:lvl9pPr>
          </a:lstStyle>
          <a:p>
            <a:endParaRPr/>
          </a:p>
        </p:txBody>
      </p:sp>
      <p:sp>
        <p:nvSpPr>
          <p:cNvPr id="75" name="Google Shape;75;p16"/>
          <p:cNvSpPr txBox="1">
            <a:spLocks noGrp="1"/>
          </p:cNvSpPr>
          <p:nvPr>
            <p:ph type="subTitle" idx="19"/>
          </p:nvPr>
        </p:nvSpPr>
        <p:spPr>
          <a:xfrm>
            <a:off x="6087600" y="2057250"/>
            <a:ext cx="2336400" cy="46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None/>
              <a:defRPr sz="1800">
                <a:solidFill>
                  <a:schemeClr val="dk2"/>
                </a:solidFill>
              </a:defRPr>
            </a:lvl1pPr>
            <a:lvl2pPr lvl="1" algn="ctr" rtl="0">
              <a:lnSpc>
                <a:spcPct val="100000"/>
              </a:lnSpc>
              <a:spcBef>
                <a:spcPts val="0"/>
              </a:spcBef>
              <a:spcAft>
                <a:spcPts val="0"/>
              </a:spcAft>
              <a:buClr>
                <a:schemeClr val="dk2"/>
              </a:buClr>
              <a:buSzPts val="1800"/>
              <a:buNone/>
              <a:defRPr sz="1800">
                <a:solidFill>
                  <a:schemeClr val="dk2"/>
                </a:solidFill>
              </a:defRPr>
            </a:lvl2pPr>
            <a:lvl3pPr lvl="2" algn="ctr" rtl="0">
              <a:lnSpc>
                <a:spcPct val="100000"/>
              </a:lnSpc>
              <a:spcBef>
                <a:spcPts val="0"/>
              </a:spcBef>
              <a:spcAft>
                <a:spcPts val="0"/>
              </a:spcAft>
              <a:buClr>
                <a:schemeClr val="dk2"/>
              </a:buClr>
              <a:buSzPts val="1800"/>
              <a:buNone/>
              <a:defRPr sz="1800">
                <a:solidFill>
                  <a:schemeClr val="dk2"/>
                </a:solidFill>
              </a:defRPr>
            </a:lvl3pPr>
            <a:lvl4pPr lvl="3" algn="ctr" rtl="0">
              <a:lnSpc>
                <a:spcPct val="100000"/>
              </a:lnSpc>
              <a:spcBef>
                <a:spcPts val="0"/>
              </a:spcBef>
              <a:spcAft>
                <a:spcPts val="0"/>
              </a:spcAft>
              <a:buClr>
                <a:schemeClr val="dk2"/>
              </a:buClr>
              <a:buSzPts val="1800"/>
              <a:buNone/>
              <a:defRPr sz="1800">
                <a:solidFill>
                  <a:schemeClr val="dk2"/>
                </a:solidFill>
              </a:defRPr>
            </a:lvl4pPr>
            <a:lvl5pPr lvl="4" algn="ctr" rtl="0">
              <a:lnSpc>
                <a:spcPct val="100000"/>
              </a:lnSpc>
              <a:spcBef>
                <a:spcPts val="0"/>
              </a:spcBef>
              <a:spcAft>
                <a:spcPts val="0"/>
              </a:spcAft>
              <a:buClr>
                <a:schemeClr val="dk2"/>
              </a:buClr>
              <a:buSzPts val="1800"/>
              <a:buNone/>
              <a:defRPr sz="1800">
                <a:solidFill>
                  <a:schemeClr val="dk2"/>
                </a:solidFill>
              </a:defRPr>
            </a:lvl5pPr>
            <a:lvl6pPr lvl="5" algn="ctr" rtl="0">
              <a:lnSpc>
                <a:spcPct val="100000"/>
              </a:lnSpc>
              <a:spcBef>
                <a:spcPts val="0"/>
              </a:spcBef>
              <a:spcAft>
                <a:spcPts val="0"/>
              </a:spcAft>
              <a:buClr>
                <a:schemeClr val="dk2"/>
              </a:buClr>
              <a:buSzPts val="1800"/>
              <a:buNone/>
              <a:defRPr sz="1800">
                <a:solidFill>
                  <a:schemeClr val="dk2"/>
                </a:solidFill>
              </a:defRPr>
            </a:lvl6pPr>
            <a:lvl7pPr lvl="6" algn="ctr" rtl="0">
              <a:lnSpc>
                <a:spcPct val="100000"/>
              </a:lnSpc>
              <a:spcBef>
                <a:spcPts val="0"/>
              </a:spcBef>
              <a:spcAft>
                <a:spcPts val="0"/>
              </a:spcAft>
              <a:buClr>
                <a:schemeClr val="dk2"/>
              </a:buClr>
              <a:buSzPts val="1800"/>
              <a:buNone/>
              <a:defRPr sz="1800">
                <a:solidFill>
                  <a:schemeClr val="dk2"/>
                </a:solidFill>
              </a:defRPr>
            </a:lvl7pPr>
            <a:lvl8pPr lvl="7" algn="ctr" rtl="0">
              <a:lnSpc>
                <a:spcPct val="100000"/>
              </a:lnSpc>
              <a:spcBef>
                <a:spcPts val="0"/>
              </a:spcBef>
              <a:spcAft>
                <a:spcPts val="0"/>
              </a:spcAft>
              <a:buClr>
                <a:schemeClr val="dk2"/>
              </a:buClr>
              <a:buSzPts val="1800"/>
              <a:buNone/>
              <a:defRPr sz="1800">
                <a:solidFill>
                  <a:schemeClr val="dk2"/>
                </a:solidFill>
              </a:defRPr>
            </a:lvl8pPr>
            <a:lvl9pPr lvl="8" algn="ctr" rtl="0">
              <a:lnSpc>
                <a:spcPct val="100000"/>
              </a:lnSpc>
              <a:spcBef>
                <a:spcPts val="0"/>
              </a:spcBef>
              <a:spcAft>
                <a:spcPts val="0"/>
              </a:spcAft>
              <a:buClr>
                <a:schemeClr val="dk2"/>
              </a:buClr>
              <a:buSzPts val="1800"/>
              <a:buNone/>
              <a:defRPr sz="1800">
                <a:solidFill>
                  <a:schemeClr val="dk2"/>
                </a:solidFill>
              </a:defRPr>
            </a:lvl9pPr>
          </a:lstStyle>
          <a:p>
            <a:endParaRPr/>
          </a:p>
        </p:txBody>
      </p:sp>
      <p:sp>
        <p:nvSpPr>
          <p:cNvPr id="76" name="Google Shape;76;p16"/>
          <p:cNvSpPr txBox="1">
            <a:spLocks noGrp="1"/>
          </p:cNvSpPr>
          <p:nvPr>
            <p:ph type="subTitle" idx="20"/>
          </p:nvPr>
        </p:nvSpPr>
        <p:spPr>
          <a:xfrm>
            <a:off x="6087600" y="3695700"/>
            <a:ext cx="2336400" cy="46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None/>
              <a:defRPr sz="1800">
                <a:solidFill>
                  <a:schemeClr val="dk2"/>
                </a:solidFill>
              </a:defRPr>
            </a:lvl1pPr>
            <a:lvl2pPr lvl="1" algn="ctr" rtl="0">
              <a:lnSpc>
                <a:spcPct val="100000"/>
              </a:lnSpc>
              <a:spcBef>
                <a:spcPts val="0"/>
              </a:spcBef>
              <a:spcAft>
                <a:spcPts val="0"/>
              </a:spcAft>
              <a:buClr>
                <a:schemeClr val="dk2"/>
              </a:buClr>
              <a:buSzPts val="1800"/>
              <a:buNone/>
              <a:defRPr sz="1800">
                <a:solidFill>
                  <a:schemeClr val="dk2"/>
                </a:solidFill>
              </a:defRPr>
            </a:lvl2pPr>
            <a:lvl3pPr lvl="2" algn="ctr" rtl="0">
              <a:lnSpc>
                <a:spcPct val="100000"/>
              </a:lnSpc>
              <a:spcBef>
                <a:spcPts val="0"/>
              </a:spcBef>
              <a:spcAft>
                <a:spcPts val="0"/>
              </a:spcAft>
              <a:buClr>
                <a:schemeClr val="dk2"/>
              </a:buClr>
              <a:buSzPts val="1800"/>
              <a:buNone/>
              <a:defRPr sz="1800">
                <a:solidFill>
                  <a:schemeClr val="dk2"/>
                </a:solidFill>
              </a:defRPr>
            </a:lvl3pPr>
            <a:lvl4pPr lvl="3" algn="ctr" rtl="0">
              <a:lnSpc>
                <a:spcPct val="100000"/>
              </a:lnSpc>
              <a:spcBef>
                <a:spcPts val="0"/>
              </a:spcBef>
              <a:spcAft>
                <a:spcPts val="0"/>
              </a:spcAft>
              <a:buClr>
                <a:schemeClr val="dk2"/>
              </a:buClr>
              <a:buSzPts val="1800"/>
              <a:buNone/>
              <a:defRPr sz="1800">
                <a:solidFill>
                  <a:schemeClr val="dk2"/>
                </a:solidFill>
              </a:defRPr>
            </a:lvl4pPr>
            <a:lvl5pPr lvl="4" algn="ctr" rtl="0">
              <a:lnSpc>
                <a:spcPct val="100000"/>
              </a:lnSpc>
              <a:spcBef>
                <a:spcPts val="0"/>
              </a:spcBef>
              <a:spcAft>
                <a:spcPts val="0"/>
              </a:spcAft>
              <a:buClr>
                <a:schemeClr val="dk2"/>
              </a:buClr>
              <a:buSzPts val="1800"/>
              <a:buNone/>
              <a:defRPr sz="1800">
                <a:solidFill>
                  <a:schemeClr val="dk2"/>
                </a:solidFill>
              </a:defRPr>
            </a:lvl5pPr>
            <a:lvl6pPr lvl="5" algn="ctr" rtl="0">
              <a:lnSpc>
                <a:spcPct val="100000"/>
              </a:lnSpc>
              <a:spcBef>
                <a:spcPts val="0"/>
              </a:spcBef>
              <a:spcAft>
                <a:spcPts val="0"/>
              </a:spcAft>
              <a:buClr>
                <a:schemeClr val="dk2"/>
              </a:buClr>
              <a:buSzPts val="1800"/>
              <a:buNone/>
              <a:defRPr sz="1800">
                <a:solidFill>
                  <a:schemeClr val="dk2"/>
                </a:solidFill>
              </a:defRPr>
            </a:lvl6pPr>
            <a:lvl7pPr lvl="6" algn="ctr" rtl="0">
              <a:lnSpc>
                <a:spcPct val="100000"/>
              </a:lnSpc>
              <a:spcBef>
                <a:spcPts val="0"/>
              </a:spcBef>
              <a:spcAft>
                <a:spcPts val="0"/>
              </a:spcAft>
              <a:buClr>
                <a:schemeClr val="dk2"/>
              </a:buClr>
              <a:buSzPts val="1800"/>
              <a:buNone/>
              <a:defRPr sz="1800">
                <a:solidFill>
                  <a:schemeClr val="dk2"/>
                </a:solidFill>
              </a:defRPr>
            </a:lvl7pPr>
            <a:lvl8pPr lvl="7" algn="ctr" rtl="0">
              <a:lnSpc>
                <a:spcPct val="100000"/>
              </a:lnSpc>
              <a:spcBef>
                <a:spcPts val="0"/>
              </a:spcBef>
              <a:spcAft>
                <a:spcPts val="0"/>
              </a:spcAft>
              <a:buClr>
                <a:schemeClr val="dk2"/>
              </a:buClr>
              <a:buSzPts val="1800"/>
              <a:buNone/>
              <a:defRPr sz="1800">
                <a:solidFill>
                  <a:schemeClr val="dk2"/>
                </a:solidFill>
              </a:defRPr>
            </a:lvl8pPr>
            <a:lvl9pPr lvl="8" algn="ctr" rtl="0">
              <a:lnSpc>
                <a:spcPct val="100000"/>
              </a:lnSpc>
              <a:spcBef>
                <a:spcPts val="0"/>
              </a:spcBef>
              <a:spcAft>
                <a:spcPts val="0"/>
              </a:spcAft>
              <a:buClr>
                <a:schemeClr val="dk2"/>
              </a:buClr>
              <a:buSzPts val="1800"/>
              <a:buNone/>
              <a:defRPr sz="1800">
                <a:solidFill>
                  <a:schemeClr val="dk2"/>
                </a:solidFill>
              </a:defRPr>
            </a:lvl9pPr>
          </a:lstStyle>
          <a:p>
            <a:endParaRPr/>
          </a:p>
        </p:txBody>
      </p:sp>
      <p:sp>
        <p:nvSpPr>
          <p:cNvPr id="77" name="Google Shape;77;p16"/>
          <p:cNvSpPr txBox="1">
            <a:spLocks noGrp="1"/>
          </p:cNvSpPr>
          <p:nvPr>
            <p:ph type="title" idx="21"/>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
        <p:nvSpPr>
          <p:cNvPr id="78" name="Google Shape;78;p16"/>
          <p:cNvSpPr/>
          <p:nvPr/>
        </p:nvSpPr>
        <p:spPr>
          <a:xfrm>
            <a:off x="-48450" y="-58150"/>
            <a:ext cx="9240900" cy="823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able of contents 1">
  <p:cSld name="BLANK_1_1">
    <p:spTree>
      <p:nvGrpSpPr>
        <p:cNvPr id="1" name="Shape 79"/>
        <p:cNvGrpSpPr/>
        <p:nvPr/>
      </p:nvGrpSpPr>
      <p:grpSpPr>
        <a:xfrm>
          <a:off x="0" y="0"/>
          <a:ext cx="0" cy="0"/>
          <a:chOff x="0" y="0"/>
          <a:chExt cx="0" cy="0"/>
        </a:xfrm>
      </p:grpSpPr>
      <p:sp>
        <p:nvSpPr>
          <p:cNvPr id="80" name="Google Shape;80;p17"/>
          <p:cNvSpPr txBox="1">
            <a:spLocks noGrp="1"/>
          </p:cNvSpPr>
          <p:nvPr>
            <p:ph type="title" hasCustomPrompt="1"/>
          </p:nvPr>
        </p:nvSpPr>
        <p:spPr>
          <a:xfrm rot="1973">
            <a:off x="1632612" y="1627467"/>
            <a:ext cx="1045200" cy="602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1" name="Google Shape;81;p17"/>
          <p:cNvSpPr txBox="1">
            <a:spLocks noGrp="1"/>
          </p:cNvSpPr>
          <p:nvPr>
            <p:ph type="subTitle" idx="1"/>
          </p:nvPr>
        </p:nvSpPr>
        <p:spPr>
          <a:xfrm>
            <a:off x="987013" y="236245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2" name="Google Shape;82;p17"/>
          <p:cNvSpPr txBox="1">
            <a:spLocks noGrp="1"/>
          </p:cNvSpPr>
          <p:nvPr>
            <p:ph type="title" idx="2" hasCustomPrompt="1"/>
          </p:nvPr>
        </p:nvSpPr>
        <p:spPr>
          <a:xfrm rot="1973">
            <a:off x="1632612" y="3265717"/>
            <a:ext cx="1045200" cy="602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3" name="Google Shape;83;p17"/>
          <p:cNvSpPr txBox="1">
            <a:spLocks noGrp="1"/>
          </p:cNvSpPr>
          <p:nvPr>
            <p:ph type="subTitle" idx="3"/>
          </p:nvPr>
        </p:nvSpPr>
        <p:spPr>
          <a:xfrm>
            <a:off x="987013" y="400080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4" name="Google Shape;84;p17"/>
          <p:cNvSpPr txBox="1">
            <a:spLocks noGrp="1"/>
          </p:cNvSpPr>
          <p:nvPr>
            <p:ph type="title" idx="4" hasCustomPrompt="1"/>
          </p:nvPr>
        </p:nvSpPr>
        <p:spPr>
          <a:xfrm rot="1973">
            <a:off x="6466187" y="1627467"/>
            <a:ext cx="1045200" cy="602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5" name="Google Shape;85;p17"/>
          <p:cNvSpPr txBox="1">
            <a:spLocks noGrp="1"/>
          </p:cNvSpPr>
          <p:nvPr>
            <p:ph type="subTitle" idx="5"/>
          </p:nvPr>
        </p:nvSpPr>
        <p:spPr>
          <a:xfrm>
            <a:off x="5820588" y="236245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6" name="Google Shape;86;p17"/>
          <p:cNvSpPr txBox="1">
            <a:spLocks noGrp="1"/>
          </p:cNvSpPr>
          <p:nvPr>
            <p:ph type="title" idx="6" hasCustomPrompt="1"/>
          </p:nvPr>
        </p:nvSpPr>
        <p:spPr>
          <a:xfrm rot="1973">
            <a:off x="6466187" y="3265717"/>
            <a:ext cx="1045200" cy="602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87" name="Google Shape;87;p17"/>
          <p:cNvSpPr txBox="1">
            <a:spLocks noGrp="1"/>
          </p:cNvSpPr>
          <p:nvPr>
            <p:ph type="subTitle" idx="7"/>
          </p:nvPr>
        </p:nvSpPr>
        <p:spPr>
          <a:xfrm>
            <a:off x="5820588" y="4000803"/>
            <a:ext cx="2336400" cy="60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8" name="Google Shape;88;p17"/>
          <p:cNvSpPr txBox="1">
            <a:spLocks noGrp="1"/>
          </p:cNvSpPr>
          <p:nvPr>
            <p:ph type="subTitle" idx="8"/>
          </p:nvPr>
        </p:nvSpPr>
        <p:spPr>
          <a:xfrm>
            <a:off x="987013" y="2057250"/>
            <a:ext cx="2336400" cy="46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None/>
              <a:defRPr sz="1800">
                <a:solidFill>
                  <a:schemeClr val="dk2"/>
                </a:solidFill>
              </a:defRPr>
            </a:lvl1pPr>
            <a:lvl2pPr lvl="1" algn="ctr" rtl="0">
              <a:lnSpc>
                <a:spcPct val="100000"/>
              </a:lnSpc>
              <a:spcBef>
                <a:spcPts val="0"/>
              </a:spcBef>
              <a:spcAft>
                <a:spcPts val="0"/>
              </a:spcAft>
              <a:buClr>
                <a:schemeClr val="dk2"/>
              </a:buClr>
              <a:buSzPts val="1800"/>
              <a:buNone/>
              <a:defRPr sz="1800">
                <a:solidFill>
                  <a:schemeClr val="dk2"/>
                </a:solidFill>
              </a:defRPr>
            </a:lvl2pPr>
            <a:lvl3pPr lvl="2" algn="ctr" rtl="0">
              <a:lnSpc>
                <a:spcPct val="100000"/>
              </a:lnSpc>
              <a:spcBef>
                <a:spcPts val="0"/>
              </a:spcBef>
              <a:spcAft>
                <a:spcPts val="0"/>
              </a:spcAft>
              <a:buClr>
                <a:schemeClr val="dk2"/>
              </a:buClr>
              <a:buSzPts val="1800"/>
              <a:buNone/>
              <a:defRPr sz="1800">
                <a:solidFill>
                  <a:schemeClr val="dk2"/>
                </a:solidFill>
              </a:defRPr>
            </a:lvl3pPr>
            <a:lvl4pPr lvl="3" algn="ctr" rtl="0">
              <a:lnSpc>
                <a:spcPct val="100000"/>
              </a:lnSpc>
              <a:spcBef>
                <a:spcPts val="0"/>
              </a:spcBef>
              <a:spcAft>
                <a:spcPts val="0"/>
              </a:spcAft>
              <a:buClr>
                <a:schemeClr val="dk2"/>
              </a:buClr>
              <a:buSzPts val="1800"/>
              <a:buNone/>
              <a:defRPr sz="1800">
                <a:solidFill>
                  <a:schemeClr val="dk2"/>
                </a:solidFill>
              </a:defRPr>
            </a:lvl4pPr>
            <a:lvl5pPr lvl="4" algn="ctr" rtl="0">
              <a:lnSpc>
                <a:spcPct val="100000"/>
              </a:lnSpc>
              <a:spcBef>
                <a:spcPts val="0"/>
              </a:spcBef>
              <a:spcAft>
                <a:spcPts val="0"/>
              </a:spcAft>
              <a:buClr>
                <a:schemeClr val="dk2"/>
              </a:buClr>
              <a:buSzPts val="1800"/>
              <a:buNone/>
              <a:defRPr sz="1800">
                <a:solidFill>
                  <a:schemeClr val="dk2"/>
                </a:solidFill>
              </a:defRPr>
            </a:lvl5pPr>
            <a:lvl6pPr lvl="5" algn="ctr" rtl="0">
              <a:lnSpc>
                <a:spcPct val="100000"/>
              </a:lnSpc>
              <a:spcBef>
                <a:spcPts val="0"/>
              </a:spcBef>
              <a:spcAft>
                <a:spcPts val="0"/>
              </a:spcAft>
              <a:buClr>
                <a:schemeClr val="dk2"/>
              </a:buClr>
              <a:buSzPts val="1800"/>
              <a:buNone/>
              <a:defRPr sz="1800">
                <a:solidFill>
                  <a:schemeClr val="dk2"/>
                </a:solidFill>
              </a:defRPr>
            </a:lvl6pPr>
            <a:lvl7pPr lvl="6" algn="ctr" rtl="0">
              <a:lnSpc>
                <a:spcPct val="100000"/>
              </a:lnSpc>
              <a:spcBef>
                <a:spcPts val="0"/>
              </a:spcBef>
              <a:spcAft>
                <a:spcPts val="0"/>
              </a:spcAft>
              <a:buClr>
                <a:schemeClr val="dk2"/>
              </a:buClr>
              <a:buSzPts val="1800"/>
              <a:buNone/>
              <a:defRPr sz="1800">
                <a:solidFill>
                  <a:schemeClr val="dk2"/>
                </a:solidFill>
              </a:defRPr>
            </a:lvl7pPr>
            <a:lvl8pPr lvl="7" algn="ctr" rtl="0">
              <a:lnSpc>
                <a:spcPct val="100000"/>
              </a:lnSpc>
              <a:spcBef>
                <a:spcPts val="0"/>
              </a:spcBef>
              <a:spcAft>
                <a:spcPts val="0"/>
              </a:spcAft>
              <a:buClr>
                <a:schemeClr val="dk2"/>
              </a:buClr>
              <a:buSzPts val="1800"/>
              <a:buNone/>
              <a:defRPr sz="1800">
                <a:solidFill>
                  <a:schemeClr val="dk2"/>
                </a:solidFill>
              </a:defRPr>
            </a:lvl8pPr>
            <a:lvl9pPr lvl="8" algn="ctr" rtl="0">
              <a:lnSpc>
                <a:spcPct val="100000"/>
              </a:lnSpc>
              <a:spcBef>
                <a:spcPts val="0"/>
              </a:spcBef>
              <a:spcAft>
                <a:spcPts val="0"/>
              </a:spcAft>
              <a:buClr>
                <a:schemeClr val="dk2"/>
              </a:buClr>
              <a:buSzPts val="1800"/>
              <a:buNone/>
              <a:defRPr sz="1800">
                <a:solidFill>
                  <a:schemeClr val="dk2"/>
                </a:solidFill>
              </a:defRPr>
            </a:lvl9pPr>
          </a:lstStyle>
          <a:p>
            <a:endParaRPr/>
          </a:p>
        </p:txBody>
      </p:sp>
      <p:sp>
        <p:nvSpPr>
          <p:cNvPr id="89" name="Google Shape;89;p17"/>
          <p:cNvSpPr txBox="1">
            <a:spLocks noGrp="1"/>
          </p:cNvSpPr>
          <p:nvPr>
            <p:ph type="subTitle" idx="9"/>
          </p:nvPr>
        </p:nvSpPr>
        <p:spPr>
          <a:xfrm>
            <a:off x="987013" y="3695700"/>
            <a:ext cx="2336400" cy="46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None/>
              <a:defRPr sz="1800">
                <a:solidFill>
                  <a:schemeClr val="dk2"/>
                </a:solidFill>
              </a:defRPr>
            </a:lvl1pPr>
            <a:lvl2pPr lvl="1" algn="ctr" rtl="0">
              <a:lnSpc>
                <a:spcPct val="100000"/>
              </a:lnSpc>
              <a:spcBef>
                <a:spcPts val="0"/>
              </a:spcBef>
              <a:spcAft>
                <a:spcPts val="0"/>
              </a:spcAft>
              <a:buClr>
                <a:schemeClr val="dk2"/>
              </a:buClr>
              <a:buSzPts val="1800"/>
              <a:buNone/>
              <a:defRPr sz="1800">
                <a:solidFill>
                  <a:schemeClr val="dk2"/>
                </a:solidFill>
              </a:defRPr>
            </a:lvl2pPr>
            <a:lvl3pPr lvl="2" algn="ctr" rtl="0">
              <a:lnSpc>
                <a:spcPct val="100000"/>
              </a:lnSpc>
              <a:spcBef>
                <a:spcPts val="0"/>
              </a:spcBef>
              <a:spcAft>
                <a:spcPts val="0"/>
              </a:spcAft>
              <a:buClr>
                <a:schemeClr val="dk2"/>
              </a:buClr>
              <a:buSzPts val="1800"/>
              <a:buNone/>
              <a:defRPr sz="1800">
                <a:solidFill>
                  <a:schemeClr val="dk2"/>
                </a:solidFill>
              </a:defRPr>
            </a:lvl3pPr>
            <a:lvl4pPr lvl="3" algn="ctr" rtl="0">
              <a:lnSpc>
                <a:spcPct val="100000"/>
              </a:lnSpc>
              <a:spcBef>
                <a:spcPts val="0"/>
              </a:spcBef>
              <a:spcAft>
                <a:spcPts val="0"/>
              </a:spcAft>
              <a:buClr>
                <a:schemeClr val="dk2"/>
              </a:buClr>
              <a:buSzPts val="1800"/>
              <a:buNone/>
              <a:defRPr sz="1800">
                <a:solidFill>
                  <a:schemeClr val="dk2"/>
                </a:solidFill>
              </a:defRPr>
            </a:lvl4pPr>
            <a:lvl5pPr lvl="4" algn="ctr" rtl="0">
              <a:lnSpc>
                <a:spcPct val="100000"/>
              </a:lnSpc>
              <a:spcBef>
                <a:spcPts val="0"/>
              </a:spcBef>
              <a:spcAft>
                <a:spcPts val="0"/>
              </a:spcAft>
              <a:buClr>
                <a:schemeClr val="dk2"/>
              </a:buClr>
              <a:buSzPts val="1800"/>
              <a:buNone/>
              <a:defRPr sz="1800">
                <a:solidFill>
                  <a:schemeClr val="dk2"/>
                </a:solidFill>
              </a:defRPr>
            </a:lvl5pPr>
            <a:lvl6pPr lvl="5" algn="ctr" rtl="0">
              <a:lnSpc>
                <a:spcPct val="100000"/>
              </a:lnSpc>
              <a:spcBef>
                <a:spcPts val="0"/>
              </a:spcBef>
              <a:spcAft>
                <a:spcPts val="0"/>
              </a:spcAft>
              <a:buClr>
                <a:schemeClr val="dk2"/>
              </a:buClr>
              <a:buSzPts val="1800"/>
              <a:buNone/>
              <a:defRPr sz="1800">
                <a:solidFill>
                  <a:schemeClr val="dk2"/>
                </a:solidFill>
              </a:defRPr>
            </a:lvl6pPr>
            <a:lvl7pPr lvl="6" algn="ctr" rtl="0">
              <a:lnSpc>
                <a:spcPct val="100000"/>
              </a:lnSpc>
              <a:spcBef>
                <a:spcPts val="0"/>
              </a:spcBef>
              <a:spcAft>
                <a:spcPts val="0"/>
              </a:spcAft>
              <a:buClr>
                <a:schemeClr val="dk2"/>
              </a:buClr>
              <a:buSzPts val="1800"/>
              <a:buNone/>
              <a:defRPr sz="1800">
                <a:solidFill>
                  <a:schemeClr val="dk2"/>
                </a:solidFill>
              </a:defRPr>
            </a:lvl7pPr>
            <a:lvl8pPr lvl="7" algn="ctr" rtl="0">
              <a:lnSpc>
                <a:spcPct val="100000"/>
              </a:lnSpc>
              <a:spcBef>
                <a:spcPts val="0"/>
              </a:spcBef>
              <a:spcAft>
                <a:spcPts val="0"/>
              </a:spcAft>
              <a:buClr>
                <a:schemeClr val="dk2"/>
              </a:buClr>
              <a:buSzPts val="1800"/>
              <a:buNone/>
              <a:defRPr sz="1800">
                <a:solidFill>
                  <a:schemeClr val="dk2"/>
                </a:solidFill>
              </a:defRPr>
            </a:lvl8pPr>
            <a:lvl9pPr lvl="8" algn="ctr" rtl="0">
              <a:lnSpc>
                <a:spcPct val="100000"/>
              </a:lnSpc>
              <a:spcBef>
                <a:spcPts val="0"/>
              </a:spcBef>
              <a:spcAft>
                <a:spcPts val="0"/>
              </a:spcAft>
              <a:buClr>
                <a:schemeClr val="dk2"/>
              </a:buClr>
              <a:buSzPts val="1800"/>
              <a:buNone/>
              <a:defRPr sz="1800">
                <a:solidFill>
                  <a:schemeClr val="dk2"/>
                </a:solidFill>
              </a:defRPr>
            </a:lvl9pPr>
          </a:lstStyle>
          <a:p>
            <a:endParaRPr/>
          </a:p>
        </p:txBody>
      </p:sp>
      <p:sp>
        <p:nvSpPr>
          <p:cNvPr id="90" name="Google Shape;90;p17"/>
          <p:cNvSpPr txBox="1">
            <a:spLocks noGrp="1"/>
          </p:cNvSpPr>
          <p:nvPr>
            <p:ph type="subTitle" idx="13"/>
          </p:nvPr>
        </p:nvSpPr>
        <p:spPr>
          <a:xfrm>
            <a:off x="5820588" y="2057250"/>
            <a:ext cx="2336400" cy="46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None/>
              <a:defRPr sz="1800">
                <a:solidFill>
                  <a:schemeClr val="dk2"/>
                </a:solidFill>
              </a:defRPr>
            </a:lvl1pPr>
            <a:lvl2pPr lvl="1" algn="ctr" rtl="0">
              <a:lnSpc>
                <a:spcPct val="100000"/>
              </a:lnSpc>
              <a:spcBef>
                <a:spcPts val="0"/>
              </a:spcBef>
              <a:spcAft>
                <a:spcPts val="0"/>
              </a:spcAft>
              <a:buClr>
                <a:schemeClr val="dk2"/>
              </a:buClr>
              <a:buSzPts val="1800"/>
              <a:buNone/>
              <a:defRPr sz="1800">
                <a:solidFill>
                  <a:schemeClr val="dk2"/>
                </a:solidFill>
              </a:defRPr>
            </a:lvl2pPr>
            <a:lvl3pPr lvl="2" algn="ctr" rtl="0">
              <a:lnSpc>
                <a:spcPct val="100000"/>
              </a:lnSpc>
              <a:spcBef>
                <a:spcPts val="0"/>
              </a:spcBef>
              <a:spcAft>
                <a:spcPts val="0"/>
              </a:spcAft>
              <a:buClr>
                <a:schemeClr val="dk2"/>
              </a:buClr>
              <a:buSzPts val="1800"/>
              <a:buNone/>
              <a:defRPr sz="1800">
                <a:solidFill>
                  <a:schemeClr val="dk2"/>
                </a:solidFill>
              </a:defRPr>
            </a:lvl3pPr>
            <a:lvl4pPr lvl="3" algn="ctr" rtl="0">
              <a:lnSpc>
                <a:spcPct val="100000"/>
              </a:lnSpc>
              <a:spcBef>
                <a:spcPts val="0"/>
              </a:spcBef>
              <a:spcAft>
                <a:spcPts val="0"/>
              </a:spcAft>
              <a:buClr>
                <a:schemeClr val="dk2"/>
              </a:buClr>
              <a:buSzPts val="1800"/>
              <a:buNone/>
              <a:defRPr sz="1800">
                <a:solidFill>
                  <a:schemeClr val="dk2"/>
                </a:solidFill>
              </a:defRPr>
            </a:lvl4pPr>
            <a:lvl5pPr lvl="4" algn="ctr" rtl="0">
              <a:lnSpc>
                <a:spcPct val="100000"/>
              </a:lnSpc>
              <a:spcBef>
                <a:spcPts val="0"/>
              </a:spcBef>
              <a:spcAft>
                <a:spcPts val="0"/>
              </a:spcAft>
              <a:buClr>
                <a:schemeClr val="dk2"/>
              </a:buClr>
              <a:buSzPts val="1800"/>
              <a:buNone/>
              <a:defRPr sz="1800">
                <a:solidFill>
                  <a:schemeClr val="dk2"/>
                </a:solidFill>
              </a:defRPr>
            </a:lvl5pPr>
            <a:lvl6pPr lvl="5" algn="ctr" rtl="0">
              <a:lnSpc>
                <a:spcPct val="100000"/>
              </a:lnSpc>
              <a:spcBef>
                <a:spcPts val="0"/>
              </a:spcBef>
              <a:spcAft>
                <a:spcPts val="0"/>
              </a:spcAft>
              <a:buClr>
                <a:schemeClr val="dk2"/>
              </a:buClr>
              <a:buSzPts val="1800"/>
              <a:buNone/>
              <a:defRPr sz="1800">
                <a:solidFill>
                  <a:schemeClr val="dk2"/>
                </a:solidFill>
              </a:defRPr>
            </a:lvl6pPr>
            <a:lvl7pPr lvl="6" algn="ctr" rtl="0">
              <a:lnSpc>
                <a:spcPct val="100000"/>
              </a:lnSpc>
              <a:spcBef>
                <a:spcPts val="0"/>
              </a:spcBef>
              <a:spcAft>
                <a:spcPts val="0"/>
              </a:spcAft>
              <a:buClr>
                <a:schemeClr val="dk2"/>
              </a:buClr>
              <a:buSzPts val="1800"/>
              <a:buNone/>
              <a:defRPr sz="1800">
                <a:solidFill>
                  <a:schemeClr val="dk2"/>
                </a:solidFill>
              </a:defRPr>
            </a:lvl7pPr>
            <a:lvl8pPr lvl="7" algn="ctr" rtl="0">
              <a:lnSpc>
                <a:spcPct val="100000"/>
              </a:lnSpc>
              <a:spcBef>
                <a:spcPts val="0"/>
              </a:spcBef>
              <a:spcAft>
                <a:spcPts val="0"/>
              </a:spcAft>
              <a:buClr>
                <a:schemeClr val="dk2"/>
              </a:buClr>
              <a:buSzPts val="1800"/>
              <a:buNone/>
              <a:defRPr sz="1800">
                <a:solidFill>
                  <a:schemeClr val="dk2"/>
                </a:solidFill>
              </a:defRPr>
            </a:lvl8pPr>
            <a:lvl9pPr lvl="8" algn="ctr" rtl="0">
              <a:lnSpc>
                <a:spcPct val="100000"/>
              </a:lnSpc>
              <a:spcBef>
                <a:spcPts val="0"/>
              </a:spcBef>
              <a:spcAft>
                <a:spcPts val="0"/>
              </a:spcAft>
              <a:buClr>
                <a:schemeClr val="dk2"/>
              </a:buClr>
              <a:buSzPts val="1800"/>
              <a:buNone/>
              <a:defRPr sz="1800">
                <a:solidFill>
                  <a:schemeClr val="dk2"/>
                </a:solidFill>
              </a:defRPr>
            </a:lvl9pPr>
          </a:lstStyle>
          <a:p>
            <a:endParaRPr/>
          </a:p>
        </p:txBody>
      </p:sp>
      <p:sp>
        <p:nvSpPr>
          <p:cNvPr id="91" name="Google Shape;91;p17"/>
          <p:cNvSpPr txBox="1">
            <a:spLocks noGrp="1"/>
          </p:cNvSpPr>
          <p:nvPr>
            <p:ph type="subTitle" idx="14"/>
          </p:nvPr>
        </p:nvSpPr>
        <p:spPr>
          <a:xfrm>
            <a:off x="5820588" y="3695700"/>
            <a:ext cx="2336400" cy="46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None/>
              <a:defRPr sz="1800">
                <a:solidFill>
                  <a:schemeClr val="dk2"/>
                </a:solidFill>
              </a:defRPr>
            </a:lvl1pPr>
            <a:lvl2pPr lvl="1" algn="ctr" rtl="0">
              <a:lnSpc>
                <a:spcPct val="100000"/>
              </a:lnSpc>
              <a:spcBef>
                <a:spcPts val="0"/>
              </a:spcBef>
              <a:spcAft>
                <a:spcPts val="0"/>
              </a:spcAft>
              <a:buClr>
                <a:schemeClr val="dk2"/>
              </a:buClr>
              <a:buSzPts val="1800"/>
              <a:buNone/>
              <a:defRPr sz="1800">
                <a:solidFill>
                  <a:schemeClr val="dk2"/>
                </a:solidFill>
              </a:defRPr>
            </a:lvl2pPr>
            <a:lvl3pPr lvl="2" algn="ctr" rtl="0">
              <a:lnSpc>
                <a:spcPct val="100000"/>
              </a:lnSpc>
              <a:spcBef>
                <a:spcPts val="0"/>
              </a:spcBef>
              <a:spcAft>
                <a:spcPts val="0"/>
              </a:spcAft>
              <a:buClr>
                <a:schemeClr val="dk2"/>
              </a:buClr>
              <a:buSzPts val="1800"/>
              <a:buNone/>
              <a:defRPr sz="1800">
                <a:solidFill>
                  <a:schemeClr val="dk2"/>
                </a:solidFill>
              </a:defRPr>
            </a:lvl3pPr>
            <a:lvl4pPr lvl="3" algn="ctr" rtl="0">
              <a:lnSpc>
                <a:spcPct val="100000"/>
              </a:lnSpc>
              <a:spcBef>
                <a:spcPts val="0"/>
              </a:spcBef>
              <a:spcAft>
                <a:spcPts val="0"/>
              </a:spcAft>
              <a:buClr>
                <a:schemeClr val="dk2"/>
              </a:buClr>
              <a:buSzPts val="1800"/>
              <a:buNone/>
              <a:defRPr sz="1800">
                <a:solidFill>
                  <a:schemeClr val="dk2"/>
                </a:solidFill>
              </a:defRPr>
            </a:lvl4pPr>
            <a:lvl5pPr lvl="4" algn="ctr" rtl="0">
              <a:lnSpc>
                <a:spcPct val="100000"/>
              </a:lnSpc>
              <a:spcBef>
                <a:spcPts val="0"/>
              </a:spcBef>
              <a:spcAft>
                <a:spcPts val="0"/>
              </a:spcAft>
              <a:buClr>
                <a:schemeClr val="dk2"/>
              </a:buClr>
              <a:buSzPts val="1800"/>
              <a:buNone/>
              <a:defRPr sz="1800">
                <a:solidFill>
                  <a:schemeClr val="dk2"/>
                </a:solidFill>
              </a:defRPr>
            </a:lvl5pPr>
            <a:lvl6pPr lvl="5" algn="ctr" rtl="0">
              <a:lnSpc>
                <a:spcPct val="100000"/>
              </a:lnSpc>
              <a:spcBef>
                <a:spcPts val="0"/>
              </a:spcBef>
              <a:spcAft>
                <a:spcPts val="0"/>
              </a:spcAft>
              <a:buClr>
                <a:schemeClr val="dk2"/>
              </a:buClr>
              <a:buSzPts val="1800"/>
              <a:buNone/>
              <a:defRPr sz="1800">
                <a:solidFill>
                  <a:schemeClr val="dk2"/>
                </a:solidFill>
              </a:defRPr>
            </a:lvl6pPr>
            <a:lvl7pPr lvl="6" algn="ctr" rtl="0">
              <a:lnSpc>
                <a:spcPct val="100000"/>
              </a:lnSpc>
              <a:spcBef>
                <a:spcPts val="0"/>
              </a:spcBef>
              <a:spcAft>
                <a:spcPts val="0"/>
              </a:spcAft>
              <a:buClr>
                <a:schemeClr val="dk2"/>
              </a:buClr>
              <a:buSzPts val="1800"/>
              <a:buNone/>
              <a:defRPr sz="1800">
                <a:solidFill>
                  <a:schemeClr val="dk2"/>
                </a:solidFill>
              </a:defRPr>
            </a:lvl7pPr>
            <a:lvl8pPr lvl="7" algn="ctr" rtl="0">
              <a:lnSpc>
                <a:spcPct val="100000"/>
              </a:lnSpc>
              <a:spcBef>
                <a:spcPts val="0"/>
              </a:spcBef>
              <a:spcAft>
                <a:spcPts val="0"/>
              </a:spcAft>
              <a:buClr>
                <a:schemeClr val="dk2"/>
              </a:buClr>
              <a:buSzPts val="1800"/>
              <a:buNone/>
              <a:defRPr sz="1800">
                <a:solidFill>
                  <a:schemeClr val="dk2"/>
                </a:solidFill>
              </a:defRPr>
            </a:lvl8pPr>
            <a:lvl9pPr lvl="8" algn="ctr" rtl="0">
              <a:lnSpc>
                <a:spcPct val="100000"/>
              </a:lnSpc>
              <a:spcBef>
                <a:spcPts val="0"/>
              </a:spcBef>
              <a:spcAft>
                <a:spcPts val="0"/>
              </a:spcAft>
              <a:buClr>
                <a:schemeClr val="dk2"/>
              </a:buClr>
              <a:buSzPts val="1800"/>
              <a:buNone/>
              <a:defRPr sz="1800">
                <a:solidFill>
                  <a:schemeClr val="dk2"/>
                </a:solidFill>
              </a:defRPr>
            </a:lvl9pPr>
          </a:lstStyle>
          <a:p>
            <a:endParaRPr/>
          </a:p>
        </p:txBody>
      </p:sp>
      <p:sp>
        <p:nvSpPr>
          <p:cNvPr id="92" name="Google Shape;92;p17"/>
          <p:cNvSpPr txBox="1">
            <a:spLocks noGrp="1"/>
          </p:cNvSpPr>
          <p:nvPr>
            <p:ph type="title" idx="15"/>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
        <p:nvSpPr>
          <p:cNvPr id="93" name="Google Shape;93;p17"/>
          <p:cNvSpPr/>
          <p:nvPr/>
        </p:nvSpPr>
        <p:spPr>
          <a:xfrm>
            <a:off x="0" y="-35875"/>
            <a:ext cx="713100" cy="5179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p:nvPr/>
        </p:nvSpPr>
        <p:spPr>
          <a:xfrm>
            <a:off x="8430900" y="-18000"/>
            <a:ext cx="713100" cy="5179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CUSTOM_3_1">
    <p:spTree>
      <p:nvGrpSpPr>
        <p:cNvPr id="1" name="Shape 95"/>
        <p:cNvGrpSpPr/>
        <p:nvPr/>
      </p:nvGrpSpPr>
      <p:grpSpPr>
        <a:xfrm>
          <a:off x="0" y="0"/>
          <a:ext cx="0" cy="0"/>
          <a:chOff x="0" y="0"/>
          <a:chExt cx="0" cy="0"/>
        </a:xfrm>
      </p:grpSpPr>
      <p:sp>
        <p:nvSpPr>
          <p:cNvPr id="96" name="Google Shape;96;p18"/>
          <p:cNvSpPr/>
          <p:nvPr/>
        </p:nvSpPr>
        <p:spPr>
          <a:xfrm rot="-5400000">
            <a:off x="4284300" y="-4320387"/>
            <a:ext cx="580500" cy="9149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8"/>
          <p:cNvSpPr txBox="1">
            <a:spLocks noGrp="1"/>
          </p:cNvSpPr>
          <p:nvPr>
            <p:ph type="title"/>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
  <p:cSld name="CUSTOM_21_1">
    <p:spTree>
      <p:nvGrpSpPr>
        <p:cNvPr id="1" name="Shape 98"/>
        <p:cNvGrpSpPr/>
        <p:nvPr/>
      </p:nvGrpSpPr>
      <p:grpSpPr>
        <a:xfrm>
          <a:off x="0" y="0"/>
          <a:ext cx="0" cy="0"/>
          <a:chOff x="0" y="0"/>
          <a:chExt cx="0" cy="0"/>
        </a:xfrm>
      </p:grpSpPr>
      <p:sp>
        <p:nvSpPr>
          <p:cNvPr id="99" name="Google Shape;99;p19"/>
          <p:cNvSpPr/>
          <p:nvPr/>
        </p:nvSpPr>
        <p:spPr>
          <a:xfrm>
            <a:off x="-18068" y="-35875"/>
            <a:ext cx="740700" cy="5179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9"/>
          <p:cNvSpPr/>
          <p:nvPr/>
        </p:nvSpPr>
        <p:spPr>
          <a:xfrm>
            <a:off x="8421368" y="-18000"/>
            <a:ext cx="740700" cy="5179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9"/>
          <p:cNvSpPr txBox="1">
            <a:spLocks noGrp="1"/>
          </p:cNvSpPr>
          <p:nvPr>
            <p:ph type="title"/>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3">
  <p:cSld name="CAPTION_ONLY_1">
    <p:spTree>
      <p:nvGrpSpPr>
        <p:cNvPr id="1" name="Shape 102"/>
        <p:cNvGrpSpPr/>
        <p:nvPr/>
      </p:nvGrpSpPr>
      <p:grpSpPr>
        <a:xfrm>
          <a:off x="0" y="0"/>
          <a:ext cx="0" cy="0"/>
          <a:chOff x="0" y="0"/>
          <a:chExt cx="0" cy="0"/>
        </a:xfrm>
      </p:grpSpPr>
      <p:sp>
        <p:nvSpPr>
          <p:cNvPr id="103" name="Google Shape;103;p20"/>
          <p:cNvSpPr txBox="1">
            <a:spLocks noGrp="1"/>
          </p:cNvSpPr>
          <p:nvPr>
            <p:ph type="body" idx="1"/>
          </p:nvPr>
        </p:nvSpPr>
        <p:spPr>
          <a:xfrm>
            <a:off x="713225" y="3918500"/>
            <a:ext cx="7717500" cy="511200"/>
          </a:xfrm>
          <a:prstGeom prst="rect">
            <a:avLst/>
          </a:prstGeom>
          <a:solidFill>
            <a:schemeClr val="lt1"/>
          </a:solidFill>
        </p:spPr>
        <p:txBody>
          <a:bodyPr spcFirstLastPara="1" wrap="square" lIns="91425" tIns="91425" rIns="91425" bIns="91425" anchor="ctr" anchorCtr="0">
            <a:noAutofit/>
          </a:bodyPr>
          <a:lstStyle>
            <a:lvl1pPr marL="457200" lvl="0" indent="-228600" algn="ctr" rtl="0">
              <a:lnSpc>
                <a:spcPct val="100000"/>
              </a:lnSpc>
              <a:spcBef>
                <a:spcPts val="0"/>
              </a:spcBef>
              <a:spcAft>
                <a:spcPts val="0"/>
              </a:spcAft>
              <a:buClr>
                <a:srgbClr val="000000"/>
              </a:buClr>
              <a:buSzPts val="2100"/>
              <a:buFont typeface="Montserrat"/>
              <a:buNone/>
              <a:defRPr sz="2500" b="1">
                <a:solidFill>
                  <a:srgbClr val="000000"/>
                </a:solidFill>
                <a:latin typeface="Playfair Display"/>
                <a:ea typeface="Playfair Display"/>
                <a:cs typeface="Playfair Display"/>
                <a:sym typeface="Playfair Display"/>
              </a:defRPr>
            </a:lvl1pPr>
          </a:lstStyle>
          <a:p>
            <a:endParaRPr/>
          </a:p>
        </p:txBody>
      </p:sp>
      <p:sp>
        <p:nvSpPr>
          <p:cNvPr id="104" name="Google Shape;104;p20"/>
          <p:cNvSpPr/>
          <p:nvPr/>
        </p:nvSpPr>
        <p:spPr>
          <a:xfrm rot="10800000">
            <a:off x="100" y="4596068"/>
            <a:ext cx="9144000" cy="565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4">
  <p:cSld name="MAIN_POINT_1">
    <p:bg>
      <p:bgPr>
        <a:solidFill>
          <a:schemeClr val="dk2"/>
        </a:solidFill>
        <a:effectLst/>
      </p:bgPr>
    </p:bg>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1404875" y="1021350"/>
            <a:ext cx="6334200" cy="3100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5000"/>
              <a:buFont typeface="Playfair Display"/>
              <a:buNone/>
              <a:defRPr sz="10000">
                <a:solidFill>
                  <a:schemeClr val="lt1"/>
                </a:solidFill>
                <a:latin typeface="Playfair Display"/>
                <a:ea typeface="Playfair Display"/>
                <a:cs typeface="Playfair Display"/>
                <a:sym typeface="Playfair Display"/>
              </a:defRPr>
            </a:lvl1pPr>
            <a:lvl2pPr lvl="1" algn="ctr" rtl="0">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2pPr>
            <a:lvl3pPr lvl="2" algn="ctr" rtl="0">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3pPr>
            <a:lvl4pPr lvl="3" algn="ctr" rtl="0">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4pPr>
            <a:lvl5pPr lvl="4" algn="ctr" rtl="0">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5pPr>
            <a:lvl6pPr lvl="5" algn="ctr" rtl="0">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6pPr>
            <a:lvl7pPr lvl="6" algn="ctr" rtl="0">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7pPr>
            <a:lvl8pPr lvl="7" algn="ctr" rtl="0">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8pPr>
            <a:lvl9pPr lvl="8" algn="ctr" rtl="0">
              <a:spcBef>
                <a:spcPts val="0"/>
              </a:spcBef>
              <a:spcAft>
                <a:spcPts val="0"/>
              </a:spcAft>
              <a:buClr>
                <a:schemeClr val="lt1"/>
              </a:buClr>
              <a:buSzPts val="5000"/>
              <a:buFont typeface="Playfair Display"/>
              <a:buNone/>
              <a:defRPr sz="5000">
                <a:solidFill>
                  <a:schemeClr val="lt1"/>
                </a:solidFill>
                <a:latin typeface="Playfair Display"/>
                <a:ea typeface="Playfair Display"/>
                <a:cs typeface="Playfair Display"/>
                <a:sym typeface="Playfair Display"/>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5">
  <p:cSld name="MAIN_POINT_1_1">
    <p:bg>
      <p:bgPr>
        <a:solidFill>
          <a:schemeClr val="lt1"/>
        </a:solidFill>
        <a:effectLst/>
      </p:bgPr>
    </p:bg>
    <p:spTree>
      <p:nvGrpSpPr>
        <p:cNvPr id="1" name="Shape 107"/>
        <p:cNvGrpSpPr/>
        <p:nvPr/>
      </p:nvGrpSpPr>
      <p:grpSpPr>
        <a:xfrm>
          <a:off x="0" y="0"/>
          <a:ext cx="0" cy="0"/>
          <a:chOff x="0" y="0"/>
          <a:chExt cx="0" cy="0"/>
        </a:xfrm>
      </p:grpSpPr>
      <p:sp>
        <p:nvSpPr>
          <p:cNvPr id="108" name="Google Shape;108;p22"/>
          <p:cNvSpPr txBox="1">
            <a:spLocks noGrp="1"/>
          </p:cNvSpPr>
          <p:nvPr>
            <p:ph type="title"/>
          </p:nvPr>
        </p:nvSpPr>
        <p:spPr>
          <a:xfrm>
            <a:off x="713225" y="1461950"/>
            <a:ext cx="4340100" cy="2219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7000"/>
              <a:buFont typeface="Playfair Display"/>
              <a:buNone/>
              <a:defRPr sz="7000">
                <a:latin typeface="Playfair Display"/>
                <a:ea typeface="Playfair Display"/>
                <a:cs typeface="Playfair Display"/>
                <a:sym typeface="Playfair Display"/>
              </a:defRPr>
            </a:lvl1pPr>
            <a:lvl2pPr lvl="1" algn="l" rtl="0">
              <a:spcBef>
                <a:spcPts val="0"/>
              </a:spcBef>
              <a:spcAft>
                <a:spcPts val="0"/>
              </a:spcAft>
              <a:buSzPts val="7000"/>
              <a:buFont typeface="Playfair Display"/>
              <a:buNone/>
              <a:defRPr sz="7000">
                <a:latin typeface="Playfair Display"/>
                <a:ea typeface="Playfair Display"/>
                <a:cs typeface="Playfair Display"/>
                <a:sym typeface="Playfair Display"/>
              </a:defRPr>
            </a:lvl2pPr>
            <a:lvl3pPr lvl="2" algn="l" rtl="0">
              <a:spcBef>
                <a:spcPts val="0"/>
              </a:spcBef>
              <a:spcAft>
                <a:spcPts val="0"/>
              </a:spcAft>
              <a:buSzPts val="7000"/>
              <a:buFont typeface="Playfair Display"/>
              <a:buNone/>
              <a:defRPr sz="7000">
                <a:latin typeface="Playfair Display"/>
                <a:ea typeface="Playfair Display"/>
                <a:cs typeface="Playfair Display"/>
                <a:sym typeface="Playfair Display"/>
              </a:defRPr>
            </a:lvl3pPr>
            <a:lvl4pPr lvl="3" algn="l" rtl="0">
              <a:spcBef>
                <a:spcPts val="0"/>
              </a:spcBef>
              <a:spcAft>
                <a:spcPts val="0"/>
              </a:spcAft>
              <a:buSzPts val="7000"/>
              <a:buFont typeface="Playfair Display"/>
              <a:buNone/>
              <a:defRPr sz="7000">
                <a:latin typeface="Playfair Display"/>
                <a:ea typeface="Playfair Display"/>
                <a:cs typeface="Playfair Display"/>
                <a:sym typeface="Playfair Display"/>
              </a:defRPr>
            </a:lvl4pPr>
            <a:lvl5pPr lvl="4" algn="l" rtl="0">
              <a:spcBef>
                <a:spcPts val="0"/>
              </a:spcBef>
              <a:spcAft>
                <a:spcPts val="0"/>
              </a:spcAft>
              <a:buSzPts val="7000"/>
              <a:buFont typeface="Playfair Display"/>
              <a:buNone/>
              <a:defRPr sz="7000">
                <a:latin typeface="Playfair Display"/>
                <a:ea typeface="Playfair Display"/>
                <a:cs typeface="Playfair Display"/>
                <a:sym typeface="Playfair Display"/>
              </a:defRPr>
            </a:lvl5pPr>
            <a:lvl6pPr lvl="5" algn="l" rtl="0">
              <a:spcBef>
                <a:spcPts val="0"/>
              </a:spcBef>
              <a:spcAft>
                <a:spcPts val="0"/>
              </a:spcAft>
              <a:buSzPts val="7000"/>
              <a:buFont typeface="Playfair Display"/>
              <a:buNone/>
              <a:defRPr sz="7000">
                <a:latin typeface="Playfair Display"/>
                <a:ea typeface="Playfair Display"/>
                <a:cs typeface="Playfair Display"/>
                <a:sym typeface="Playfair Display"/>
              </a:defRPr>
            </a:lvl6pPr>
            <a:lvl7pPr lvl="6" algn="l" rtl="0">
              <a:spcBef>
                <a:spcPts val="0"/>
              </a:spcBef>
              <a:spcAft>
                <a:spcPts val="0"/>
              </a:spcAft>
              <a:buSzPts val="7000"/>
              <a:buFont typeface="Playfair Display"/>
              <a:buNone/>
              <a:defRPr sz="7000">
                <a:latin typeface="Playfair Display"/>
                <a:ea typeface="Playfair Display"/>
                <a:cs typeface="Playfair Display"/>
                <a:sym typeface="Playfair Display"/>
              </a:defRPr>
            </a:lvl7pPr>
            <a:lvl8pPr lvl="7" algn="l" rtl="0">
              <a:spcBef>
                <a:spcPts val="0"/>
              </a:spcBef>
              <a:spcAft>
                <a:spcPts val="0"/>
              </a:spcAft>
              <a:buSzPts val="7000"/>
              <a:buFont typeface="Playfair Display"/>
              <a:buNone/>
              <a:defRPr sz="7000">
                <a:latin typeface="Playfair Display"/>
                <a:ea typeface="Playfair Display"/>
                <a:cs typeface="Playfair Display"/>
                <a:sym typeface="Playfair Display"/>
              </a:defRPr>
            </a:lvl8pPr>
            <a:lvl9pPr lvl="8" algn="l" rtl="0">
              <a:spcBef>
                <a:spcPts val="0"/>
              </a:spcBef>
              <a:spcAft>
                <a:spcPts val="0"/>
              </a:spcAft>
              <a:buSzPts val="7000"/>
              <a:buFont typeface="Playfair Display"/>
              <a:buNone/>
              <a:defRPr sz="7000">
                <a:latin typeface="Playfair Display"/>
                <a:ea typeface="Playfair Display"/>
                <a:cs typeface="Playfair Display"/>
                <a:sym typeface="Playfair Display"/>
              </a:defRPr>
            </a:lvl9pPr>
          </a:lstStyle>
          <a:p>
            <a:endParaRPr/>
          </a:p>
        </p:txBody>
      </p:sp>
      <p:sp>
        <p:nvSpPr>
          <p:cNvPr id="109" name="Google Shape;109;p22"/>
          <p:cNvSpPr/>
          <p:nvPr/>
        </p:nvSpPr>
        <p:spPr>
          <a:xfrm>
            <a:off x="0" y="0"/>
            <a:ext cx="9144000" cy="57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2"/>
          <p:cNvSpPr/>
          <p:nvPr/>
        </p:nvSpPr>
        <p:spPr>
          <a:xfrm>
            <a:off x="0" y="4572000"/>
            <a:ext cx="9144000" cy="57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11"/>
        <p:cNvGrpSpPr/>
        <p:nvPr/>
      </p:nvGrpSpPr>
      <p:grpSpPr>
        <a:xfrm>
          <a:off x="0" y="0"/>
          <a:ext cx="0" cy="0"/>
          <a:chOff x="0" y="0"/>
          <a:chExt cx="0" cy="0"/>
        </a:xfrm>
      </p:grpSpPr>
      <p:sp>
        <p:nvSpPr>
          <p:cNvPr id="112" name="Google Shape;112;p23"/>
          <p:cNvSpPr/>
          <p:nvPr/>
        </p:nvSpPr>
        <p:spPr>
          <a:xfrm>
            <a:off x="0" y="0"/>
            <a:ext cx="457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3"/>
          <p:cNvSpPr txBox="1">
            <a:spLocks noGrp="1"/>
          </p:cNvSpPr>
          <p:nvPr>
            <p:ph type="title"/>
          </p:nvPr>
        </p:nvSpPr>
        <p:spPr>
          <a:xfrm>
            <a:off x="713225" y="2464676"/>
            <a:ext cx="3262500" cy="7212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lt1"/>
              </a:buClr>
              <a:buSzPts val="2500"/>
              <a:buFont typeface="Playfair Display"/>
              <a:buNone/>
              <a:defRPr sz="4000" b="1">
                <a:solidFill>
                  <a:schemeClr val="lt1"/>
                </a:solidFill>
                <a:latin typeface="Playfair Display"/>
                <a:ea typeface="Playfair Display"/>
                <a:cs typeface="Playfair Display"/>
                <a:sym typeface="Playfair Display"/>
              </a:defRPr>
            </a:lvl1pPr>
            <a:lvl2pPr lvl="1"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2pPr>
            <a:lvl3pPr lvl="2"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3pPr>
            <a:lvl4pPr lvl="3"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4pPr>
            <a:lvl5pPr lvl="4"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5pPr>
            <a:lvl6pPr lvl="5"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6pPr>
            <a:lvl7pPr lvl="6"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7pPr>
            <a:lvl8pPr lvl="7"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8pPr>
            <a:lvl9pPr lvl="8"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9pPr>
          </a:lstStyle>
          <a:p>
            <a:endParaRPr/>
          </a:p>
        </p:txBody>
      </p:sp>
      <p:sp>
        <p:nvSpPr>
          <p:cNvPr id="114" name="Google Shape;114;p23"/>
          <p:cNvSpPr txBox="1">
            <a:spLocks noGrp="1"/>
          </p:cNvSpPr>
          <p:nvPr>
            <p:ph type="subTitle" idx="1"/>
          </p:nvPr>
        </p:nvSpPr>
        <p:spPr>
          <a:xfrm>
            <a:off x="713225" y="3151519"/>
            <a:ext cx="3262500" cy="427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1pPr>
            <a:lvl2pPr lvl="1"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2pPr>
            <a:lvl3pPr lvl="2"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3pPr>
            <a:lvl4pPr lvl="3"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4pPr>
            <a:lvl5pPr lvl="4"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5pPr>
            <a:lvl6pPr lvl="5"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6pPr>
            <a:lvl7pPr lvl="6"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7pPr>
            <a:lvl8pPr lvl="7"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8pPr>
            <a:lvl9pPr lvl="8"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9pPr>
          </a:lstStyle>
          <a:p>
            <a:endParaRPr/>
          </a:p>
        </p:txBody>
      </p:sp>
      <p:sp>
        <p:nvSpPr>
          <p:cNvPr id="115" name="Google Shape;115;p23"/>
          <p:cNvSpPr txBox="1">
            <a:spLocks noGrp="1"/>
          </p:cNvSpPr>
          <p:nvPr>
            <p:ph type="title" idx="2" hasCustomPrompt="1"/>
          </p:nvPr>
        </p:nvSpPr>
        <p:spPr>
          <a:xfrm>
            <a:off x="3156425" y="1564175"/>
            <a:ext cx="819300" cy="8499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FFFFFF"/>
              </a:buClr>
              <a:buSzPts val="2100"/>
              <a:buFont typeface="Playfair Display"/>
              <a:buNone/>
              <a:defRPr sz="4000" b="1">
                <a:solidFill>
                  <a:schemeClr val="lt1"/>
                </a:solidFill>
                <a:latin typeface="Playfair Display"/>
                <a:ea typeface="Playfair Display"/>
                <a:cs typeface="Playfair Display"/>
                <a:sym typeface="Playfair Display"/>
              </a:defRPr>
            </a:lvl1pPr>
            <a:lvl2pPr lvl="1"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2pPr>
            <a:lvl3pPr lvl="2"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3pPr>
            <a:lvl4pPr lvl="3"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4pPr>
            <a:lvl5pPr lvl="4"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5pPr>
            <a:lvl6pPr lvl="5"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6pPr>
            <a:lvl7pPr lvl="6"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7pPr>
            <a:lvl8pPr lvl="7"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8pPr>
            <a:lvl9pPr lvl="8"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9pPr>
          </a:lstStyle>
          <a:p>
            <a:r>
              <a:t>xx%</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2">
  <p:cSld name="SECTION_HEADER_1_1">
    <p:bg>
      <p:bgPr>
        <a:solidFill>
          <a:schemeClr val="dk2"/>
        </a:solidFill>
        <a:effectLst/>
      </p:bgPr>
    </p:bg>
    <p:spTree>
      <p:nvGrpSpPr>
        <p:cNvPr id="1" name="Shape 116"/>
        <p:cNvGrpSpPr/>
        <p:nvPr/>
      </p:nvGrpSpPr>
      <p:grpSpPr>
        <a:xfrm>
          <a:off x="0" y="0"/>
          <a:ext cx="0" cy="0"/>
          <a:chOff x="0" y="0"/>
          <a:chExt cx="0" cy="0"/>
        </a:xfrm>
      </p:grpSpPr>
      <p:sp>
        <p:nvSpPr>
          <p:cNvPr id="117" name="Google Shape;117;p24"/>
          <p:cNvSpPr txBox="1">
            <a:spLocks noGrp="1"/>
          </p:cNvSpPr>
          <p:nvPr>
            <p:ph type="title"/>
          </p:nvPr>
        </p:nvSpPr>
        <p:spPr>
          <a:xfrm>
            <a:off x="4869188" y="2014426"/>
            <a:ext cx="3262500" cy="7212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500"/>
              <a:buFont typeface="Playfair Display"/>
              <a:buNone/>
              <a:defRPr sz="4000" b="1">
                <a:solidFill>
                  <a:schemeClr val="lt1"/>
                </a:solidFill>
                <a:latin typeface="Playfair Display"/>
                <a:ea typeface="Playfair Display"/>
                <a:cs typeface="Playfair Display"/>
                <a:sym typeface="Playfair Display"/>
              </a:defRPr>
            </a:lvl1pPr>
            <a:lvl2pPr lvl="1"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2pPr>
            <a:lvl3pPr lvl="2"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3pPr>
            <a:lvl4pPr lvl="3"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4pPr>
            <a:lvl5pPr lvl="4"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5pPr>
            <a:lvl6pPr lvl="5"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6pPr>
            <a:lvl7pPr lvl="6"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7pPr>
            <a:lvl8pPr lvl="7"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8pPr>
            <a:lvl9pPr lvl="8"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9pPr>
          </a:lstStyle>
          <a:p>
            <a:endParaRPr/>
          </a:p>
        </p:txBody>
      </p:sp>
      <p:sp>
        <p:nvSpPr>
          <p:cNvPr id="118" name="Google Shape;118;p24"/>
          <p:cNvSpPr txBox="1">
            <a:spLocks noGrp="1"/>
          </p:cNvSpPr>
          <p:nvPr>
            <p:ph type="subTitle" idx="1"/>
          </p:nvPr>
        </p:nvSpPr>
        <p:spPr>
          <a:xfrm>
            <a:off x="4869188" y="2701269"/>
            <a:ext cx="3262500" cy="42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1pPr>
            <a:lvl2pPr lvl="1"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2pPr>
            <a:lvl3pPr lvl="2"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3pPr>
            <a:lvl4pPr lvl="3"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4pPr>
            <a:lvl5pPr lvl="4"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5pPr>
            <a:lvl6pPr lvl="5"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6pPr>
            <a:lvl7pPr lvl="6"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7pPr>
            <a:lvl8pPr lvl="7"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8pPr>
            <a:lvl9pPr lvl="8" algn="r" rtl="0">
              <a:spcBef>
                <a:spcPts val="0"/>
              </a:spcBef>
              <a:spcAft>
                <a:spcPts val="0"/>
              </a:spcAft>
              <a:buClr>
                <a:schemeClr val="lt1"/>
              </a:buClr>
              <a:buSzPts val="1400"/>
              <a:buFont typeface="Montserrat"/>
              <a:buNone/>
              <a:defRPr>
                <a:solidFill>
                  <a:schemeClr val="lt1"/>
                </a:solidFill>
                <a:latin typeface="Montserrat"/>
                <a:ea typeface="Montserrat"/>
                <a:cs typeface="Montserrat"/>
                <a:sym typeface="Montserrat"/>
              </a:defRPr>
            </a:lvl9pPr>
          </a:lstStyle>
          <a:p>
            <a:endParaRPr/>
          </a:p>
        </p:txBody>
      </p:sp>
      <p:sp>
        <p:nvSpPr>
          <p:cNvPr id="119" name="Google Shape;119;p24"/>
          <p:cNvSpPr txBox="1">
            <a:spLocks noGrp="1"/>
          </p:cNvSpPr>
          <p:nvPr>
            <p:ph type="title" idx="2" hasCustomPrompt="1"/>
          </p:nvPr>
        </p:nvSpPr>
        <p:spPr>
          <a:xfrm>
            <a:off x="1012313" y="1138050"/>
            <a:ext cx="3483300" cy="28674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FFFFFF"/>
              </a:buClr>
              <a:buSzPts val="2100"/>
              <a:buFont typeface="Playfair Display"/>
              <a:buNone/>
              <a:defRPr sz="20000" b="1">
                <a:solidFill>
                  <a:schemeClr val="lt1"/>
                </a:solidFill>
                <a:latin typeface="Playfair Display"/>
                <a:ea typeface="Playfair Display"/>
                <a:cs typeface="Playfair Display"/>
                <a:sym typeface="Playfair Display"/>
              </a:defRPr>
            </a:lvl1pPr>
            <a:lvl2pPr lvl="1"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2pPr>
            <a:lvl3pPr lvl="2"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3pPr>
            <a:lvl4pPr lvl="3"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4pPr>
            <a:lvl5pPr lvl="4"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5pPr>
            <a:lvl6pPr lvl="5"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6pPr>
            <a:lvl7pPr lvl="6"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7pPr>
            <a:lvl8pPr lvl="7"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8pPr>
            <a:lvl9pPr lvl="8" algn="r" rtl="0">
              <a:spcBef>
                <a:spcPts val="0"/>
              </a:spcBef>
              <a:spcAft>
                <a:spcPts val="0"/>
              </a:spcAft>
              <a:buClr>
                <a:schemeClr val="lt1"/>
              </a:buClr>
              <a:buSzPts val="2100"/>
              <a:buFont typeface="Playfair Display"/>
              <a:buNone/>
              <a:defRPr sz="2100">
                <a:solidFill>
                  <a:schemeClr val="lt1"/>
                </a:solidFill>
                <a:latin typeface="Playfair Display"/>
                <a:ea typeface="Playfair Display"/>
                <a:cs typeface="Playfair Display"/>
                <a:sym typeface="Playfair Display"/>
              </a:defRPr>
            </a:lvl9pPr>
          </a:lstStyle>
          <a:p>
            <a:r>
              <a:t>xx%</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p:cSld name="CUSTOM_9_1">
    <p:spTree>
      <p:nvGrpSpPr>
        <p:cNvPr id="1" name="Shape 120"/>
        <p:cNvGrpSpPr/>
        <p:nvPr/>
      </p:nvGrpSpPr>
      <p:grpSpPr>
        <a:xfrm>
          <a:off x="0" y="0"/>
          <a:ext cx="0" cy="0"/>
          <a:chOff x="0" y="0"/>
          <a:chExt cx="0" cy="0"/>
        </a:xfrm>
      </p:grpSpPr>
      <p:sp>
        <p:nvSpPr>
          <p:cNvPr id="121" name="Google Shape;121;p25"/>
          <p:cNvSpPr/>
          <p:nvPr/>
        </p:nvSpPr>
        <p:spPr>
          <a:xfrm>
            <a:off x="4572050" y="0"/>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5"/>
          <p:cNvSpPr txBox="1">
            <a:spLocks noGrp="1"/>
          </p:cNvSpPr>
          <p:nvPr>
            <p:ph type="title"/>
          </p:nvPr>
        </p:nvSpPr>
        <p:spPr>
          <a:xfrm>
            <a:off x="5440675" y="1569948"/>
            <a:ext cx="2990100" cy="8571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lt1"/>
              </a:buClr>
              <a:buSzPts val="2100"/>
              <a:buFont typeface="Montserrat"/>
              <a:buNone/>
              <a:defRPr sz="2500" b="1">
                <a:solidFill>
                  <a:schemeClr val="lt1"/>
                </a:solidFill>
              </a:defRPr>
            </a:lvl1pPr>
            <a:lvl2pPr lvl="1" algn="l" rtl="0">
              <a:spcBef>
                <a:spcPts val="0"/>
              </a:spcBef>
              <a:spcAft>
                <a:spcPts val="0"/>
              </a:spcAft>
              <a:buSzPts val="2100"/>
              <a:buFont typeface="Montserrat"/>
              <a:buNone/>
              <a:defRPr sz="2100" b="1">
                <a:latin typeface="Montserrat"/>
                <a:ea typeface="Montserrat"/>
                <a:cs typeface="Montserrat"/>
                <a:sym typeface="Montserrat"/>
              </a:defRPr>
            </a:lvl2pPr>
            <a:lvl3pPr lvl="2" algn="l" rtl="0">
              <a:spcBef>
                <a:spcPts val="0"/>
              </a:spcBef>
              <a:spcAft>
                <a:spcPts val="0"/>
              </a:spcAft>
              <a:buSzPts val="2100"/>
              <a:buFont typeface="Montserrat"/>
              <a:buNone/>
              <a:defRPr sz="2100" b="1">
                <a:latin typeface="Montserrat"/>
                <a:ea typeface="Montserrat"/>
                <a:cs typeface="Montserrat"/>
                <a:sym typeface="Montserrat"/>
              </a:defRPr>
            </a:lvl3pPr>
            <a:lvl4pPr lvl="3" algn="l" rtl="0">
              <a:spcBef>
                <a:spcPts val="0"/>
              </a:spcBef>
              <a:spcAft>
                <a:spcPts val="0"/>
              </a:spcAft>
              <a:buSzPts val="2100"/>
              <a:buFont typeface="Montserrat"/>
              <a:buNone/>
              <a:defRPr sz="2100" b="1">
                <a:latin typeface="Montserrat"/>
                <a:ea typeface="Montserrat"/>
                <a:cs typeface="Montserrat"/>
                <a:sym typeface="Montserrat"/>
              </a:defRPr>
            </a:lvl4pPr>
            <a:lvl5pPr lvl="4" algn="l" rtl="0">
              <a:spcBef>
                <a:spcPts val="0"/>
              </a:spcBef>
              <a:spcAft>
                <a:spcPts val="0"/>
              </a:spcAft>
              <a:buSzPts val="2100"/>
              <a:buFont typeface="Montserrat"/>
              <a:buNone/>
              <a:defRPr sz="2100" b="1">
                <a:latin typeface="Montserrat"/>
                <a:ea typeface="Montserrat"/>
                <a:cs typeface="Montserrat"/>
                <a:sym typeface="Montserrat"/>
              </a:defRPr>
            </a:lvl5pPr>
            <a:lvl6pPr lvl="5" algn="l" rtl="0">
              <a:spcBef>
                <a:spcPts val="0"/>
              </a:spcBef>
              <a:spcAft>
                <a:spcPts val="0"/>
              </a:spcAft>
              <a:buSzPts val="2100"/>
              <a:buFont typeface="Montserrat"/>
              <a:buNone/>
              <a:defRPr sz="2100" b="1">
                <a:latin typeface="Montserrat"/>
                <a:ea typeface="Montserrat"/>
                <a:cs typeface="Montserrat"/>
                <a:sym typeface="Montserrat"/>
              </a:defRPr>
            </a:lvl6pPr>
            <a:lvl7pPr lvl="6" algn="l" rtl="0">
              <a:spcBef>
                <a:spcPts val="0"/>
              </a:spcBef>
              <a:spcAft>
                <a:spcPts val="0"/>
              </a:spcAft>
              <a:buSzPts val="2100"/>
              <a:buFont typeface="Montserrat"/>
              <a:buNone/>
              <a:defRPr sz="2100" b="1">
                <a:latin typeface="Montserrat"/>
                <a:ea typeface="Montserrat"/>
                <a:cs typeface="Montserrat"/>
                <a:sym typeface="Montserrat"/>
              </a:defRPr>
            </a:lvl7pPr>
            <a:lvl8pPr lvl="7" algn="l" rtl="0">
              <a:spcBef>
                <a:spcPts val="0"/>
              </a:spcBef>
              <a:spcAft>
                <a:spcPts val="0"/>
              </a:spcAft>
              <a:buSzPts val="2100"/>
              <a:buFont typeface="Montserrat"/>
              <a:buNone/>
              <a:defRPr sz="2100" b="1">
                <a:latin typeface="Montserrat"/>
                <a:ea typeface="Montserrat"/>
                <a:cs typeface="Montserrat"/>
                <a:sym typeface="Montserrat"/>
              </a:defRPr>
            </a:lvl8pPr>
            <a:lvl9pPr lvl="8" algn="l"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
        <p:nvSpPr>
          <p:cNvPr id="123" name="Google Shape;123;p25"/>
          <p:cNvSpPr txBox="1">
            <a:spLocks noGrp="1"/>
          </p:cNvSpPr>
          <p:nvPr>
            <p:ph type="subTitle" idx="1"/>
          </p:nvPr>
        </p:nvSpPr>
        <p:spPr>
          <a:xfrm>
            <a:off x="5440525" y="2439495"/>
            <a:ext cx="2990100" cy="11295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0000"/>
              </a:buClr>
              <a:buSzPts val="1400"/>
              <a:buFont typeface="Montserrat"/>
              <a:buNone/>
              <a:defRPr sz="1400">
                <a:solidFill>
                  <a:schemeClr val="lt1"/>
                </a:solidFill>
                <a:latin typeface="Montserrat"/>
                <a:ea typeface="Montserrat"/>
                <a:cs typeface="Montserrat"/>
                <a:sym typeface="Montserrat"/>
              </a:defRPr>
            </a:lvl1pPr>
            <a:lvl2pPr lvl="1"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1">
  <p:cSld name="CUSTOM_10_1">
    <p:spTree>
      <p:nvGrpSpPr>
        <p:cNvPr id="1" name="Shape 124"/>
        <p:cNvGrpSpPr/>
        <p:nvPr/>
      </p:nvGrpSpPr>
      <p:grpSpPr>
        <a:xfrm>
          <a:off x="0" y="0"/>
          <a:ext cx="0" cy="0"/>
          <a:chOff x="0" y="0"/>
          <a:chExt cx="0" cy="0"/>
        </a:xfrm>
      </p:grpSpPr>
      <p:sp>
        <p:nvSpPr>
          <p:cNvPr id="125" name="Google Shape;125;p26"/>
          <p:cNvSpPr/>
          <p:nvPr/>
        </p:nvSpPr>
        <p:spPr>
          <a:xfrm>
            <a:off x="0" y="-50"/>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6"/>
          <p:cNvSpPr txBox="1">
            <a:spLocks noGrp="1"/>
          </p:cNvSpPr>
          <p:nvPr>
            <p:ph type="title"/>
          </p:nvPr>
        </p:nvSpPr>
        <p:spPr>
          <a:xfrm>
            <a:off x="713375" y="1735300"/>
            <a:ext cx="2990100" cy="5766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lt1"/>
              </a:buClr>
              <a:buSzPts val="2500"/>
              <a:buFont typeface="Playfair Display"/>
              <a:buNone/>
              <a:defRPr sz="2500" b="1">
                <a:solidFill>
                  <a:schemeClr val="lt1"/>
                </a:solidFill>
                <a:latin typeface="Playfair Display"/>
                <a:ea typeface="Playfair Display"/>
                <a:cs typeface="Playfair Display"/>
                <a:sym typeface="Playfair Display"/>
              </a:defRPr>
            </a:lvl1pPr>
            <a:lvl2pPr lvl="1" algn="r" rtl="0">
              <a:spcBef>
                <a:spcPts val="0"/>
              </a:spcBef>
              <a:spcAft>
                <a:spcPts val="0"/>
              </a:spcAft>
              <a:buSzPts val="2100"/>
              <a:buFont typeface="Montserrat"/>
              <a:buNone/>
              <a:defRPr sz="2100" b="1">
                <a:latin typeface="Montserrat"/>
                <a:ea typeface="Montserrat"/>
                <a:cs typeface="Montserrat"/>
                <a:sym typeface="Montserrat"/>
              </a:defRPr>
            </a:lvl2pPr>
            <a:lvl3pPr lvl="2" algn="r" rtl="0">
              <a:spcBef>
                <a:spcPts val="0"/>
              </a:spcBef>
              <a:spcAft>
                <a:spcPts val="0"/>
              </a:spcAft>
              <a:buSzPts val="2100"/>
              <a:buFont typeface="Montserrat"/>
              <a:buNone/>
              <a:defRPr sz="2100" b="1">
                <a:latin typeface="Montserrat"/>
                <a:ea typeface="Montserrat"/>
                <a:cs typeface="Montserrat"/>
                <a:sym typeface="Montserrat"/>
              </a:defRPr>
            </a:lvl3pPr>
            <a:lvl4pPr lvl="3" algn="r" rtl="0">
              <a:spcBef>
                <a:spcPts val="0"/>
              </a:spcBef>
              <a:spcAft>
                <a:spcPts val="0"/>
              </a:spcAft>
              <a:buSzPts val="2100"/>
              <a:buFont typeface="Montserrat"/>
              <a:buNone/>
              <a:defRPr sz="2100" b="1">
                <a:latin typeface="Montserrat"/>
                <a:ea typeface="Montserrat"/>
                <a:cs typeface="Montserrat"/>
                <a:sym typeface="Montserrat"/>
              </a:defRPr>
            </a:lvl4pPr>
            <a:lvl5pPr lvl="4" algn="r" rtl="0">
              <a:spcBef>
                <a:spcPts val="0"/>
              </a:spcBef>
              <a:spcAft>
                <a:spcPts val="0"/>
              </a:spcAft>
              <a:buSzPts val="2100"/>
              <a:buFont typeface="Montserrat"/>
              <a:buNone/>
              <a:defRPr sz="2100" b="1">
                <a:latin typeface="Montserrat"/>
                <a:ea typeface="Montserrat"/>
                <a:cs typeface="Montserrat"/>
                <a:sym typeface="Montserrat"/>
              </a:defRPr>
            </a:lvl5pPr>
            <a:lvl6pPr lvl="5" algn="r" rtl="0">
              <a:spcBef>
                <a:spcPts val="0"/>
              </a:spcBef>
              <a:spcAft>
                <a:spcPts val="0"/>
              </a:spcAft>
              <a:buSzPts val="2100"/>
              <a:buFont typeface="Montserrat"/>
              <a:buNone/>
              <a:defRPr sz="2100" b="1">
                <a:latin typeface="Montserrat"/>
                <a:ea typeface="Montserrat"/>
                <a:cs typeface="Montserrat"/>
                <a:sym typeface="Montserrat"/>
              </a:defRPr>
            </a:lvl6pPr>
            <a:lvl7pPr lvl="6" algn="r" rtl="0">
              <a:spcBef>
                <a:spcPts val="0"/>
              </a:spcBef>
              <a:spcAft>
                <a:spcPts val="0"/>
              </a:spcAft>
              <a:buSzPts val="2100"/>
              <a:buFont typeface="Montserrat"/>
              <a:buNone/>
              <a:defRPr sz="2100" b="1">
                <a:latin typeface="Montserrat"/>
                <a:ea typeface="Montserrat"/>
                <a:cs typeface="Montserrat"/>
                <a:sym typeface="Montserrat"/>
              </a:defRPr>
            </a:lvl7pPr>
            <a:lvl8pPr lvl="7" algn="r" rtl="0">
              <a:spcBef>
                <a:spcPts val="0"/>
              </a:spcBef>
              <a:spcAft>
                <a:spcPts val="0"/>
              </a:spcAft>
              <a:buSzPts val="2100"/>
              <a:buFont typeface="Montserrat"/>
              <a:buNone/>
              <a:defRPr sz="2100" b="1">
                <a:latin typeface="Montserrat"/>
                <a:ea typeface="Montserrat"/>
                <a:cs typeface="Montserrat"/>
                <a:sym typeface="Montserrat"/>
              </a:defRPr>
            </a:lvl8pPr>
            <a:lvl9pPr lvl="8" algn="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
        <p:nvSpPr>
          <p:cNvPr id="127" name="Google Shape;127;p26"/>
          <p:cNvSpPr txBox="1">
            <a:spLocks noGrp="1"/>
          </p:cNvSpPr>
          <p:nvPr>
            <p:ph type="subTitle" idx="1"/>
          </p:nvPr>
        </p:nvSpPr>
        <p:spPr>
          <a:xfrm>
            <a:off x="713225" y="2312000"/>
            <a:ext cx="2990100" cy="10962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000000"/>
              </a:buClr>
              <a:buSzPts val="1400"/>
              <a:buFont typeface="Montserrat"/>
              <a:buNone/>
              <a:defRPr sz="1400">
                <a:solidFill>
                  <a:schemeClr val="lt1"/>
                </a:solidFill>
                <a:latin typeface="Montserrat"/>
                <a:ea typeface="Montserrat"/>
                <a:cs typeface="Montserrat"/>
                <a:sym typeface="Montserrat"/>
              </a:defRPr>
            </a:lvl1pPr>
            <a:lvl2pPr lvl="1" algn="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2">
  <p:cSld name="CUSTOM_1_1">
    <p:spTree>
      <p:nvGrpSpPr>
        <p:cNvPr id="1" name="Shape 128"/>
        <p:cNvGrpSpPr/>
        <p:nvPr/>
      </p:nvGrpSpPr>
      <p:grpSpPr>
        <a:xfrm>
          <a:off x="0" y="0"/>
          <a:ext cx="0" cy="0"/>
          <a:chOff x="0" y="0"/>
          <a:chExt cx="0" cy="0"/>
        </a:xfrm>
      </p:grpSpPr>
      <p:sp>
        <p:nvSpPr>
          <p:cNvPr id="129" name="Google Shape;129;p27"/>
          <p:cNvSpPr txBox="1">
            <a:spLocks noGrp="1"/>
          </p:cNvSpPr>
          <p:nvPr>
            <p:ph type="title"/>
          </p:nvPr>
        </p:nvSpPr>
        <p:spPr>
          <a:xfrm flipH="1">
            <a:off x="893700" y="1502750"/>
            <a:ext cx="2859000" cy="12951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rtl="0">
              <a:spcBef>
                <a:spcPts val="0"/>
              </a:spcBef>
              <a:spcAft>
                <a:spcPts val="0"/>
              </a:spcAft>
              <a:buSzPts val="2100"/>
              <a:buFont typeface="Montserrat"/>
              <a:buNone/>
              <a:defRPr sz="2100" b="1">
                <a:latin typeface="Montserrat"/>
                <a:ea typeface="Montserrat"/>
                <a:cs typeface="Montserrat"/>
                <a:sym typeface="Montserrat"/>
              </a:defRPr>
            </a:lvl2pPr>
            <a:lvl3pPr lvl="2" rtl="0">
              <a:spcBef>
                <a:spcPts val="0"/>
              </a:spcBef>
              <a:spcAft>
                <a:spcPts val="0"/>
              </a:spcAft>
              <a:buSzPts val="2100"/>
              <a:buFont typeface="Montserrat"/>
              <a:buNone/>
              <a:defRPr sz="2100" b="1">
                <a:latin typeface="Montserrat"/>
                <a:ea typeface="Montserrat"/>
                <a:cs typeface="Montserrat"/>
                <a:sym typeface="Montserrat"/>
              </a:defRPr>
            </a:lvl3pPr>
            <a:lvl4pPr lvl="3" rtl="0">
              <a:spcBef>
                <a:spcPts val="0"/>
              </a:spcBef>
              <a:spcAft>
                <a:spcPts val="0"/>
              </a:spcAft>
              <a:buSzPts val="2100"/>
              <a:buFont typeface="Montserrat"/>
              <a:buNone/>
              <a:defRPr sz="2100" b="1">
                <a:latin typeface="Montserrat"/>
                <a:ea typeface="Montserrat"/>
                <a:cs typeface="Montserrat"/>
                <a:sym typeface="Montserrat"/>
              </a:defRPr>
            </a:lvl4pPr>
            <a:lvl5pPr lvl="4" rtl="0">
              <a:spcBef>
                <a:spcPts val="0"/>
              </a:spcBef>
              <a:spcAft>
                <a:spcPts val="0"/>
              </a:spcAft>
              <a:buSzPts val="2100"/>
              <a:buFont typeface="Montserrat"/>
              <a:buNone/>
              <a:defRPr sz="2100" b="1">
                <a:latin typeface="Montserrat"/>
                <a:ea typeface="Montserrat"/>
                <a:cs typeface="Montserrat"/>
                <a:sym typeface="Montserrat"/>
              </a:defRPr>
            </a:lvl5pPr>
            <a:lvl6pPr lvl="5" rtl="0">
              <a:spcBef>
                <a:spcPts val="0"/>
              </a:spcBef>
              <a:spcAft>
                <a:spcPts val="0"/>
              </a:spcAft>
              <a:buSzPts val="2100"/>
              <a:buFont typeface="Montserrat"/>
              <a:buNone/>
              <a:defRPr sz="2100" b="1">
                <a:latin typeface="Montserrat"/>
                <a:ea typeface="Montserrat"/>
                <a:cs typeface="Montserrat"/>
                <a:sym typeface="Montserrat"/>
              </a:defRPr>
            </a:lvl6pPr>
            <a:lvl7pPr lvl="6" rtl="0">
              <a:spcBef>
                <a:spcPts val="0"/>
              </a:spcBef>
              <a:spcAft>
                <a:spcPts val="0"/>
              </a:spcAft>
              <a:buSzPts val="2100"/>
              <a:buFont typeface="Montserrat"/>
              <a:buNone/>
              <a:defRPr sz="2100" b="1">
                <a:latin typeface="Montserrat"/>
                <a:ea typeface="Montserrat"/>
                <a:cs typeface="Montserrat"/>
                <a:sym typeface="Montserrat"/>
              </a:defRPr>
            </a:lvl7pPr>
            <a:lvl8pPr lvl="7" rtl="0">
              <a:spcBef>
                <a:spcPts val="0"/>
              </a:spcBef>
              <a:spcAft>
                <a:spcPts val="0"/>
              </a:spcAft>
              <a:buSzPts val="2100"/>
              <a:buFont typeface="Montserrat"/>
              <a:buNone/>
              <a:defRPr sz="2100" b="1">
                <a:latin typeface="Montserrat"/>
                <a:ea typeface="Montserrat"/>
                <a:cs typeface="Montserrat"/>
                <a:sym typeface="Montserrat"/>
              </a:defRPr>
            </a:lvl8pPr>
            <a:lvl9pPr lvl="8"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
        <p:nvSpPr>
          <p:cNvPr id="130" name="Google Shape;130;p27"/>
          <p:cNvSpPr txBox="1">
            <a:spLocks noGrp="1"/>
          </p:cNvSpPr>
          <p:nvPr>
            <p:ph type="subTitle" idx="1"/>
          </p:nvPr>
        </p:nvSpPr>
        <p:spPr>
          <a:xfrm flipH="1">
            <a:off x="893700" y="2797725"/>
            <a:ext cx="2859000" cy="8430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3">
  <p:cSld name="CUSTOM_19_1">
    <p:spTree>
      <p:nvGrpSpPr>
        <p:cNvPr id="1" name="Shape 131"/>
        <p:cNvGrpSpPr/>
        <p:nvPr/>
      </p:nvGrpSpPr>
      <p:grpSpPr>
        <a:xfrm>
          <a:off x="0" y="0"/>
          <a:ext cx="0" cy="0"/>
          <a:chOff x="0" y="0"/>
          <a:chExt cx="0" cy="0"/>
        </a:xfrm>
      </p:grpSpPr>
      <p:sp>
        <p:nvSpPr>
          <p:cNvPr id="132" name="Google Shape;132;p28"/>
          <p:cNvSpPr txBox="1">
            <a:spLocks noGrp="1"/>
          </p:cNvSpPr>
          <p:nvPr>
            <p:ph type="title"/>
          </p:nvPr>
        </p:nvSpPr>
        <p:spPr>
          <a:xfrm>
            <a:off x="715403" y="1499800"/>
            <a:ext cx="3546900" cy="16434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1pPr>
            <a:lvl2pPr lvl="1" rtl="0">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2pPr>
            <a:lvl3pPr lvl="2" rtl="0">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3pPr>
            <a:lvl4pPr lvl="3" rtl="0">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4pPr>
            <a:lvl5pPr lvl="4" rtl="0">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5pPr>
            <a:lvl6pPr lvl="5" rtl="0">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6pPr>
            <a:lvl7pPr lvl="6" rtl="0">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7pPr>
            <a:lvl8pPr lvl="7" rtl="0">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8pPr>
            <a:lvl9pPr lvl="8" rtl="0">
              <a:spcBef>
                <a:spcPts val="0"/>
              </a:spcBef>
              <a:spcAft>
                <a:spcPts val="0"/>
              </a:spcAft>
              <a:buClr>
                <a:schemeClr val="dk2"/>
              </a:buClr>
              <a:buSzPts val="5000"/>
              <a:buFont typeface="Playfair Display"/>
              <a:buNone/>
              <a:defRPr sz="5000">
                <a:solidFill>
                  <a:schemeClr val="dk2"/>
                </a:solidFill>
                <a:latin typeface="Playfair Display"/>
                <a:ea typeface="Playfair Display"/>
                <a:cs typeface="Playfair Display"/>
                <a:sym typeface="Playfair Display"/>
              </a:defRPr>
            </a:lvl9pPr>
          </a:lstStyle>
          <a:p>
            <a:endParaRPr/>
          </a:p>
        </p:txBody>
      </p:sp>
      <p:sp>
        <p:nvSpPr>
          <p:cNvPr id="133" name="Google Shape;133;p28"/>
          <p:cNvSpPr txBox="1">
            <a:spLocks noGrp="1"/>
          </p:cNvSpPr>
          <p:nvPr>
            <p:ph type="subTitle" idx="1"/>
          </p:nvPr>
        </p:nvSpPr>
        <p:spPr>
          <a:xfrm>
            <a:off x="713225" y="3070700"/>
            <a:ext cx="3546900" cy="57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134" name="Google Shape;134;p28"/>
          <p:cNvSpPr/>
          <p:nvPr/>
        </p:nvSpPr>
        <p:spPr>
          <a:xfrm>
            <a:off x="4572000" y="0"/>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4">
  <p:cSld name="TITLE_AND_BODY_1">
    <p:bg>
      <p:bgPr>
        <a:solidFill>
          <a:schemeClr val="dk2"/>
        </a:solidFill>
        <a:effectLst/>
      </p:bgPr>
    </p:bg>
    <p:spTree>
      <p:nvGrpSpPr>
        <p:cNvPr id="1" name="Shape 135"/>
        <p:cNvGrpSpPr/>
        <p:nvPr/>
      </p:nvGrpSpPr>
      <p:grpSpPr>
        <a:xfrm>
          <a:off x="0" y="0"/>
          <a:ext cx="0" cy="0"/>
          <a:chOff x="0" y="0"/>
          <a:chExt cx="0" cy="0"/>
        </a:xfrm>
      </p:grpSpPr>
      <p:sp>
        <p:nvSpPr>
          <p:cNvPr id="136" name="Google Shape;136;p29"/>
          <p:cNvSpPr txBox="1">
            <a:spLocks noGrp="1"/>
          </p:cNvSpPr>
          <p:nvPr>
            <p:ph type="title"/>
          </p:nvPr>
        </p:nvSpPr>
        <p:spPr>
          <a:xfrm>
            <a:off x="713250" y="539400"/>
            <a:ext cx="7717500" cy="546000"/>
          </a:xfrm>
          <a:prstGeom prst="rect">
            <a:avLst/>
          </a:prstGeom>
        </p:spPr>
        <p:txBody>
          <a:bodyPr spcFirstLastPara="1" wrap="square" lIns="91425" tIns="91425" rIns="91425" bIns="91425" anchor="t" anchorCtr="0">
            <a:noAutofit/>
          </a:bodyPr>
          <a:lstStyle>
            <a:lvl1pPr lvl="0" rtl="0">
              <a:spcBef>
                <a:spcPts val="0"/>
              </a:spcBef>
              <a:spcAft>
                <a:spcPts val="0"/>
              </a:spcAft>
              <a:buSzPts val="2100"/>
              <a:buFont typeface="Montserrat"/>
              <a:buNone/>
              <a:defRPr sz="2500" b="1">
                <a:solidFill>
                  <a:schemeClr val="lt1"/>
                </a:solidFill>
                <a:latin typeface="Playfair Display"/>
                <a:ea typeface="Playfair Display"/>
                <a:cs typeface="Playfair Display"/>
                <a:sym typeface="Playfair Display"/>
              </a:defRPr>
            </a:lvl1pPr>
            <a:lvl2pPr lvl="1" rtl="0">
              <a:spcBef>
                <a:spcPts val="0"/>
              </a:spcBef>
              <a:spcAft>
                <a:spcPts val="0"/>
              </a:spcAft>
              <a:buSzPts val="2100"/>
              <a:buFont typeface="Montserrat"/>
              <a:buNone/>
              <a:defRPr sz="2100" b="1">
                <a:latin typeface="Montserrat"/>
                <a:ea typeface="Montserrat"/>
                <a:cs typeface="Montserrat"/>
                <a:sym typeface="Montserrat"/>
              </a:defRPr>
            </a:lvl2pPr>
            <a:lvl3pPr lvl="2" rtl="0">
              <a:spcBef>
                <a:spcPts val="0"/>
              </a:spcBef>
              <a:spcAft>
                <a:spcPts val="0"/>
              </a:spcAft>
              <a:buSzPts val="2100"/>
              <a:buFont typeface="Montserrat"/>
              <a:buNone/>
              <a:defRPr sz="2100" b="1">
                <a:latin typeface="Montserrat"/>
                <a:ea typeface="Montserrat"/>
                <a:cs typeface="Montserrat"/>
                <a:sym typeface="Montserrat"/>
              </a:defRPr>
            </a:lvl3pPr>
            <a:lvl4pPr lvl="3" rtl="0">
              <a:spcBef>
                <a:spcPts val="0"/>
              </a:spcBef>
              <a:spcAft>
                <a:spcPts val="0"/>
              </a:spcAft>
              <a:buSzPts val="2100"/>
              <a:buFont typeface="Montserrat"/>
              <a:buNone/>
              <a:defRPr sz="2100" b="1">
                <a:latin typeface="Montserrat"/>
                <a:ea typeface="Montserrat"/>
                <a:cs typeface="Montserrat"/>
                <a:sym typeface="Montserrat"/>
              </a:defRPr>
            </a:lvl4pPr>
            <a:lvl5pPr lvl="4" rtl="0">
              <a:spcBef>
                <a:spcPts val="0"/>
              </a:spcBef>
              <a:spcAft>
                <a:spcPts val="0"/>
              </a:spcAft>
              <a:buSzPts val="2100"/>
              <a:buFont typeface="Montserrat"/>
              <a:buNone/>
              <a:defRPr sz="2100" b="1">
                <a:latin typeface="Montserrat"/>
                <a:ea typeface="Montserrat"/>
                <a:cs typeface="Montserrat"/>
                <a:sym typeface="Montserrat"/>
              </a:defRPr>
            </a:lvl5pPr>
            <a:lvl6pPr lvl="5" rtl="0">
              <a:spcBef>
                <a:spcPts val="0"/>
              </a:spcBef>
              <a:spcAft>
                <a:spcPts val="0"/>
              </a:spcAft>
              <a:buSzPts val="2100"/>
              <a:buFont typeface="Montserrat"/>
              <a:buNone/>
              <a:defRPr sz="2100" b="1">
                <a:latin typeface="Montserrat"/>
                <a:ea typeface="Montserrat"/>
                <a:cs typeface="Montserrat"/>
                <a:sym typeface="Montserrat"/>
              </a:defRPr>
            </a:lvl6pPr>
            <a:lvl7pPr lvl="6" rtl="0">
              <a:spcBef>
                <a:spcPts val="0"/>
              </a:spcBef>
              <a:spcAft>
                <a:spcPts val="0"/>
              </a:spcAft>
              <a:buSzPts val="2100"/>
              <a:buFont typeface="Montserrat"/>
              <a:buNone/>
              <a:defRPr sz="2100" b="1">
                <a:latin typeface="Montserrat"/>
                <a:ea typeface="Montserrat"/>
                <a:cs typeface="Montserrat"/>
                <a:sym typeface="Montserrat"/>
              </a:defRPr>
            </a:lvl7pPr>
            <a:lvl8pPr lvl="7" rtl="0">
              <a:spcBef>
                <a:spcPts val="0"/>
              </a:spcBef>
              <a:spcAft>
                <a:spcPts val="0"/>
              </a:spcAft>
              <a:buSzPts val="2100"/>
              <a:buFont typeface="Montserrat"/>
              <a:buNone/>
              <a:defRPr sz="2100" b="1">
                <a:latin typeface="Montserrat"/>
                <a:ea typeface="Montserrat"/>
                <a:cs typeface="Montserrat"/>
                <a:sym typeface="Montserrat"/>
              </a:defRPr>
            </a:lvl8pPr>
            <a:lvl9pPr lvl="8"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
        <p:nvSpPr>
          <p:cNvPr id="137" name="Google Shape;137;p29"/>
          <p:cNvSpPr txBox="1">
            <a:spLocks noGrp="1"/>
          </p:cNvSpPr>
          <p:nvPr>
            <p:ph type="body" idx="1"/>
          </p:nvPr>
        </p:nvSpPr>
        <p:spPr>
          <a:xfrm>
            <a:off x="713225" y="1203425"/>
            <a:ext cx="7717500" cy="33960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Clr>
                <a:schemeClr val="lt1"/>
              </a:buClr>
              <a:buSzPts val="1000"/>
              <a:buChar char="●"/>
              <a:defRPr sz="1200">
                <a:solidFill>
                  <a:schemeClr val="lt1"/>
                </a:solidFill>
              </a:defRPr>
            </a:lvl1pPr>
            <a:lvl2pPr marL="914400" lvl="1" indent="-292100" rtl="0">
              <a:spcBef>
                <a:spcPts val="0"/>
              </a:spcBef>
              <a:spcAft>
                <a:spcPts val="0"/>
              </a:spcAft>
              <a:buClr>
                <a:schemeClr val="lt1"/>
              </a:buClr>
              <a:buSzPts val="1000"/>
              <a:buFont typeface="Roboto Condensed Light"/>
              <a:buChar char="○"/>
              <a:defRPr sz="1200">
                <a:solidFill>
                  <a:schemeClr val="lt1"/>
                </a:solidFill>
              </a:defRPr>
            </a:lvl2pPr>
            <a:lvl3pPr marL="1371600" lvl="2" indent="-292100" rtl="0">
              <a:spcBef>
                <a:spcPts val="0"/>
              </a:spcBef>
              <a:spcAft>
                <a:spcPts val="0"/>
              </a:spcAft>
              <a:buClr>
                <a:schemeClr val="lt1"/>
              </a:buClr>
              <a:buSzPts val="1000"/>
              <a:buFont typeface="Roboto Condensed Light"/>
              <a:buChar char="■"/>
              <a:defRPr sz="1200">
                <a:solidFill>
                  <a:schemeClr val="lt1"/>
                </a:solidFill>
              </a:defRPr>
            </a:lvl3pPr>
            <a:lvl4pPr marL="1828800" lvl="3" indent="-292100" rtl="0">
              <a:spcBef>
                <a:spcPts val="0"/>
              </a:spcBef>
              <a:spcAft>
                <a:spcPts val="0"/>
              </a:spcAft>
              <a:buClr>
                <a:schemeClr val="lt1"/>
              </a:buClr>
              <a:buSzPts val="1000"/>
              <a:buFont typeface="Roboto Condensed Light"/>
              <a:buChar char="●"/>
              <a:defRPr sz="1200">
                <a:solidFill>
                  <a:schemeClr val="lt1"/>
                </a:solidFill>
              </a:defRPr>
            </a:lvl4pPr>
            <a:lvl5pPr marL="2286000" lvl="4" indent="-292100" rtl="0">
              <a:spcBef>
                <a:spcPts val="0"/>
              </a:spcBef>
              <a:spcAft>
                <a:spcPts val="0"/>
              </a:spcAft>
              <a:buClr>
                <a:schemeClr val="lt1"/>
              </a:buClr>
              <a:buSzPts val="1000"/>
              <a:buFont typeface="Roboto Condensed Light"/>
              <a:buChar char="○"/>
              <a:defRPr sz="1200">
                <a:solidFill>
                  <a:schemeClr val="lt1"/>
                </a:solidFill>
              </a:defRPr>
            </a:lvl5pPr>
            <a:lvl6pPr marL="2743200" lvl="5" indent="-292100" rtl="0">
              <a:spcBef>
                <a:spcPts val="0"/>
              </a:spcBef>
              <a:spcAft>
                <a:spcPts val="0"/>
              </a:spcAft>
              <a:buClr>
                <a:schemeClr val="lt1"/>
              </a:buClr>
              <a:buSzPts val="1000"/>
              <a:buFont typeface="Roboto Condensed Light"/>
              <a:buChar char="■"/>
              <a:defRPr sz="1200">
                <a:solidFill>
                  <a:schemeClr val="lt1"/>
                </a:solidFill>
              </a:defRPr>
            </a:lvl6pPr>
            <a:lvl7pPr marL="3200400" lvl="6" indent="-292100" rtl="0">
              <a:spcBef>
                <a:spcPts val="0"/>
              </a:spcBef>
              <a:spcAft>
                <a:spcPts val="0"/>
              </a:spcAft>
              <a:buClr>
                <a:schemeClr val="lt1"/>
              </a:buClr>
              <a:buSzPts val="1000"/>
              <a:buFont typeface="Roboto Condensed Light"/>
              <a:buChar char="●"/>
              <a:defRPr sz="1200">
                <a:solidFill>
                  <a:schemeClr val="lt1"/>
                </a:solidFill>
              </a:defRPr>
            </a:lvl7pPr>
            <a:lvl8pPr marL="3657600" lvl="7" indent="-292100" rtl="0">
              <a:spcBef>
                <a:spcPts val="0"/>
              </a:spcBef>
              <a:spcAft>
                <a:spcPts val="0"/>
              </a:spcAft>
              <a:buClr>
                <a:schemeClr val="lt1"/>
              </a:buClr>
              <a:buSzPts val="1000"/>
              <a:buFont typeface="Roboto Condensed Light"/>
              <a:buChar char="○"/>
              <a:defRPr sz="1200">
                <a:solidFill>
                  <a:schemeClr val="lt1"/>
                </a:solidFill>
              </a:defRPr>
            </a:lvl8pPr>
            <a:lvl9pPr marL="4114800" lvl="8" indent="-292100" rtl="0">
              <a:spcBef>
                <a:spcPts val="0"/>
              </a:spcBef>
              <a:spcAft>
                <a:spcPts val="0"/>
              </a:spcAft>
              <a:buClr>
                <a:schemeClr val="lt1"/>
              </a:buClr>
              <a:buSzPts val="1000"/>
              <a:buFont typeface="Roboto Condensed Light"/>
              <a:buChar char="■"/>
              <a:defRPr sz="1200">
                <a:solidFill>
                  <a:schemeClr val="lt1"/>
                </a:solidFill>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5">
  <p:cSld name="CUSTOM_19_1_1">
    <p:spTree>
      <p:nvGrpSpPr>
        <p:cNvPr id="1" name="Shape 138"/>
        <p:cNvGrpSpPr/>
        <p:nvPr/>
      </p:nvGrpSpPr>
      <p:grpSpPr>
        <a:xfrm>
          <a:off x="0" y="0"/>
          <a:ext cx="0" cy="0"/>
          <a:chOff x="0" y="0"/>
          <a:chExt cx="0" cy="0"/>
        </a:xfrm>
      </p:grpSpPr>
      <p:sp>
        <p:nvSpPr>
          <p:cNvPr id="139" name="Google Shape;139;p30"/>
          <p:cNvSpPr/>
          <p:nvPr/>
        </p:nvSpPr>
        <p:spPr>
          <a:xfrm>
            <a:off x="2275" y="-6400"/>
            <a:ext cx="32304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0"/>
          <p:cNvSpPr/>
          <p:nvPr/>
        </p:nvSpPr>
        <p:spPr>
          <a:xfrm>
            <a:off x="5896500" y="-6400"/>
            <a:ext cx="32475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0"/>
          <p:cNvSpPr/>
          <p:nvPr/>
        </p:nvSpPr>
        <p:spPr>
          <a:xfrm>
            <a:off x="713225" y="539500"/>
            <a:ext cx="7717500" cy="405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0"/>
          <p:cNvSpPr txBox="1">
            <a:spLocks noGrp="1"/>
          </p:cNvSpPr>
          <p:nvPr>
            <p:ph type="title"/>
          </p:nvPr>
        </p:nvSpPr>
        <p:spPr>
          <a:xfrm>
            <a:off x="1851825" y="1267875"/>
            <a:ext cx="5447100" cy="2144100"/>
          </a:xfrm>
          <a:prstGeom prst="rect">
            <a:avLst/>
          </a:prstGeom>
        </p:spPr>
        <p:txBody>
          <a:bodyPr spcFirstLastPara="1" wrap="square" lIns="91425" tIns="91425" rIns="91425" bIns="91425" anchor="b" anchorCtr="0">
            <a:noAutofit/>
          </a:bodyPr>
          <a:lstStyle>
            <a:lvl1pPr lvl="0" rtl="0">
              <a:spcBef>
                <a:spcPts val="0"/>
              </a:spcBef>
              <a:spcAft>
                <a:spcPts val="0"/>
              </a:spcAft>
              <a:buSzPts val="5000"/>
              <a:buFont typeface="Playfair Display"/>
              <a:buNone/>
              <a:defRPr sz="13000" b="1">
                <a:latin typeface="Playfair Display"/>
                <a:ea typeface="Playfair Display"/>
                <a:cs typeface="Playfair Display"/>
                <a:sym typeface="Playfair Display"/>
              </a:defRPr>
            </a:lvl1pPr>
            <a:lvl2pPr lvl="1" rtl="0">
              <a:spcBef>
                <a:spcPts val="0"/>
              </a:spcBef>
              <a:spcAft>
                <a:spcPts val="0"/>
              </a:spcAft>
              <a:buSzPts val="5000"/>
              <a:buFont typeface="Playfair Display"/>
              <a:buNone/>
              <a:defRPr sz="5000">
                <a:latin typeface="Playfair Display"/>
                <a:ea typeface="Playfair Display"/>
                <a:cs typeface="Playfair Display"/>
                <a:sym typeface="Playfair Display"/>
              </a:defRPr>
            </a:lvl2pPr>
            <a:lvl3pPr lvl="2" rtl="0">
              <a:spcBef>
                <a:spcPts val="0"/>
              </a:spcBef>
              <a:spcAft>
                <a:spcPts val="0"/>
              </a:spcAft>
              <a:buSzPts val="5000"/>
              <a:buFont typeface="Playfair Display"/>
              <a:buNone/>
              <a:defRPr sz="5000">
                <a:latin typeface="Playfair Display"/>
                <a:ea typeface="Playfair Display"/>
                <a:cs typeface="Playfair Display"/>
                <a:sym typeface="Playfair Display"/>
              </a:defRPr>
            </a:lvl3pPr>
            <a:lvl4pPr lvl="3" rtl="0">
              <a:spcBef>
                <a:spcPts val="0"/>
              </a:spcBef>
              <a:spcAft>
                <a:spcPts val="0"/>
              </a:spcAft>
              <a:buSzPts val="5000"/>
              <a:buFont typeface="Playfair Display"/>
              <a:buNone/>
              <a:defRPr sz="5000">
                <a:latin typeface="Playfair Display"/>
                <a:ea typeface="Playfair Display"/>
                <a:cs typeface="Playfair Display"/>
                <a:sym typeface="Playfair Display"/>
              </a:defRPr>
            </a:lvl4pPr>
            <a:lvl5pPr lvl="4" rtl="0">
              <a:spcBef>
                <a:spcPts val="0"/>
              </a:spcBef>
              <a:spcAft>
                <a:spcPts val="0"/>
              </a:spcAft>
              <a:buSzPts val="5000"/>
              <a:buFont typeface="Playfair Display"/>
              <a:buNone/>
              <a:defRPr sz="5000">
                <a:latin typeface="Playfair Display"/>
                <a:ea typeface="Playfair Display"/>
                <a:cs typeface="Playfair Display"/>
                <a:sym typeface="Playfair Display"/>
              </a:defRPr>
            </a:lvl5pPr>
            <a:lvl6pPr lvl="5" rtl="0">
              <a:spcBef>
                <a:spcPts val="0"/>
              </a:spcBef>
              <a:spcAft>
                <a:spcPts val="0"/>
              </a:spcAft>
              <a:buSzPts val="5000"/>
              <a:buFont typeface="Playfair Display"/>
              <a:buNone/>
              <a:defRPr sz="5000">
                <a:latin typeface="Playfair Display"/>
                <a:ea typeface="Playfair Display"/>
                <a:cs typeface="Playfair Display"/>
                <a:sym typeface="Playfair Display"/>
              </a:defRPr>
            </a:lvl6pPr>
            <a:lvl7pPr lvl="6" rtl="0">
              <a:spcBef>
                <a:spcPts val="0"/>
              </a:spcBef>
              <a:spcAft>
                <a:spcPts val="0"/>
              </a:spcAft>
              <a:buSzPts val="5000"/>
              <a:buFont typeface="Playfair Display"/>
              <a:buNone/>
              <a:defRPr sz="5000">
                <a:latin typeface="Playfair Display"/>
                <a:ea typeface="Playfair Display"/>
                <a:cs typeface="Playfair Display"/>
                <a:sym typeface="Playfair Display"/>
              </a:defRPr>
            </a:lvl7pPr>
            <a:lvl8pPr lvl="7" rtl="0">
              <a:spcBef>
                <a:spcPts val="0"/>
              </a:spcBef>
              <a:spcAft>
                <a:spcPts val="0"/>
              </a:spcAft>
              <a:buSzPts val="5000"/>
              <a:buFont typeface="Playfair Display"/>
              <a:buNone/>
              <a:defRPr sz="5000">
                <a:latin typeface="Playfair Display"/>
                <a:ea typeface="Playfair Display"/>
                <a:cs typeface="Playfair Display"/>
                <a:sym typeface="Playfair Display"/>
              </a:defRPr>
            </a:lvl8pPr>
            <a:lvl9pPr lvl="8" rtl="0">
              <a:spcBef>
                <a:spcPts val="0"/>
              </a:spcBef>
              <a:spcAft>
                <a:spcPts val="0"/>
              </a:spcAft>
              <a:buSzPts val="5000"/>
              <a:buFont typeface="Playfair Display"/>
              <a:buNone/>
              <a:defRPr sz="5000">
                <a:latin typeface="Playfair Display"/>
                <a:ea typeface="Playfair Display"/>
                <a:cs typeface="Playfair Display"/>
                <a:sym typeface="Playfair Display"/>
              </a:defRPr>
            </a:lvl9pPr>
          </a:lstStyle>
          <a:p>
            <a:endParaRPr/>
          </a:p>
        </p:txBody>
      </p:sp>
      <p:sp>
        <p:nvSpPr>
          <p:cNvPr id="143" name="Google Shape;143;p30"/>
          <p:cNvSpPr txBox="1">
            <a:spLocks noGrp="1"/>
          </p:cNvSpPr>
          <p:nvPr>
            <p:ph type="subTitle" idx="1"/>
          </p:nvPr>
        </p:nvSpPr>
        <p:spPr>
          <a:xfrm>
            <a:off x="1848450" y="3187125"/>
            <a:ext cx="5447100" cy="68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a:buNone/>
              <a:defRPr sz="1600">
                <a:solidFill>
                  <a:schemeClr val="dk1"/>
                </a:solidFill>
                <a:latin typeface="Montserrat"/>
                <a:ea typeface="Montserrat"/>
                <a:cs typeface="Montserrat"/>
                <a:sym typeface="Montserrat"/>
              </a:defRPr>
            </a:lvl1pPr>
            <a:lvl2pPr lvl="1"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6">
  <p:cSld name="SECTION_TITLE_AND_DESCRIPTION_1">
    <p:bg>
      <p:bgPr>
        <a:solidFill>
          <a:schemeClr val="dk2"/>
        </a:solidFill>
        <a:effectLst/>
      </p:bgPr>
    </p:bg>
    <p:spTree>
      <p:nvGrpSpPr>
        <p:cNvPr id="1" name="Shape 144"/>
        <p:cNvGrpSpPr/>
        <p:nvPr/>
      </p:nvGrpSpPr>
      <p:grpSpPr>
        <a:xfrm>
          <a:off x="0" y="0"/>
          <a:ext cx="0" cy="0"/>
          <a:chOff x="0" y="0"/>
          <a:chExt cx="0" cy="0"/>
        </a:xfrm>
      </p:grpSpPr>
      <p:sp>
        <p:nvSpPr>
          <p:cNvPr id="145" name="Google Shape;145;p31"/>
          <p:cNvSpPr/>
          <p:nvPr/>
        </p:nvSpPr>
        <p:spPr>
          <a:xfrm>
            <a:off x="713225" y="539500"/>
            <a:ext cx="7717500" cy="405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1"/>
          <p:cNvSpPr txBox="1">
            <a:spLocks noGrp="1"/>
          </p:cNvSpPr>
          <p:nvPr>
            <p:ph type="body" idx="1"/>
          </p:nvPr>
        </p:nvSpPr>
        <p:spPr>
          <a:xfrm>
            <a:off x="2114400" y="1928551"/>
            <a:ext cx="4915200" cy="21741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2"/>
              </a:buClr>
              <a:buSzPts val="1400"/>
              <a:buChar char="●"/>
              <a:defRPr/>
            </a:lvl1pPr>
            <a:lvl2pPr marL="914400" lvl="1" indent="-317500" rtl="0">
              <a:spcBef>
                <a:spcPts val="100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47" name="Google Shape;147;p31"/>
          <p:cNvSpPr txBox="1">
            <a:spLocks noGrp="1"/>
          </p:cNvSpPr>
          <p:nvPr>
            <p:ph type="title"/>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ext 7">
  <p:cSld name="BLANK_1_2_1">
    <p:spTree>
      <p:nvGrpSpPr>
        <p:cNvPr id="1" name="Shape 148"/>
        <p:cNvGrpSpPr/>
        <p:nvPr/>
      </p:nvGrpSpPr>
      <p:grpSpPr>
        <a:xfrm>
          <a:off x="0" y="0"/>
          <a:ext cx="0" cy="0"/>
          <a:chOff x="0" y="0"/>
          <a:chExt cx="0" cy="0"/>
        </a:xfrm>
      </p:grpSpPr>
      <p:sp>
        <p:nvSpPr>
          <p:cNvPr id="149" name="Google Shape;149;p32"/>
          <p:cNvSpPr/>
          <p:nvPr/>
        </p:nvSpPr>
        <p:spPr>
          <a:xfrm flipH="1">
            <a:off x="0" y="0"/>
            <a:ext cx="26151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2"/>
          <p:cNvSpPr txBox="1">
            <a:spLocks noGrp="1"/>
          </p:cNvSpPr>
          <p:nvPr>
            <p:ph type="subTitle" idx="1"/>
          </p:nvPr>
        </p:nvSpPr>
        <p:spPr>
          <a:xfrm flipH="1">
            <a:off x="4571571" y="2537850"/>
            <a:ext cx="3547800" cy="100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51" name="Google Shape;151;p32"/>
          <p:cNvSpPr txBox="1">
            <a:spLocks noGrp="1"/>
          </p:cNvSpPr>
          <p:nvPr>
            <p:ph type="title"/>
          </p:nvPr>
        </p:nvSpPr>
        <p:spPr>
          <a:xfrm flipH="1">
            <a:off x="4571571" y="1595850"/>
            <a:ext cx="3545400" cy="9420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500"/>
              <a:buNone/>
              <a:defRPr b="1"/>
            </a:lvl1pPr>
            <a:lvl2pPr lvl="1" algn="r" rtl="0">
              <a:spcBef>
                <a:spcPts val="0"/>
              </a:spcBef>
              <a:spcAft>
                <a:spcPts val="0"/>
              </a:spcAft>
              <a:buSzPts val="2500"/>
              <a:buNone/>
              <a:defRPr b="1"/>
            </a:lvl2pPr>
            <a:lvl3pPr lvl="2" algn="r" rtl="0">
              <a:spcBef>
                <a:spcPts val="0"/>
              </a:spcBef>
              <a:spcAft>
                <a:spcPts val="0"/>
              </a:spcAft>
              <a:buSzPts val="2500"/>
              <a:buNone/>
              <a:defRPr b="1"/>
            </a:lvl3pPr>
            <a:lvl4pPr lvl="3" algn="r" rtl="0">
              <a:spcBef>
                <a:spcPts val="0"/>
              </a:spcBef>
              <a:spcAft>
                <a:spcPts val="0"/>
              </a:spcAft>
              <a:buSzPts val="2500"/>
              <a:buNone/>
              <a:defRPr b="1"/>
            </a:lvl4pPr>
            <a:lvl5pPr lvl="4" algn="r" rtl="0">
              <a:spcBef>
                <a:spcPts val="0"/>
              </a:spcBef>
              <a:spcAft>
                <a:spcPts val="0"/>
              </a:spcAft>
              <a:buSzPts val="2500"/>
              <a:buNone/>
              <a:defRPr b="1"/>
            </a:lvl5pPr>
            <a:lvl6pPr lvl="5" algn="r" rtl="0">
              <a:spcBef>
                <a:spcPts val="0"/>
              </a:spcBef>
              <a:spcAft>
                <a:spcPts val="0"/>
              </a:spcAft>
              <a:buSzPts val="2500"/>
              <a:buNone/>
              <a:defRPr b="1"/>
            </a:lvl6pPr>
            <a:lvl7pPr lvl="6" algn="r" rtl="0">
              <a:spcBef>
                <a:spcPts val="0"/>
              </a:spcBef>
              <a:spcAft>
                <a:spcPts val="0"/>
              </a:spcAft>
              <a:buSzPts val="2500"/>
              <a:buNone/>
              <a:defRPr b="1"/>
            </a:lvl7pPr>
            <a:lvl8pPr lvl="7" algn="r" rtl="0">
              <a:spcBef>
                <a:spcPts val="0"/>
              </a:spcBef>
              <a:spcAft>
                <a:spcPts val="0"/>
              </a:spcAft>
              <a:buSzPts val="2500"/>
              <a:buNone/>
              <a:defRPr b="1"/>
            </a:lvl8pPr>
            <a:lvl9pPr lvl="8" algn="r" rtl="0">
              <a:spcBef>
                <a:spcPts val="0"/>
              </a:spcBef>
              <a:spcAft>
                <a:spcPts val="0"/>
              </a:spcAft>
              <a:buSzPts val="2500"/>
              <a:buNone/>
              <a:defRPr b="1"/>
            </a:lvl9pPr>
          </a:lstStyle>
          <a:p>
            <a:endParaRPr/>
          </a:p>
        </p:txBody>
      </p:sp>
      <p:sp>
        <p:nvSpPr>
          <p:cNvPr id="152" name="Google Shape;152;p32"/>
          <p:cNvSpPr>
            <a:spLocks noGrp="1"/>
          </p:cNvSpPr>
          <p:nvPr>
            <p:ph type="pic" idx="2"/>
          </p:nvPr>
        </p:nvSpPr>
        <p:spPr>
          <a:xfrm>
            <a:off x="1031350" y="539500"/>
            <a:ext cx="3185400" cy="4064400"/>
          </a:xfrm>
          <a:prstGeom prst="rect">
            <a:avLst/>
          </a:prstGeom>
          <a:noFill/>
          <a:ln>
            <a:noFill/>
          </a:ln>
        </p:spPr>
      </p:sp>
      <p:sp>
        <p:nvSpPr>
          <p:cNvPr id="153" name="Google Shape;153;p32"/>
          <p:cNvSpPr/>
          <p:nvPr/>
        </p:nvSpPr>
        <p:spPr>
          <a:xfrm flipH="1">
            <a:off x="8430850" y="-35875"/>
            <a:ext cx="713100" cy="5179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ext 8">
  <p:cSld name="BLANK_1_2_1_1">
    <p:spTree>
      <p:nvGrpSpPr>
        <p:cNvPr id="1" name="Shape 154"/>
        <p:cNvGrpSpPr/>
        <p:nvPr/>
      </p:nvGrpSpPr>
      <p:grpSpPr>
        <a:xfrm>
          <a:off x="0" y="0"/>
          <a:ext cx="0" cy="0"/>
          <a:chOff x="0" y="0"/>
          <a:chExt cx="0" cy="0"/>
        </a:xfrm>
      </p:grpSpPr>
      <p:sp>
        <p:nvSpPr>
          <p:cNvPr id="155" name="Google Shape;155;p33"/>
          <p:cNvSpPr/>
          <p:nvPr/>
        </p:nvSpPr>
        <p:spPr>
          <a:xfrm>
            <a:off x="75" y="-64600"/>
            <a:ext cx="9144000" cy="603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33"/>
          <p:cNvSpPr/>
          <p:nvPr/>
        </p:nvSpPr>
        <p:spPr>
          <a:xfrm rot="10800000">
            <a:off x="100" y="4590046"/>
            <a:ext cx="9144000" cy="565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3"/>
          <p:cNvSpPr txBox="1">
            <a:spLocks noGrp="1"/>
          </p:cNvSpPr>
          <p:nvPr>
            <p:ph type="subTitle" idx="1"/>
          </p:nvPr>
        </p:nvSpPr>
        <p:spPr>
          <a:xfrm flipH="1">
            <a:off x="4837463" y="3437225"/>
            <a:ext cx="3150300" cy="1009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8" name="Google Shape;158;p33"/>
          <p:cNvSpPr txBox="1">
            <a:spLocks noGrp="1"/>
          </p:cNvSpPr>
          <p:nvPr>
            <p:ph type="title"/>
          </p:nvPr>
        </p:nvSpPr>
        <p:spPr>
          <a:xfrm flipH="1">
            <a:off x="1156188" y="3471125"/>
            <a:ext cx="3545400" cy="94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500"/>
              <a:buNone/>
              <a:defRPr b="1"/>
            </a:lvl1pPr>
            <a:lvl2pPr lvl="1" algn="r" rtl="0">
              <a:spcBef>
                <a:spcPts val="0"/>
              </a:spcBef>
              <a:spcAft>
                <a:spcPts val="0"/>
              </a:spcAft>
              <a:buSzPts val="2500"/>
              <a:buNone/>
              <a:defRPr b="1"/>
            </a:lvl2pPr>
            <a:lvl3pPr lvl="2" algn="r" rtl="0">
              <a:spcBef>
                <a:spcPts val="0"/>
              </a:spcBef>
              <a:spcAft>
                <a:spcPts val="0"/>
              </a:spcAft>
              <a:buSzPts val="2500"/>
              <a:buNone/>
              <a:defRPr b="1"/>
            </a:lvl3pPr>
            <a:lvl4pPr lvl="3" algn="r" rtl="0">
              <a:spcBef>
                <a:spcPts val="0"/>
              </a:spcBef>
              <a:spcAft>
                <a:spcPts val="0"/>
              </a:spcAft>
              <a:buSzPts val="2500"/>
              <a:buNone/>
              <a:defRPr b="1"/>
            </a:lvl4pPr>
            <a:lvl5pPr lvl="4" algn="r" rtl="0">
              <a:spcBef>
                <a:spcPts val="0"/>
              </a:spcBef>
              <a:spcAft>
                <a:spcPts val="0"/>
              </a:spcAft>
              <a:buSzPts val="2500"/>
              <a:buNone/>
              <a:defRPr b="1"/>
            </a:lvl5pPr>
            <a:lvl6pPr lvl="5" algn="r" rtl="0">
              <a:spcBef>
                <a:spcPts val="0"/>
              </a:spcBef>
              <a:spcAft>
                <a:spcPts val="0"/>
              </a:spcAft>
              <a:buSzPts val="2500"/>
              <a:buNone/>
              <a:defRPr b="1"/>
            </a:lvl6pPr>
            <a:lvl7pPr lvl="6" algn="r" rtl="0">
              <a:spcBef>
                <a:spcPts val="0"/>
              </a:spcBef>
              <a:spcAft>
                <a:spcPts val="0"/>
              </a:spcAft>
              <a:buSzPts val="2500"/>
              <a:buNone/>
              <a:defRPr b="1"/>
            </a:lvl7pPr>
            <a:lvl8pPr lvl="7" algn="r" rtl="0">
              <a:spcBef>
                <a:spcPts val="0"/>
              </a:spcBef>
              <a:spcAft>
                <a:spcPts val="0"/>
              </a:spcAft>
              <a:buSzPts val="2500"/>
              <a:buNone/>
              <a:defRPr b="1"/>
            </a:lvl8pPr>
            <a:lvl9pPr lvl="8" algn="r" rtl="0">
              <a:spcBef>
                <a:spcPts val="0"/>
              </a:spcBef>
              <a:spcAft>
                <a:spcPts val="0"/>
              </a:spcAft>
              <a:buSzPts val="2500"/>
              <a:buNone/>
              <a:defRPr b="1"/>
            </a:lvl9pPr>
          </a:lstStyle>
          <a:p>
            <a:endParaRPr/>
          </a:p>
        </p:txBody>
      </p:sp>
      <p:sp>
        <p:nvSpPr>
          <p:cNvPr id="159" name="Google Shape;159;p33"/>
          <p:cNvSpPr>
            <a:spLocks noGrp="1"/>
          </p:cNvSpPr>
          <p:nvPr>
            <p:ph type="pic" idx="2"/>
          </p:nvPr>
        </p:nvSpPr>
        <p:spPr>
          <a:xfrm>
            <a:off x="713225" y="910400"/>
            <a:ext cx="7717500" cy="2455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ext 9">
  <p:cSld name="SECTION_TITLE_AND_DESCRIPTION_1_1">
    <p:bg>
      <p:bgPr>
        <a:solidFill>
          <a:schemeClr val="dk2"/>
        </a:solidFill>
        <a:effectLst/>
      </p:bgPr>
    </p:bg>
    <p:spTree>
      <p:nvGrpSpPr>
        <p:cNvPr id="1" name="Shape 160"/>
        <p:cNvGrpSpPr/>
        <p:nvPr/>
      </p:nvGrpSpPr>
      <p:grpSpPr>
        <a:xfrm>
          <a:off x="0" y="0"/>
          <a:ext cx="0" cy="0"/>
          <a:chOff x="0" y="0"/>
          <a:chExt cx="0" cy="0"/>
        </a:xfrm>
      </p:grpSpPr>
      <p:sp>
        <p:nvSpPr>
          <p:cNvPr id="161" name="Google Shape;161;p34"/>
          <p:cNvSpPr/>
          <p:nvPr/>
        </p:nvSpPr>
        <p:spPr>
          <a:xfrm>
            <a:off x="713225" y="539500"/>
            <a:ext cx="7717500" cy="405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4"/>
          <p:cNvSpPr txBox="1">
            <a:spLocks noGrp="1"/>
          </p:cNvSpPr>
          <p:nvPr>
            <p:ph type="subTitle" idx="1"/>
          </p:nvPr>
        </p:nvSpPr>
        <p:spPr>
          <a:xfrm>
            <a:off x="1622550" y="3934425"/>
            <a:ext cx="5898900" cy="621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163" name="Google Shape;163;p34"/>
          <p:cNvSpPr txBox="1">
            <a:spLocks noGrp="1"/>
          </p:cNvSpPr>
          <p:nvPr>
            <p:ph type="title"/>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1">
  <p:cSld name="CUSTOM_22_1">
    <p:spTree>
      <p:nvGrpSpPr>
        <p:cNvPr id="1" name="Shape 164"/>
        <p:cNvGrpSpPr/>
        <p:nvPr/>
      </p:nvGrpSpPr>
      <p:grpSpPr>
        <a:xfrm>
          <a:off x="0" y="0"/>
          <a:ext cx="0" cy="0"/>
          <a:chOff x="0" y="0"/>
          <a:chExt cx="0" cy="0"/>
        </a:xfrm>
      </p:grpSpPr>
      <p:sp>
        <p:nvSpPr>
          <p:cNvPr id="165" name="Google Shape;165;p35"/>
          <p:cNvSpPr txBox="1">
            <a:spLocks noGrp="1"/>
          </p:cNvSpPr>
          <p:nvPr>
            <p:ph type="subTitle" idx="1"/>
          </p:nvPr>
        </p:nvSpPr>
        <p:spPr>
          <a:xfrm>
            <a:off x="1244988" y="1897175"/>
            <a:ext cx="3008700" cy="442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2pPr>
            <a:lvl3pPr lvl="2"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3pPr>
            <a:lvl4pPr lvl="3"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4pPr>
            <a:lvl5pPr lvl="4"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5pPr>
            <a:lvl6pPr lvl="5"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6pPr>
            <a:lvl7pPr lvl="6"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7pPr>
            <a:lvl8pPr lvl="7"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8pPr>
            <a:lvl9pPr lvl="8"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9pPr>
          </a:lstStyle>
          <a:p>
            <a:endParaRPr/>
          </a:p>
        </p:txBody>
      </p:sp>
      <p:sp>
        <p:nvSpPr>
          <p:cNvPr id="166" name="Google Shape;166;p35"/>
          <p:cNvSpPr txBox="1">
            <a:spLocks noGrp="1"/>
          </p:cNvSpPr>
          <p:nvPr>
            <p:ph type="subTitle" idx="2"/>
          </p:nvPr>
        </p:nvSpPr>
        <p:spPr>
          <a:xfrm>
            <a:off x="1238525" y="2595325"/>
            <a:ext cx="3008700" cy="1239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167" name="Google Shape;167;p35"/>
          <p:cNvSpPr txBox="1">
            <a:spLocks noGrp="1"/>
          </p:cNvSpPr>
          <p:nvPr>
            <p:ph type="subTitle" idx="3"/>
          </p:nvPr>
        </p:nvSpPr>
        <p:spPr>
          <a:xfrm>
            <a:off x="4893617" y="1897175"/>
            <a:ext cx="3005400" cy="442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2pPr>
            <a:lvl3pPr lvl="2"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3pPr>
            <a:lvl4pPr lvl="3"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4pPr>
            <a:lvl5pPr lvl="4"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5pPr>
            <a:lvl6pPr lvl="5"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6pPr>
            <a:lvl7pPr lvl="6"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7pPr>
            <a:lvl8pPr lvl="7"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8pPr>
            <a:lvl9pPr lvl="8"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9pPr>
          </a:lstStyle>
          <a:p>
            <a:endParaRPr/>
          </a:p>
        </p:txBody>
      </p:sp>
      <p:sp>
        <p:nvSpPr>
          <p:cNvPr id="168" name="Google Shape;168;p35"/>
          <p:cNvSpPr txBox="1">
            <a:spLocks noGrp="1"/>
          </p:cNvSpPr>
          <p:nvPr>
            <p:ph type="subTitle" idx="4"/>
          </p:nvPr>
        </p:nvSpPr>
        <p:spPr>
          <a:xfrm>
            <a:off x="4886911" y="2595325"/>
            <a:ext cx="3008700" cy="1239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169" name="Google Shape;169;p35"/>
          <p:cNvSpPr/>
          <p:nvPr/>
        </p:nvSpPr>
        <p:spPr>
          <a:xfrm>
            <a:off x="-32400" y="-28700"/>
            <a:ext cx="9208800" cy="57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5"/>
          <p:cNvSpPr/>
          <p:nvPr/>
        </p:nvSpPr>
        <p:spPr>
          <a:xfrm rot="10800000">
            <a:off x="-79050" y="4606700"/>
            <a:ext cx="9302100" cy="565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5"/>
          <p:cNvSpPr txBox="1">
            <a:spLocks noGrp="1"/>
          </p:cNvSpPr>
          <p:nvPr>
            <p:ph type="title"/>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wo columns 2">
  <p:cSld name="TITLE_AND_BODY_1_1">
    <p:bg>
      <p:bgPr>
        <a:solidFill>
          <a:schemeClr val="dk2"/>
        </a:solidFill>
        <a:effectLst/>
      </p:bgPr>
    </p:bg>
    <p:spTree>
      <p:nvGrpSpPr>
        <p:cNvPr id="1" name="Shape 172"/>
        <p:cNvGrpSpPr/>
        <p:nvPr/>
      </p:nvGrpSpPr>
      <p:grpSpPr>
        <a:xfrm>
          <a:off x="0" y="0"/>
          <a:ext cx="0" cy="0"/>
          <a:chOff x="0" y="0"/>
          <a:chExt cx="0" cy="0"/>
        </a:xfrm>
      </p:grpSpPr>
      <p:sp>
        <p:nvSpPr>
          <p:cNvPr id="173" name="Google Shape;173;p36"/>
          <p:cNvSpPr txBox="1">
            <a:spLocks noGrp="1"/>
          </p:cNvSpPr>
          <p:nvPr>
            <p:ph type="body" idx="1"/>
          </p:nvPr>
        </p:nvSpPr>
        <p:spPr>
          <a:xfrm>
            <a:off x="713225" y="1203425"/>
            <a:ext cx="3792000" cy="33960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Clr>
                <a:schemeClr val="lt1"/>
              </a:buClr>
              <a:buSzPts val="1000"/>
              <a:buChar char="●"/>
              <a:defRPr sz="1200">
                <a:solidFill>
                  <a:schemeClr val="lt1"/>
                </a:solidFill>
              </a:defRPr>
            </a:lvl1pPr>
            <a:lvl2pPr marL="914400" lvl="1" indent="-292100" rtl="0">
              <a:spcBef>
                <a:spcPts val="0"/>
              </a:spcBef>
              <a:spcAft>
                <a:spcPts val="0"/>
              </a:spcAft>
              <a:buClr>
                <a:schemeClr val="lt1"/>
              </a:buClr>
              <a:buSzPts val="1000"/>
              <a:buFont typeface="Roboto Condensed Light"/>
              <a:buChar char="○"/>
              <a:defRPr sz="1200">
                <a:solidFill>
                  <a:schemeClr val="lt1"/>
                </a:solidFill>
              </a:defRPr>
            </a:lvl2pPr>
            <a:lvl3pPr marL="1371600" lvl="2" indent="-292100" rtl="0">
              <a:spcBef>
                <a:spcPts val="0"/>
              </a:spcBef>
              <a:spcAft>
                <a:spcPts val="0"/>
              </a:spcAft>
              <a:buClr>
                <a:schemeClr val="lt1"/>
              </a:buClr>
              <a:buSzPts val="1000"/>
              <a:buFont typeface="Roboto Condensed Light"/>
              <a:buChar char="■"/>
              <a:defRPr sz="1200">
                <a:solidFill>
                  <a:schemeClr val="lt1"/>
                </a:solidFill>
              </a:defRPr>
            </a:lvl3pPr>
            <a:lvl4pPr marL="1828800" lvl="3" indent="-292100" rtl="0">
              <a:spcBef>
                <a:spcPts val="0"/>
              </a:spcBef>
              <a:spcAft>
                <a:spcPts val="0"/>
              </a:spcAft>
              <a:buClr>
                <a:schemeClr val="lt1"/>
              </a:buClr>
              <a:buSzPts val="1000"/>
              <a:buFont typeface="Roboto Condensed Light"/>
              <a:buChar char="●"/>
              <a:defRPr sz="1200">
                <a:solidFill>
                  <a:schemeClr val="lt1"/>
                </a:solidFill>
              </a:defRPr>
            </a:lvl4pPr>
            <a:lvl5pPr marL="2286000" lvl="4" indent="-292100" rtl="0">
              <a:spcBef>
                <a:spcPts val="0"/>
              </a:spcBef>
              <a:spcAft>
                <a:spcPts val="0"/>
              </a:spcAft>
              <a:buClr>
                <a:schemeClr val="lt1"/>
              </a:buClr>
              <a:buSzPts val="1000"/>
              <a:buFont typeface="Roboto Condensed Light"/>
              <a:buChar char="○"/>
              <a:defRPr sz="1200">
                <a:solidFill>
                  <a:schemeClr val="lt1"/>
                </a:solidFill>
              </a:defRPr>
            </a:lvl5pPr>
            <a:lvl6pPr marL="2743200" lvl="5" indent="-292100" rtl="0">
              <a:spcBef>
                <a:spcPts val="0"/>
              </a:spcBef>
              <a:spcAft>
                <a:spcPts val="0"/>
              </a:spcAft>
              <a:buClr>
                <a:schemeClr val="lt1"/>
              </a:buClr>
              <a:buSzPts val="1000"/>
              <a:buFont typeface="Roboto Condensed Light"/>
              <a:buChar char="■"/>
              <a:defRPr sz="1200">
                <a:solidFill>
                  <a:schemeClr val="lt1"/>
                </a:solidFill>
              </a:defRPr>
            </a:lvl6pPr>
            <a:lvl7pPr marL="3200400" lvl="6" indent="-292100" rtl="0">
              <a:spcBef>
                <a:spcPts val="0"/>
              </a:spcBef>
              <a:spcAft>
                <a:spcPts val="0"/>
              </a:spcAft>
              <a:buClr>
                <a:schemeClr val="lt1"/>
              </a:buClr>
              <a:buSzPts val="1000"/>
              <a:buFont typeface="Roboto Condensed Light"/>
              <a:buChar char="●"/>
              <a:defRPr sz="1200">
                <a:solidFill>
                  <a:schemeClr val="lt1"/>
                </a:solidFill>
              </a:defRPr>
            </a:lvl7pPr>
            <a:lvl8pPr marL="3657600" lvl="7" indent="-292100" rtl="0">
              <a:spcBef>
                <a:spcPts val="0"/>
              </a:spcBef>
              <a:spcAft>
                <a:spcPts val="0"/>
              </a:spcAft>
              <a:buClr>
                <a:schemeClr val="lt1"/>
              </a:buClr>
              <a:buSzPts val="1000"/>
              <a:buFont typeface="Roboto Condensed Light"/>
              <a:buChar char="○"/>
              <a:defRPr sz="1200">
                <a:solidFill>
                  <a:schemeClr val="lt1"/>
                </a:solidFill>
              </a:defRPr>
            </a:lvl8pPr>
            <a:lvl9pPr marL="4114800" lvl="8" indent="-292100" rtl="0">
              <a:spcBef>
                <a:spcPts val="0"/>
              </a:spcBef>
              <a:spcAft>
                <a:spcPts val="0"/>
              </a:spcAft>
              <a:buClr>
                <a:schemeClr val="lt1"/>
              </a:buClr>
              <a:buSzPts val="1000"/>
              <a:buFont typeface="Roboto Condensed Light"/>
              <a:buChar char="■"/>
              <a:defRPr sz="1200">
                <a:solidFill>
                  <a:schemeClr val="lt1"/>
                </a:solidFill>
              </a:defRPr>
            </a:lvl9pPr>
          </a:lstStyle>
          <a:p>
            <a:endParaRPr/>
          </a:p>
        </p:txBody>
      </p:sp>
      <p:sp>
        <p:nvSpPr>
          <p:cNvPr id="174" name="Google Shape;174;p36"/>
          <p:cNvSpPr txBox="1">
            <a:spLocks noGrp="1"/>
          </p:cNvSpPr>
          <p:nvPr>
            <p:ph type="body" idx="2"/>
          </p:nvPr>
        </p:nvSpPr>
        <p:spPr>
          <a:xfrm>
            <a:off x="4638775" y="1203425"/>
            <a:ext cx="3792000" cy="2699100"/>
          </a:xfrm>
          <a:prstGeom prst="rect">
            <a:avLst/>
          </a:prstGeom>
        </p:spPr>
        <p:txBody>
          <a:bodyPr spcFirstLastPara="1" wrap="square" lIns="91425" tIns="91425" rIns="91425" bIns="91425" anchor="t" anchorCtr="0">
            <a:noAutofit/>
          </a:bodyPr>
          <a:lstStyle>
            <a:lvl1pPr marL="457200" lvl="0" indent="-292100" rtl="0">
              <a:lnSpc>
                <a:spcPct val="100000"/>
              </a:lnSpc>
              <a:spcBef>
                <a:spcPts val="0"/>
              </a:spcBef>
              <a:spcAft>
                <a:spcPts val="0"/>
              </a:spcAft>
              <a:buClr>
                <a:schemeClr val="lt1"/>
              </a:buClr>
              <a:buSzPts val="1000"/>
              <a:buChar char="●"/>
              <a:defRPr sz="1200">
                <a:solidFill>
                  <a:schemeClr val="lt1"/>
                </a:solidFill>
              </a:defRPr>
            </a:lvl1pPr>
            <a:lvl2pPr marL="914400" lvl="1" indent="-292100" rtl="0">
              <a:spcBef>
                <a:spcPts val="0"/>
              </a:spcBef>
              <a:spcAft>
                <a:spcPts val="0"/>
              </a:spcAft>
              <a:buClr>
                <a:schemeClr val="lt1"/>
              </a:buClr>
              <a:buSzPts val="1000"/>
              <a:buFont typeface="Roboto Condensed Light"/>
              <a:buChar char="○"/>
              <a:defRPr sz="1200">
                <a:solidFill>
                  <a:schemeClr val="lt1"/>
                </a:solidFill>
              </a:defRPr>
            </a:lvl2pPr>
            <a:lvl3pPr marL="1371600" lvl="2" indent="-292100" rtl="0">
              <a:spcBef>
                <a:spcPts val="0"/>
              </a:spcBef>
              <a:spcAft>
                <a:spcPts val="0"/>
              </a:spcAft>
              <a:buClr>
                <a:schemeClr val="lt1"/>
              </a:buClr>
              <a:buSzPts val="1000"/>
              <a:buFont typeface="Roboto Condensed Light"/>
              <a:buChar char="■"/>
              <a:defRPr sz="1200">
                <a:solidFill>
                  <a:schemeClr val="lt1"/>
                </a:solidFill>
              </a:defRPr>
            </a:lvl3pPr>
            <a:lvl4pPr marL="1828800" lvl="3" indent="-292100" rtl="0">
              <a:spcBef>
                <a:spcPts val="0"/>
              </a:spcBef>
              <a:spcAft>
                <a:spcPts val="0"/>
              </a:spcAft>
              <a:buClr>
                <a:schemeClr val="lt1"/>
              </a:buClr>
              <a:buSzPts val="1000"/>
              <a:buFont typeface="Roboto Condensed Light"/>
              <a:buChar char="●"/>
              <a:defRPr sz="1200">
                <a:solidFill>
                  <a:schemeClr val="lt1"/>
                </a:solidFill>
              </a:defRPr>
            </a:lvl4pPr>
            <a:lvl5pPr marL="2286000" lvl="4" indent="-292100" rtl="0">
              <a:spcBef>
                <a:spcPts val="0"/>
              </a:spcBef>
              <a:spcAft>
                <a:spcPts val="0"/>
              </a:spcAft>
              <a:buClr>
                <a:schemeClr val="lt1"/>
              </a:buClr>
              <a:buSzPts val="1000"/>
              <a:buFont typeface="Roboto Condensed Light"/>
              <a:buChar char="○"/>
              <a:defRPr sz="1200">
                <a:solidFill>
                  <a:schemeClr val="lt1"/>
                </a:solidFill>
              </a:defRPr>
            </a:lvl5pPr>
            <a:lvl6pPr marL="2743200" lvl="5" indent="-292100" rtl="0">
              <a:spcBef>
                <a:spcPts val="0"/>
              </a:spcBef>
              <a:spcAft>
                <a:spcPts val="0"/>
              </a:spcAft>
              <a:buClr>
                <a:schemeClr val="lt1"/>
              </a:buClr>
              <a:buSzPts val="1000"/>
              <a:buFont typeface="Roboto Condensed Light"/>
              <a:buChar char="■"/>
              <a:defRPr sz="1200">
                <a:solidFill>
                  <a:schemeClr val="lt1"/>
                </a:solidFill>
              </a:defRPr>
            </a:lvl6pPr>
            <a:lvl7pPr marL="3200400" lvl="6" indent="-292100" rtl="0">
              <a:spcBef>
                <a:spcPts val="0"/>
              </a:spcBef>
              <a:spcAft>
                <a:spcPts val="0"/>
              </a:spcAft>
              <a:buClr>
                <a:schemeClr val="lt1"/>
              </a:buClr>
              <a:buSzPts val="1000"/>
              <a:buFont typeface="Roboto Condensed Light"/>
              <a:buChar char="●"/>
              <a:defRPr sz="1200">
                <a:solidFill>
                  <a:schemeClr val="lt1"/>
                </a:solidFill>
              </a:defRPr>
            </a:lvl7pPr>
            <a:lvl8pPr marL="3657600" lvl="7" indent="-292100" rtl="0">
              <a:spcBef>
                <a:spcPts val="0"/>
              </a:spcBef>
              <a:spcAft>
                <a:spcPts val="0"/>
              </a:spcAft>
              <a:buClr>
                <a:schemeClr val="lt1"/>
              </a:buClr>
              <a:buSzPts val="1000"/>
              <a:buFont typeface="Roboto Condensed Light"/>
              <a:buChar char="○"/>
              <a:defRPr sz="1200">
                <a:solidFill>
                  <a:schemeClr val="lt1"/>
                </a:solidFill>
              </a:defRPr>
            </a:lvl8pPr>
            <a:lvl9pPr marL="4114800" lvl="8" indent="-292100" rtl="0">
              <a:spcBef>
                <a:spcPts val="0"/>
              </a:spcBef>
              <a:spcAft>
                <a:spcPts val="0"/>
              </a:spcAft>
              <a:buClr>
                <a:schemeClr val="lt1"/>
              </a:buClr>
              <a:buSzPts val="1000"/>
              <a:buFont typeface="Roboto Condensed Light"/>
              <a:buChar char="■"/>
              <a:defRPr sz="1200">
                <a:solidFill>
                  <a:schemeClr val="lt1"/>
                </a:solidFill>
              </a:defRPr>
            </a:lvl9pPr>
          </a:lstStyle>
          <a:p>
            <a:endParaRPr/>
          </a:p>
        </p:txBody>
      </p:sp>
      <p:sp>
        <p:nvSpPr>
          <p:cNvPr id="175" name="Google Shape;175;p36"/>
          <p:cNvSpPr txBox="1">
            <a:spLocks noGrp="1"/>
          </p:cNvSpPr>
          <p:nvPr>
            <p:ph type="title"/>
          </p:nvPr>
        </p:nvSpPr>
        <p:spPr>
          <a:xfrm>
            <a:off x="713250" y="539400"/>
            <a:ext cx="7717500" cy="546000"/>
          </a:xfrm>
          <a:prstGeom prst="rect">
            <a:avLst/>
          </a:prstGeom>
        </p:spPr>
        <p:txBody>
          <a:bodyPr spcFirstLastPara="1" wrap="square" lIns="91425" tIns="91425" rIns="91425" bIns="91425" anchor="t" anchorCtr="0">
            <a:noAutofit/>
          </a:bodyPr>
          <a:lstStyle>
            <a:lvl1pPr lvl="0" rtl="0">
              <a:spcBef>
                <a:spcPts val="0"/>
              </a:spcBef>
              <a:spcAft>
                <a:spcPts val="0"/>
              </a:spcAft>
              <a:buSzPts val="2100"/>
              <a:buFont typeface="Montserrat"/>
              <a:buNone/>
              <a:defRPr sz="2500" b="1">
                <a:solidFill>
                  <a:schemeClr val="lt1"/>
                </a:solidFill>
                <a:latin typeface="Playfair Display"/>
                <a:ea typeface="Playfair Display"/>
                <a:cs typeface="Playfair Display"/>
                <a:sym typeface="Playfair Display"/>
              </a:defRPr>
            </a:lvl1pPr>
            <a:lvl2pPr lvl="1" rtl="0">
              <a:spcBef>
                <a:spcPts val="0"/>
              </a:spcBef>
              <a:spcAft>
                <a:spcPts val="0"/>
              </a:spcAft>
              <a:buSzPts val="2100"/>
              <a:buFont typeface="Montserrat"/>
              <a:buNone/>
              <a:defRPr sz="2100" b="1">
                <a:latin typeface="Montserrat"/>
                <a:ea typeface="Montserrat"/>
                <a:cs typeface="Montserrat"/>
                <a:sym typeface="Montserrat"/>
              </a:defRPr>
            </a:lvl2pPr>
            <a:lvl3pPr lvl="2" rtl="0">
              <a:spcBef>
                <a:spcPts val="0"/>
              </a:spcBef>
              <a:spcAft>
                <a:spcPts val="0"/>
              </a:spcAft>
              <a:buSzPts val="2100"/>
              <a:buFont typeface="Montserrat"/>
              <a:buNone/>
              <a:defRPr sz="2100" b="1">
                <a:latin typeface="Montserrat"/>
                <a:ea typeface="Montserrat"/>
                <a:cs typeface="Montserrat"/>
                <a:sym typeface="Montserrat"/>
              </a:defRPr>
            </a:lvl3pPr>
            <a:lvl4pPr lvl="3" rtl="0">
              <a:spcBef>
                <a:spcPts val="0"/>
              </a:spcBef>
              <a:spcAft>
                <a:spcPts val="0"/>
              </a:spcAft>
              <a:buSzPts val="2100"/>
              <a:buFont typeface="Montserrat"/>
              <a:buNone/>
              <a:defRPr sz="2100" b="1">
                <a:latin typeface="Montserrat"/>
                <a:ea typeface="Montserrat"/>
                <a:cs typeface="Montserrat"/>
                <a:sym typeface="Montserrat"/>
              </a:defRPr>
            </a:lvl4pPr>
            <a:lvl5pPr lvl="4" rtl="0">
              <a:spcBef>
                <a:spcPts val="0"/>
              </a:spcBef>
              <a:spcAft>
                <a:spcPts val="0"/>
              </a:spcAft>
              <a:buSzPts val="2100"/>
              <a:buFont typeface="Montserrat"/>
              <a:buNone/>
              <a:defRPr sz="2100" b="1">
                <a:latin typeface="Montserrat"/>
                <a:ea typeface="Montserrat"/>
                <a:cs typeface="Montserrat"/>
                <a:sym typeface="Montserrat"/>
              </a:defRPr>
            </a:lvl5pPr>
            <a:lvl6pPr lvl="5" rtl="0">
              <a:spcBef>
                <a:spcPts val="0"/>
              </a:spcBef>
              <a:spcAft>
                <a:spcPts val="0"/>
              </a:spcAft>
              <a:buSzPts val="2100"/>
              <a:buFont typeface="Montserrat"/>
              <a:buNone/>
              <a:defRPr sz="2100" b="1">
                <a:latin typeface="Montserrat"/>
                <a:ea typeface="Montserrat"/>
                <a:cs typeface="Montserrat"/>
                <a:sym typeface="Montserrat"/>
              </a:defRPr>
            </a:lvl6pPr>
            <a:lvl7pPr lvl="6" rtl="0">
              <a:spcBef>
                <a:spcPts val="0"/>
              </a:spcBef>
              <a:spcAft>
                <a:spcPts val="0"/>
              </a:spcAft>
              <a:buSzPts val="2100"/>
              <a:buFont typeface="Montserrat"/>
              <a:buNone/>
              <a:defRPr sz="2100" b="1">
                <a:latin typeface="Montserrat"/>
                <a:ea typeface="Montserrat"/>
                <a:cs typeface="Montserrat"/>
                <a:sym typeface="Montserrat"/>
              </a:defRPr>
            </a:lvl7pPr>
            <a:lvl8pPr lvl="7" rtl="0">
              <a:spcBef>
                <a:spcPts val="0"/>
              </a:spcBef>
              <a:spcAft>
                <a:spcPts val="0"/>
              </a:spcAft>
              <a:buSzPts val="2100"/>
              <a:buFont typeface="Montserrat"/>
              <a:buNone/>
              <a:defRPr sz="2100" b="1">
                <a:latin typeface="Montserrat"/>
                <a:ea typeface="Montserrat"/>
                <a:cs typeface="Montserrat"/>
                <a:sym typeface="Montserrat"/>
              </a:defRPr>
            </a:lvl8pPr>
            <a:lvl9pPr lvl="8"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p:cSld name="CUSTOM">
    <p:spTree>
      <p:nvGrpSpPr>
        <p:cNvPr id="1" name="Shape 176"/>
        <p:cNvGrpSpPr/>
        <p:nvPr/>
      </p:nvGrpSpPr>
      <p:grpSpPr>
        <a:xfrm>
          <a:off x="0" y="0"/>
          <a:ext cx="0" cy="0"/>
          <a:chOff x="0" y="0"/>
          <a:chExt cx="0" cy="0"/>
        </a:xfrm>
      </p:grpSpPr>
      <p:sp>
        <p:nvSpPr>
          <p:cNvPr id="177" name="Google Shape;177;p37"/>
          <p:cNvSpPr txBox="1">
            <a:spLocks noGrp="1"/>
          </p:cNvSpPr>
          <p:nvPr>
            <p:ph type="subTitle" idx="1"/>
          </p:nvPr>
        </p:nvSpPr>
        <p:spPr>
          <a:xfrm>
            <a:off x="710438" y="1819723"/>
            <a:ext cx="2314500" cy="519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2pPr>
            <a:lvl3pPr lvl="2"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3pPr>
            <a:lvl4pPr lvl="3"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4pPr>
            <a:lvl5pPr lvl="4"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5pPr>
            <a:lvl6pPr lvl="5"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6pPr>
            <a:lvl7pPr lvl="6"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7pPr>
            <a:lvl8pPr lvl="7"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8pPr>
            <a:lvl9pPr lvl="8"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9pPr>
          </a:lstStyle>
          <a:p>
            <a:endParaRPr/>
          </a:p>
        </p:txBody>
      </p:sp>
      <p:sp>
        <p:nvSpPr>
          <p:cNvPr id="178" name="Google Shape;178;p37"/>
          <p:cNvSpPr txBox="1">
            <a:spLocks noGrp="1"/>
          </p:cNvSpPr>
          <p:nvPr>
            <p:ph type="subTitle" idx="2"/>
          </p:nvPr>
        </p:nvSpPr>
        <p:spPr>
          <a:xfrm>
            <a:off x="710438" y="2594048"/>
            <a:ext cx="2314500" cy="138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179" name="Google Shape;179;p37"/>
          <p:cNvSpPr txBox="1">
            <a:spLocks noGrp="1"/>
          </p:cNvSpPr>
          <p:nvPr>
            <p:ph type="subTitle" idx="3"/>
          </p:nvPr>
        </p:nvSpPr>
        <p:spPr>
          <a:xfrm>
            <a:off x="3414747" y="1819723"/>
            <a:ext cx="2311800" cy="519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2pPr>
            <a:lvl3pPr lvl="2"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3pPr>
            <a:lvl4pPr lvl="3"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4pPr>
            <a:lvl5pPr lvl="4"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5pPr>
            <a:lvl6pPr lvl="5"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6pPr>
            <a:lvl7pPr lvl="6"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7pPr>
            <a:lvl8pPr lvl="7"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8pPr>
            <a:lvl9pPr lvl="8"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9pPr>
          </a:lstStyle>
          <a:p>
            <a:endParaRPr/>
          </a:p>
        </p:txBody>
      </p:sp>
      <p:sp>
        <p:nvSpPr>
          <p:cNvPr id="180" name="Google Shape;180;p37"/>
          <p:cNvSpPr txBox="1">
            <a:spLocks noGrp="1"/>
          </p:cNvSpPr>
          <p:nvPr>
            <p:ph type="subTitle" idx="4"/>
          </p:nvPr>
        </p:nvSpPr>
        <p:spPr>
          <a:xfrm>
            <a:off x="3414744" y="2594048"/>
            <a:ext cx="2314500" cy="138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181" name="Google Shape;181;p37"/>
          <p:cNvSpPr txBox="1">
            <a:spLocks noGrp="1"/>
          </p:cNvSpPr>
          <p:nvPr>
            <p:ph type="subTitle" idx="5"/>
          </p:nvPr>
        </p:nvSpPr>
        <p:spPr>
          <a:xfrm>
            <a:off x="6117622" y="1819723"/>
            <a:ext cx="2311800" cy="519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2pPr>
            <a:lvl3pPr lvl="2"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3pPr>
            <a:lvl4pPr lvl="3"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4pPr>
            <a:lvl5pPr lvl="4"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5pPr>
            <a:lvl6pPr lvl="5"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6pPr>
            <a:lvl7pPr lvl="6"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7pPr>
            <a:lvl8pPr lvl="7"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8pPr>
            <a:lvl9pPr lvl="8"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9pPr>
          </a:lstStyle>
          <a:p>
            <a:endParaRPr/>
          </a:p>
        </p:txBody>
      </p:sp>
      <p:sp>
        <p:nvSpPr>
          <p:cNvPr id="182" name="Google Shape;182;p37"/>
          <p:cNvSpPr txBox="1">
            <a:spLocks noGrp="1"/>
          </p:cNvSpPr>
          <p:nvPr>
            <p:ph type="subTitle" idx="6"/>
          </p:nvPr>
        </p:nvSpPr>
        <p:spPr>
          <a:xfrm>
            <a:off x="6116272" y="2594048"/>
            <a:ext cx="2314500" cy="138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183" name="Google Shape;183;p37"/>
          <p:cNvSpPr/>
          <p:nvPr/>
        </p:nvSpPr>
        <p:spPr>
          <a:xfrm>
            <a:off x="75" y="0"/>
            <a:ext cx="9144000" cy="57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7"/>
          <p:cNvSpPr/>
          <p:nvPr/>
        </p:nvSpPr>
        <p:spPr>
          <a:xfrm rot="10800000">
            <a:off x="100" y="4578000"/>
            <a:ext cx="9144000" cy="565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7"/>
          <p:cNvSpPr txBox="1">
            <a:spLocks noGrp="1"/>
          </p:cNvSpPr>
          <p:nvPr>
            <p:ph type="title"/>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hree columns 1">
  <p:cSld name="CUSTOM_16_1">
    <p:spTree>
      <p:nvGrpSpPr>
        <p:cNvPr id="1" name="Shape 186"/>
        <p:cNvGrpSpPr/>
        <p:nvPr/>
      </p:nvGrpSpPr>
      <p:grpSpPr>
        <a:xfrm>
          <a:off x="0" y="0"/>
          <a:ext cx="0" cy="0"/>
          <a:chOff x="0" y="0"/>
          <a:chExt cx="0" cy="0"/>
        </a:xfrm>
      </p:grpSpPr>
      <p:sp>
        <p:nvSpPr>
          <p:cNvPr id="187" name="Google Shape;187;p38"/>
          <p:cNvSpPr/>
          <p:nvPr/>
        </p:nvSpPr>
        <p:spPr>
          <a:xfrm>
            <a:off x="5980675" y="2016425"/>
            <a:ext cx="2450100" cy="2583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8"/>
          <p:cNvSpPr/>
          <p:nvPr/>
        </p:nvSpPr>
        <p:spPr>
          <a:xfrm>
            <a:off x="3345600" y="2016425"/>
            <a:ext cx="2450100" cy="2583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189" name="Google Shape;189;p38"/>
          <p:cNvSpPr/>
          <p:nvPr/>
        </p:nvSpPr>
        <p:spPr>
          <a:xfrm>
            <a:off x="710525" y="2016425"/>
            <a:ext cx="2450100" cy="2583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190" name="Google Shape;190;p38"/>
          <p:cNvSpPr txBox="1">
            <a:spLocks noGrp="1"/>
          </p:cNvSpPr>
          <p:nvPr>
            <p:ph type="subTitle" idx="1"/>
          </p:nvPr>
        </p:nvSpPr>
        <p:spPr>
          <a:xfrm>
            <a:off x="778250" y="2587750"/>
            <a:ext cx="2314500" cy="474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Font typeface="Montserrat"/>
              <a:buNone/>
              <a:defRPr sz="1800">
                <a:solidFill>
                  <a:schemeClr val="lt1"/>
                </a:solidFill>
                <a:latin typeface="Montserrat"/>
                <a:ea typeface="Montserrat"/>
                <a:cs typeface="Montserrat"/>
                <a:sym typeface="Montserrat"/>
              </a:defRPr>
            </a:lvl1pPr>
            <a:lvl2pPr lvl="1"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9pPr>
          </a:lstStyle>
          <a:p>
            <a:endParaRPr/>
          </a:p>
        </p:txBody>
      </p:sp>
      <p:sp>
        <p:nvSpPr>
          <p:cNvPr id="191" name="Google Shape;191;p38"/>
          <p:cNvSpPr txBox="1">
            <a:spLocks noGrp="1"/>
          </p:cNvSpPr>
          <p:nvPr>
            <p:ph type="subTitle" idx="2"/>
          </p:nvPr>
        </p:nvSpPr>
        <p:spPr>
          <a:xfrm>
            <a:off x="778425" y="2999699"/>
            <a:ext cx="2314500" cy="1028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1pPr>
            <a:lvl2pPr lvl="1"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192" name="Google Shape;192;p38"/>
          <p:cNvSpPr txBox="1">
            <a:spLocks noGrp="1"/>
          </p:cNvSpPr>
          <p:nvPr>
            <p:ph type="subTitle" idx="3"/>
          </p:nvPr>
        </p:nvSpPr>
        <p:spPr>
          <a:xfrm>
            <a:off x="3414748" y="2587750"/>
            <a:ext cx="2311800" cy="474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Font typeface="Montserrat"/>
              <a:buNone/>
              <a:defRPr sz="1800">
                <a:solidFill>
                  <a:schemeClr val="lt1"/>
                </a:solidFill>
                <a:latin typeface="Montserrat"/>
                <a:ea typeface="Montserrat"/>
                <a:cs typeface="Montserrat"/>
                <a:sym typeface="Montserrat"/>
              </a:defRPr>
            </a:lvl1pPr>
            <a:lvl2pPr lvl="1"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9pPr>
          </a:lstStyle>
          <a:p>
            <a:endParaRPr/>
          </a:p>
        </p:txBody>
      </p:sp>
      <p:sp>
        <p:nvSpPr>
          <p:cNvPr id="193" name="Google Shape;193;p38"/>
          <p:cNvSpPr txBox="1">
            <a:spLocks noGrp="1"/>
          </p:cNvSpPr>
          <p:nvPr>
            <p:ph type="subTitle" idx="4"/>
          </p:nvPr>
        </p:nvSpPr>
        <p:spPr>
          <a:xfrm>
            <a:off x="3414745" y="2999699"/>
            <a:ext cx="2314500" cy="1028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1pPr>
            <a:lvl2pPr lvl="1"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194" name="Google Shape;194;p38"/>
          <p:cNvSpPr txBox="1">
            <a:spLocks noGrp="1"/>
          </p:cNvSpPr>
          <p:nvPr>
            <p:ph type="subTitle" idx="5"/>
          </p:nvPr>
        </p:nvSpPr>
        <p:spPr>
          <a:xfrm>
            <a:off x="6051100" y="2587750"/>
            <a:ext cx="2311800" cy="474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Font typeface="Montserrat"/>
              <a:buNone/>
              <a:defRPr sz="1800">
                <a:solidFill>
                  <a:schemeClr val="lt1"/>
                </a:solidFill>
                <a:latin typeface="Montserrat"/>
                <a:ea typeface="Montserrat"/>
                <a:cs typeface="Montserrat"/>
                <a:sym typeface="Montserrat"/>
              </a:defRPr>
            </a:lvl1pPr>
            <a:lvl2pPr lvl="1"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9pPr>
          </a:lstStyle>
          <a:p>
            <a:endParaRPr/>
          </a:p>
        </p:txBody>
      </p:sp>
      <p:sp>
        <p:nvSpPr>
          <p:cNvPr id="195" name="Google Shape;195;p38"/>
          <p:cNvSpPr txBox="1">
            <a:spLocks noGrp="1"/>
          </p:cNvSpPr>
          <p:nvPr>
            <p:ph type="subTitle" idx="6"/>
          </p:nvPr>
        </p:nvSpPr>
        <p:spPr>
          <a:xfrm>
            <a:off x="6051099" y="2999699"/>
            <a:ext cx="2314500" cy="1028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1pPr>
            <a:lvl2pPr lvl="1" algn="ctr" rtl="0">
              <a:spcBef>
                <a:spcPts val="160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196" name="Google Shape;196;p38"/>
          <p:cNvSpPr txBox="1">
            <a:spLocks noGrp="1"/>
          </p:cNvSpPr>
          <p:nvPr>
            <p:ph type="title"/>
          </p:nvPr>
        </p:nvSpPr>
        <p:spPr>
          <a:xfrm>
            <a:off x="667500" y="868680"/>
            <a:ext cx="7809000" cy="64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2">
  <p:cSld name="CUSTOM_8_1">
    <p:spTree>
      <p:nvGrpSpPr>
        <p:cNvPr id="1" name="Shape 197"/>
        <p:cNvGrpSpPr/>
        <p:nvPr/>
      </p:nvGrpSpPr>
      <p:grpSpPr>
        <a:xfrm>
          <a:off x="0" y="0"/>
          <a:ext cx="0" cy="0"/>
          <a:chOff x="0" y="0"/>
          <a:chExt cx="0" cy="0"/>
        </a:xfrm>
      </p:grpSpPr>
      <p:sp>
        <p:nvSpPr>
          <p:cNvPr id="198" name="Google Shape;198;p39"/>
          <p:cNvSpPr txBox="1">
            <a:spLocks noGrp="1"/>
          </p:cNvSpPr>
          <p:nvPr>
            <p:ph type="subTitle" idx="1"/>
          </p:nvPr>
        </p:nvSpPr>
        <p:spPr>
          <a:xfrm>
            <a:off x="2780375" y="1687175"/>
            <a:ext cx="1858800" cy="44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2pPr>
            <a:lvl3pPr lvl="2"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3pPr>
            <a:lvl4pPr lvl="3"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4pPr>
            <a:lvl5pPr lvl="4"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5pPr>
            <a:lvl6pPr lvl="5"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6pPr>
            <a:lvl7pPr lvl="6"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7pPr>
            <a:lvl8pPr lvl="7"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8pPr>
            <a:lvl9pPr lvl="8"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9pPr>
          </a:lstStyle>
          <a:p>
            <a:endParaRPr/>
          </a:p>
        </p:txBody>
      </p:sp>
      <p:sp>
        <p:nvSpPr>
          <p:cNvPr id="199" name="Google Shape;199;p39"/>
          <p:cNvSpPr txBox="1">
            <a:spLocks noGrp="1"/>
          </p:cNvSpPr>
          <p:nvPr>
            <p:ph type="subTitle" idx="2"/>
          </p:nvPr>
        </p:nvSpPr>
        <p:spPr>
          <a:xfrm>
            <a:off x="4739163" y="1615628"/>
            <a:ext cx="2314500" cy="590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200" name="Google Shape;200;p39"/>
          <p:cNvSpPr/>
          <p:nvPr/>
        </p:nvSpPr>
        <p:spPr>
          <a:xfrm>
            <a:off x="0" y="-22125"/>
            <a:ext cx="9162000" cy="59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9"/>
          <p:cNvSpPr/>
          <p:nvPr/>
        </p:nvSpPr>
        <p:spPr>
          <a:xfrm>
            <a:off x="0" y="4572000"/>
            <a:ext cx="9162000" cy="59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9"/>
          <p:cNvSpPr txBox="1">
            <a:spLocks noGrp="1"/>
          </p:cNvSpPr>
          <p:nvPr>
            <p:ph type="subTitle" idx="3"/>
          </p:nvPr>
        </p:nvSpPr>
        <p:spPr>
          <a:xfrm>
            <a:off x="2780375" y="3759850"/>
            <a:ext cx="1858800" cy="44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2pPr>
            <a:lvl3pPr lvl="2"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3pPr>
            <a:lvl4pPr lvl="3"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4pPr>
            <a:lvl5pPr lvl="4"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5pPr>
            <a:lvl6pPr lvl="5"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6pPr>
            <a:lvl7pPr lvl="6"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7pPr>
            <a:lvl8pPr lvl="7"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8pPr>
            <a:lvl9pPr lvl="8"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9pPr>
          </a:lstStyle>
          <a:p>
            <a:endParaRPr/>
          </a:p>
        </p:txBody>
      </p:sp>
      <p:sp>
        <p:nvSpPr>
          <p:cNvPr id="203" name="Google Shape;203;p39"/>
          <p:cNvSpPr txBox="1">
            <a:spLocks noGrp="1"/>
          </p:cNvSpPr>
          <p:nvPr>
            <p:ph type="subTitle" idx="4"/>
          </p:nvPr>
        </p:nvSpPr>
        <p:spPr>
          <a:xfrm>
            <a:off x="4739163" y="3688303"/>
            <a:ext cx="2314500" cy="590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204" name="Google Shape;204;p39"/>
          <p:cNvSpPr txBox="1">
            <a:spLocks noGrp="1"/>
          </p:cNvSpPr>
          <p:nvPr>
            <p:ph type="subTitle" idx="5"/>
          </p:nvPr>
        </p:nvSpPr>
        <p:spPr>
          <a:xfrm>
            <a:off x="2780375" y="2723513"/>
            <a:ext cx="1858800" cy="44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2pPr>
            <a:lvl3pPr lvl="2"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3pPr>
            <a:lvl4pPr lvl="3"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4pPr>
            <a:lvl5pPr lvl="4"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5pPr>
            <a:lvl6pPr lvl="5"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6pPr>
            <a:lvl7pPr lvl="6"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7pPr>
            <a:lvl8pPr lvl="7"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8pPr>
            <a:lvl9pPr lvl="8"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9pPr>
          </a:lstStyle>
          <a:p>
            <a:endParaRPr/>
          </a:p>
        </p:txBody>
      </p:sp>
      <p:sp>
        <p:nvSpPr>
          <p:cNvPr id="205" name="Google Shape;205;p39"/>
          <p:cNvSpPr txBox="1">
            <a:spLocks noGrp="1"/>
          </p:cNvSpPr>
          <p:nvPr>
            <p:ph type="subTitle" idx="6"/>
          </p:nvPr>
        </p:nvSpPr>
        <p:spPr>
          <a:xfrm>
            <a:off x="4739163" y="2651966"/>
            <a:ext cx="2314500" cy="590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gn="ctr"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206" name="Google Shape;206;p39"/>
          <p:cNvSpPr txBox="1">
            <a:spLocks noGrp="1"/>
          </p:cNvSpPr>
          <p:nvPr>
            <p:ph type="title"/>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p:cSld name="BLANK_1_1_1_1_2">
    <p:spTree>
      <p:nvGrpSpPr>
        <p:cNvPr id="1" name="Shape 207"/>
        <p:cNvGrpSpPr/>
        <p:nvPr/>
      </p:nvGrpSpPr>
      <p:grpSpPr>
        <a:xfrm>
          <a:off x="0" y="0"/>
          <a:ext cx="0" cy="0"/>
          <a:chOff x="0" y="0"/>
          <a:chExt cx="0" cy="0"/>
        </a:xfrm>
      </p:grpSpPr>
      <p:sp>
        <p:nvSpPr>
          <p:cNvPr id="208" name="Google Shape;208;p40"/>
          <p:cNvSpPr/>
          <p:nvPr/>
        </p:nvSpPr>
        <p:spPr>
          <a:xfrm>
            <a:off x="-100" y="3145988"/>
            <a:ext cx="9144000" cy="942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40"/>
          <p:cNvSpPr/>
          <p:nvPr/>
        </p:nvSpPr>
        <p:spPr>
          <a:xfrm>
            <a:off x="-100" y="1751338"/>
            <a:ext cx="9144000" cy="942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40"/>
          <p:cNvSpPr txBox="1">
            <a:spLocks noGrp="1"/>
          </p:cNvSpPr>
          <p:nvPr>
            <p:ph type="subTitle" idx="1"/>
          </p:nvPr>
        </p:nvSpPr>
        <p:spPr>
          <a:xfrm>
            <a:off x="1119675" y="2075938"/>
            <a:ext cx="2867100" cy="62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11" name="Google Shape;211;p40"/>
          <p:cNvSpPr txBox="1">
            <a:spLocks noGrp="1"/>
          </p:cNvSpPr>
          <p:nvPr>
            <p:ph type="subTitle" idx="2"/>
          </p:nvPr>
        </p:nvSpPr>
        <p:spPr>
          <a:xfrm>
            <a:off x="5157251" y="2075938"/>
            <a:ext cx="2867100" cy="62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12" name="Google Shape;212;p40"/>
          <p:cNvSpPr txBox="1">
            <a:spLocks noGrp="1"/>
          </p:cNvSpPr>
          <p:nvPr>
            <p:ph type="subTitle" idx="3"/>
          </p:nvPr>
        </p:nvSpPr>
        <p:spPr>
          <a:xfrm>
            <a:off x="1119675" y="3470575"/>
            <a:ext cx="2867100" cy="62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13" name="Google Shape;213;p40"/>
          <p:cNvSpPr txBox="1">
            <a:spLocks noGrp="1"/>
          </p:cNvSpPr>
          <p:nvPr>
            <p:ph type="subTitle" idx="4"/>
          </p:nvPr>
        </p:nvSpPr>
        <p:spPr>
          <a:xfrm>
            <a:off x="5157251" y="3470575"/>
            <a:ext cx="2867100" cy="623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14" name="Google Shape;214;p40"/>
          <p:cNvSpPr txBox="1">
            <a:spLocks noGrp="1"/>
          </p:cNvSpPr>
          <p:nvPr>
            <p:ph type="subTitle" idx="5"/>
          </p:nvPr>
        </p:nvSpPr>
        <p:spPr>
          <a:xfrm>
            <a:off x="1119650" y="1745638"/>
            <a:ext cx="28671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None/>
              <a:defRPr sz="1800">
                <a:solidFill>
                  <a:schemeClr val="lt1"/>
                </a:solidFill>
              </a:defRPr>
            </a:lvl1pPr>
            <a:lvl2pPr lvl="1" rtl="0">
              <a:spcBef>
                <a:spcPts val="0"/>
              </a:spcBef>
              <a:spcAft>
                <a:spcPts val="0"/>
              </a:spcAft>
              <a:buClr>
                <a:schemeClr val="dk2"/>
              </a:buClr>
              <a:buSzPts val="1800"/>
              <a:buNone/>
              <a:defRPr sz="1800">
                <a:solidFill>
                  <a:schemeClr val="dk2"/>
                </a:solidFill>
              </a:defRPr>
            </a:lvl2pPr>
            <a:lvl3pPr lvl="2" rtl="0">
              <a:spcBef>
                <a:spcPts val="0"/>
              </a:spcBef>
              <a:spcAft>
                <a:spcPts val="0"/>
              </a:spcAft>
              <a:buClr>
                <a:schemeClr val="dk2"/>
              </a:buClr>
              <a:buSzPts val="1800"/>
              <a:buNone/>
              <a:defRPr sz="1800">
                <a:solidFill>
                  <a:schemeClr val="dk2"/>
                </a:solidFill>
              </a:defRPr>
            </a:lvl3pPr>
            <a:lvl4pPr lvl="3" rtl="0">
              <a:spcBef>
                <a:spcPts val="0"/>
              </a:spcBef>
              <a:spcAft>
                <a:spcPts val="0"/>
              </a:spcAft>
              <a:buClr>
                <a:schemeClr val="dk2"/>
              </a:buClr>
              <a:buSzPts val="1800"/>
              <a:buNone/>
              <a:defRPr sz="1800">
                <a:solidFill>
                  <a:schemeClr val="dk2"/>
                </a:solidFill>
              </a:defRPr>
            </a:lvl4pPr>
            <a:lvl5pPr lvl="4" rtl="0">
              <a:spcBef>
                <a:spcPts val="0"/>
              </a:spcBef>
              <a:spcAft>
                <a:spcPts val="0"/>
              </a:spcAft>
              <a:buClr>
                <a:schemeClr val="dk2"/>
              </a:buClr>
              <a:buSzPts val="1800"/>
              <a:buNone/>
              <a:defRPr sz="1800">
                <a:solidFill>
                  <a:schemeClr val="dk2"/>
                </a:solidFill>
              </a:defRPr>
            </a:lvl5pPr>
            <a:lvl6pPr lvl="5" rtl="0">
              <a:spcBef>
                <a:spcPts val="0"/>
              </a:spcBef>
              <a:spcAft>
                <a:spcPts val="0"/>
              </a:spcAft>
              <a:buClr>
                <a:schemeClr val="dk2"/>
              </a:buClr>
              <a:buSzPts val="1800"/>
              <a:buNone/>
              <a:defRPr sz="1800">
                <a:solidFill>
                  <a:schemeClr val="dk2"/>
                </a:solidFill>
              </a:defRPr>
            </a:lvl6pPr>
            <a:lvl7pPr lvl="6" rtl="0">
              <a:spcBef>
                <a:spcPts val="0"/>
              </a:spcBef>
              <a:spcAft>
                <a:spcPts val="0"/>
              </a:spcAft>
              <a:buClr>
                <a:schemeClr val="dk2"/>
              </a:buClr>
              <a:buSzPts val="1800"/>
              <a:buNone/>
              <a:defRPr sz="1800">
                <a:solidFill>
                  <a:schemeClr val="dk2"/>
                </a:solidFill>
              </a:defRPr>
            </a:lvl7pPr>
            <a:lvl8pPr lvl="7" rtl="0">
              <a:spcBef>
                <a:spcPts val="0"/>
              </a:spcBef>
              <a:spcAft>
                <a:spcPts val="0"/>
              </a:spcAft>
              <a:buClr>
                <a:schemeClr val="dk2"/>
              </a:buClr>
              <a:buSzPts val="1800"/>
              <a:buNone/>
              <a:defRPr sz="1800">
                <a:solidFill>
                  <a:schemeClr val="dk2"/>
                </a:solidFill>
              </a:defRPr>
            </a:lvl8pPr>
            <a:lvl9pPr lvl="8" rtl="0">
              <a:spcBef>
                <a:spcPts val="0"/>
              </a:spcBef>
              <a:spcAft>
                <a:spcPts val="0"/>
              </a:spcAft>
              <a:buClr>
                <a:schemeClr val="dk2"/>
              </a:buClr>
              <a:buSzPts val="1800"/>
              <a:buNone/>
              <a:defRPr sz="1800">
                <a:solidFill>
                  <a:schemeClr val="dk2"/>
                </a:solidFill>
              </a:defRPr>
            </a:lvl9pPr>
          </a:lstStyle>
          <a:p>
            <a:endParaRPr/>
          </a:p>
        </p:txBody>
      </p:sp>
      <p:sp>
        <p:nvSpPr>
          <p:cNvPr id="215" name="Google Shape;215;p40"/>
          <p:cNvSpPr txBox="1">
            <a:spLocks noGrp="1"/>
          </p:cNvSpPr>
          <p:nvPr>
            <p:ph type="subTitle" idx="6"/>
          </p:nvPr>
        </p:nvSpPr>
        <p:spPr>
          <a:xfrm>
            <a:off x="1119650" y="3140325"/>
            <a:ext cx="28671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None/>
              <a:defRPr sz="1800">
                <a:solidFill>
                  <a:schemeClr val="lt1"/>
                </a:solidFill>
              </a:defRPr>
            </a:lvl1pPr>
            <a:lvl2pPr lvl="1" rtl="0">
              <a:spcBef>
                <a:spcPts val="0"/>
              </a:spcBef>
              <a:spcAft>
                <a:spcPts val="0"/>
              </a:spcAft>
              <a:buClr>
                <a:schemeClr val="dk2"/>
              </a:buClr>
              <a:buSzPts val="1800"/>
              <a:buNone/>
              <a:defRPr sz="1800">
                <a:solidFill>
                  <a:schemeClr val="dk2"/>
                </a:solidFill>
              </a:defRPr>
            </a:lvl2pPr>
            <a:lvl3pPr lvl="2" rtl="0">
              <a:spcBef>
                <a:spcPts val="0"/>
              </a:spcBef>
              <a:spcAft>
                <a:spcPts val="0"/>
              </a:spcAft>
              <a:buClr>
                <a:schemeClr val="dk2"/>
              </a:buClr>
              <a:buSzPts val="1800"/>
              <a:buNone/>
              <a:defRPr sz="1800">
                <a:solidFill>
                  <a:schemeClr val="dk2"/>
                </a:solidFill>
              </a:defRPr>
            </a:lvl3pPr>
            <a:lvl4pPr lvl="3" rtl="0">
              <a:spcBef>
                <a:spcPts val="0"/>
              </a:spcBef>
              <a:spcAft>
                <a:spcPts val="0"/>
              </a:spcAft>
              <a:buClr>
                <a:schemeClr val="dk2"/>
              </a:buClr>
              <a:buSzPts val="1800"/>
              <a:buNone/>
              <a:defRPr sz="1800">
                <a:solidFill>
                  <a:schemeClr val="dk2"/>
                </a:solidFill>
              </a:defRPr>
            </a:lvl4pPr>
            <a:lvl5pPr lvl="4" rtl="0">
              <a:spcBef>
                <a:spcPts val="0"/>
              </a:spcBef>
              <a:spcAft>
                <a:spcPts val="0"/>
              </a:spcAft>
              <a:buClr>
                <a:schemeClr val="dk2"/>
              </a:buClr>
              <a:buSzPts val="1800"/>
              <a:buNone/>
              <a:defRPr sz="1800">
                <a:solidFill>
                  <a:schemeClr val="dk2"/>
                </a:solidFill>
              </a:defRPr>
            </a:lvl5pPr>
            <a:lvl6pPr lvl="5" rtl="0">
              <a:spcBef>
                <a:spcPts val="0"/>
              </a:spcBef>
              <a:spcAft>
                <a:spcPts val="0"/>
              </a:spcAft>
              <a:buClr>
                <a:schemeClr val="dk2"/>
              </a:buClr>
              <a:buSzPts val="1800"/>
              <a:buNone/>
              <a:defRPr sz="1800">
                <a:solidFill>
                  <a:schemeClr val="dk2"/>
                </a:solidFill>
              </a:defRPr>
            </a:lvl6pPr>
            <a:lvl7pPr lvl="6" rtl="0">
              <a:spcBef>
                <a:spcPts val="0"/>
              </a:spcBef>
              <a:spcAft>
                <a:spcPts val="0"/>
              </a:spcAft>
              <a:buClr>
                <a:schemeClr val="dk2"/>
              </a:buClr>
              <a:buSzPts val="1800"/>
              <a:buNone/>
              <a:defRPr sz="1800">
                <a:solidFill>
                  <a:schemeClr val="dk2"/>
                </a:solidFill>
              </a:defRPr>
            </a:lvl7pPr>
            <a:lvl8pPr lvl="7" rtl="0">
              <a:spcBef>
                <a:spcPts val="0"/>
              </a:spcBef>
              <a:spcAft>
                <a:spcPts val="0"/>
              </a:spcAft>
              <a:buClr>
                <a:schemeClr val="dk2"/>
              </a:buClr>
              <a:buSzPts val="1800"/>
              <a:buNone/>
              <a:defRPr sz="1800">
                <a:solidFill>
                  <a:schemeClr val="dk2"/>
                </a:solidFill>
              </a:defRPr>
            </a:lvl8pPr>
            <a:lvl9pPr lvl="8" rtl="0">
              <a:spcBef>
                <a:spcPts val="0"/>
              </a:spcBef>
              <a:spcAft>
                <a:spcPts val="0"/>
              </a:spcAft>
              <a:buClr>
                <a:schemeClr val="dk2"/>
              </a:buClr>
              <a:buSzPts val="1800"/>
              <a:buNone/>
              <a:defRPr sz="1800">
                <a:solidFill>
                  <a:schemeClr val="dk2"/>
                </a:solidFill>
              </a:defRPr>
            </a:lvl9pPr>
          </a:lstStyle>
          <a:p>
            <a:endParaRPr/>
          </a:p>
        </p:txBody>
      </p:sp>
      <p:sp>
        <p:nvSpPr>
          <p:cNvPr id="216" name="Google Shape;216;p40"/>
          <p:cNvSpPr txBox="1">
            <a:spLocks noGrp="1"/>
          </p:cNvSpPr>
          <p:nvPr>
            <p:ph type="subTitle" idx="7"/>
          </p:nvPr>
        </p:nvSpPr>
        <p:spPr>
          <a:xfrm>
            <a:off x="5157250" y="1745638"/>
            <a:ext cx="28671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None/>
              <a:defRPr sz="1800">
                <a:solidFill>
                  <a:schemeClr val="lt1"/>
                </a:solidFill>
              </a:defRPr>
            </a:lvl1pPr>
            <a:lvl2pPr lvl="1" rtl="0">
              <a:spcBef>
                <a:spcPts val="0"/>
              </a:spcBef>
              <a:spcAft>
                <a:spcPts val="0"/>
              </a:spcAft>
              <a:buClr>
                <a:schemeClr val="dk2"/>
              </a:buClr>
              <a:buSzPts val="1800"/>
              <a:buNone/>
              <a:defRPr sz="1800">
                <a:solidFill>
                  <a:schemeClr val="dk2"/>
                </a:solidFill>
              </a:defRPr>
            </a:lvl2pPr>
            <a:lvl3pPr lvl="2" rtl="0">
              <a:spcBef>
                <a:spcPts val="0"/>
              </a:spcBef>
              <a:spcAft>
                <a:spcPts val="0"/>
              </a:spcAft>
              <a:buClr>
                <a:schemeClr val="dk2"/>
              </a:buClr>
              <a:buSzPts val="1800"/>
              <a:buNone/>
              <a:defRPr sz="1800">
                <a:solidFill>
                  <a:schemeClr val="dk2"/>
                </a:solidFill>
              </a:defRPr>
            </a:lvl3pPr>
            <a:lvl4pPr lvl="3" rtl="0">
              <a:spcBef>
                <a:spcPts val="0"/>
              </a:spcBef>
              <a:spcAft>
                <a:spcPts val="0"/>
              </a:spcAft>
              <a:buClr>
                <a:schemeClr val="dk2"/>
              </a:buClr>
              <a:buSzPts val="1800"/>
              <a:buNone/>
              <a:defRPr sz="1800">
                <a:solidFill>
                  <a:schemeClr val="dk2"/>
                </a:solidFill>
              </a:defRPr>
            </a:lvl4pPr>
            <a:lvl5pPr lvl="4" rtl="0">
              <a:spcBef>
                <a:spcPts val="0"/>
              </a:spcBef>
              <a:spcAft>
                <a:spcPts val="0"/>
              </a:spcAft>
              <a:buClr>
                <a:schemeClr val="dk2"/>
              </a:buClr>
              <a:buSzPts val="1800"/>
              <a:buNone/>
              <a:defRPr sz="1800">
                <a:solidFill>
                  <a:schemeClr val="dk2"/>
                </a:solidFill>
              </a:defRPr>
            </a:lvl5pPr>
            <a:lvl6pPr lvl="5" rtl="0">
              <a:spcBef>
                <a:spcPts val="0"/>
              </a:spcBef>
              <a:spcAft>
                <a:spcPts val="0"/>
              </a:spcAft>
              <a:buClr>
                <a:schemeClr val="dk2"/>
              </a:buClr>
              <a:buSzPts val="1800"/>
              <a:buNone/>
              <a:defRPr sz="1800">
                <a:solidFill>
                  <a:schemeClr val="dk2"/>
                </a:solidFill>
              </a:defRPr>
            </a:lvl6pPr>
            <a:lvl7pPr lvl="6" rtl="0">
              <a:spcBef>
                <a:spcPts val="0"/>
              </a:spcBef>
              <a:spcAft>
                <a:spcPts val="0"/>
              </a:spcAft>
              <a:buClr>
                <a:schemeClr val="dk2"/>
              </a:buClr>
              <a:buSzPts val="1800"/>
              <a:buNone/>
              <a:defRPr sz="1800">
                <a:solidFill>
                  <a:schemeClr val="dk2"/>
                </a:solidFill>
              </a:defRPr>
            </a:lvl7pPr>
            <a:lvl8pPr lvl="7" rtl="0">
              <a:spcBef>
                <a:spcPts val="0"/>
              </a:spcBef>
              <a:spcAft>
                <a:spcPts val="0"/>
              </a:spcAft>
              <a:buClr>
                <a:schemeClr val="dk2"/>
              </a:buClr>
              <a:buSzPts val="1800"/>
              <a:buNone/>
              <a:defRPr sz="1800">
                <a:solidFill>
                  <a:schemeClr val="dk2"/>
                </a:solidFill>
              </a:defRPr>
            </a:lvl8pPr>
            <a:lvl9pPr lvl="8" rtl="0">
              <a:spcBef>
                <a:spcPts val="0"/>
              </a:spcBef>
              <a:spcAft>
                <a:spcPts val="0"/>
              </a:spcAft>
              <a:buClr>
                <a:schemeClr val="dk2"/>
              </a:buClr>
              <a:buSzPts val="1800"/>
              <a:buNone/>
              <a:defRPr sz="1800">
                <a:solidFill>
                  <a:schemeClr val="dk2"/>
                </a:solidFill>
              </a:defRPr>
            </a:lvl9pPr>
          </a:lstStyle>
          <a:p>
            <a:endParaRPr/>
          </a:p>
        </p:txBody>
      </p:sp>
      <p:sp>
        <p:nvSpPr>
          <p:cNvPr id="217" name="Google Shape;217;p40"/>
          <p:cNvSpPr txBox="1">
            <a:spLocks noGrp="1"/>
          </p:cNvSpPr>
          <p:nvPr>
            <p:ph type="subTitle" idx="8"/>
          </p:nvPr>
        </p:nvSpPr>
        <p:spPr>
          <a:xfrm>
            <a:off x="5157250" y="3140325"/>
            <a:ext cx="28671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None/>
              <a:defRPr sz="1800">
                <a:solidFill>
                  <a:schemeClr val="lt1"/>
                </a:solidFill>
              </a:defRPr>
            </a:lvl1pPr>
            <a:lvl2pPr lvl="1" rtl="0">
              <a:spcBef>
                <a:spcPts val="0"/>
              </a:spcBef>
              <a:spcAft>
                <a:spcPts val="0"/>
              </a:spcAft>
              <a:buClr>
                <a:schemeClr val="dk2"/>
              </a:buClr>
              <a:buSzPts val="1800"/>
              <a:buNone/>
              <a:defRPr sz="1800">
                <a:solidFill>
                  <a:schemeClr val="dk2"/>
                </a:solidFill>
              </a:defRPr>
            </a:lvl2pPr>
            <a:lvl3pPr lvl="2" rtl="0">
              <a:spcBef>
                <a:spcPts val="0"/>
              </a:spcBef>
              <a:spcAft>
                <a:spcPts val="0"/>
              </a:spcAft>
              <a:buClr>
                <a:schemeClr val="dk2"/>
              </a:buClr>
              <a:buSzPts val="1800"/>
              <a:buNone/>
              <a:defRPr sz="1800">
                <a:solidFill>
                  <a:schemeClr val="dk2"/>
                </a:solidFill>
              </a:defRPr>
            </a:lvl3pPr>
            <a:lvl4pPr lvl="3" rtl="0">
              <a:spcBef>
                <a:spcPts val="0"/>
              </a:spcBef>
              <a:spcAft>
                <a:spcPts val="0"/>
              </a:spcAft>
              <a:buClr>
                <a:schemeClr val="dk2"/>
              </a:buClr>
              <a:buSzPts val="1800"/>
              <a:buNone/>
              <a:defRPr sz="1800">
                <a:solidFill>
                  <a:schemeClr val="dk2"/>
                </a:solidFill>
              </a:defRPr>
            </a:lvl4pPr>
            <a:lvl5pPr lvl="4" rtl="0">
              <a:spcBef>
                <a:spcPts val="0"/>
              </a:spcBef>
              <a:spcAft>
                <a:spcPts val="0"/>
              </a:spcAft>
              <a:buClr>
                <a:schemeClr val="dk2"/>
              </a:buClr>
              <a:buSzPts val="1800"/>
              <a:buNone/>
              <a:defRPr sz="1800">
                <a:solidFill>
                  <a:schemeClr val="dk2"/>
                </a:solidFill>
              </a:defRPr>
            </a:lvl5pPr>
            <a:lvl6pPr lvl="5" rtl="0">
              <a:spcBef>
                <a:spcPts val="0"/>
              </a:spcBef>
              <a:spcAft>
                <a:spcPts val="0"/>
              </a:spcAft>
              <a:buClr>
                <a:schemeClr val="dk2"/>
              </a:buClr>
              <a:buSzPts val="1800"/>
              <a:buNone/>
              <a:defRPr sz="1800">
                <a:solidFill>
                  <a:schemeClr val="dk2"/>
                </a:solidFill>
              </a:defRPr>
            </a:lvl6pPr>
            <a:lvl7pPr lvl="6" rtl="0">
              <a:spcBef>
                <a:spcPts val="0"/>
              </a:spcBef>
              <a:spcAft>
                <a:spcPts val="0"/>
              </a:spcAft>
              <a:buClr>
                <a:schemeClr val="dk2"/>
              </a:buClr>
              <a:buSzPts val="1800"/>
              <a:buNone/>
              <a:defRPr sz="1800">
                <a:solidFill>
                  <a:schemeClr val="dk2"/>
                </a:solidFill>
              </a:defRPr>
            </a:lvl7pPr>
            <a:lvl8pPr lvl="7" rtl="0">
              <a:spcBef>
                <a:spcPts val="0"/>
              </a:spcBef>
              <a:spcAft>
                <a:spcPts val="0"/>
              </a:spcAft>
              <a:buClr>
                <a:schemeClr val="dk2"/>
              </a:buClr>
              <a:buSzPts val="1800"/>
              <a:buNone/>
              <a:defRPr sz="1800">
                <a:solidFill>
                  <a:schemeClr val="dk2"/>
                </a:solidFill>
              </a:defRPr>
            </a:lvl8pPr>
            <a:lvl9pPr lvl="8" rtl="0">
              <a:spcBef>
                <a:spcPts val="0"/>
              </a:spcBef>
              <a:spcAft>
                <a:spcPts val="0"/>
              </a:spcAft>
              <a:buClr>
                <a:schemeClr val="dk2"/>
              </a:buClr>
              <a:buSzPts val="1800"/>
              <a:buNone/>
              <a:defRPr sz="1800">
                <a:solidFill>
                  <a:schemeClr val="dk2"/>
                </a:solidFill>
              </a:defRPr>
            </a:lvl9pPr>
          </a:lstStyle>
          <a:p>
            <a:endParaRPr/>
          </a:p>
        </p:txBody>
      </p:sp>
      <p:sp>
        <p:nvSpPr>
          <p:cNvPr id="218" name="Google Shape;218;p40"/>
          <p:cNvSpPr txBox="1">
            <a:spLocks noGrp="1"/>
          </p:cNvSpPr>
          <p:nvPr>
            <p:ph type="title"/>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five columns">
  <p:cSld name="BLANK_1_1_1_1_1_2">
    <p:bg>
      <p:bgPr>
        <a:solidFill>
          <a:schemeClr val="dk2"/>
        </a:solidFill>
        <a:effectLst/>
      </p:bgPr>
    </p:bg>
    <p:spTree>
      <p:nvGrpSpPr>
        <p:cNvPr id="1" name="Shape 219"/>
        <p:cNvGrpSpPr/>
        <p:nvPr/>
      </p:nvGrpSpPr>
      <p:grpSpPr>
        <a:xfrm>
          <a:off x="0" y="0"/>
          <a:ext cx="0" cy="0"/>
          <a:chOff x="0" y="0"/>
          <a:chExt cx="0" cy="0"/>
        </a:xfrm>
      </p:grpSpPr>
      <p:sp>
        <p:nvSpPr>
          <p:cNvPr id="220" name="Google Shape;220;p41"/>
          <p:cNvSpPr/>
          <p:nvPr/>
        </p:nvSpPr>
        <p:spPr>
          <a:xfrm>
            <a:off x="713225" y="539500"/>
            <a:ext cx="7717500" cy="405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41"/>
          <p:cNvSpPr txBox="1">
            <a:spLocks noGrp="1"/>
          </p:cNvSpPr>
          <p:nvPr>
            <p:ph type="subTitle" idx="1"/>
          </p:nvPr>
        </p:nvSpPr>
        <p:spPr>
          <a:xfrm>
            <a:off x="872400" y="2178275"/>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2" name="Google Shape;222;p41"/>
          <p:cNvSpPr txBox="1">
            <a:spLocks noGrp="1"/>
          </p:cNvSpPr>
          <p:nvPr>
            <p:ph type="subTitle" idx="2"/>
          </p:nvPr>
        </p:nvSpPr>
        <p:spPr>
          <a:xfrm>
            <a:off x="3419271" y="2178275"/>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3" name="Google Shape;223;p41"/>
          <p:cNvSpPr txBox="1">
            <a:spLocks noGrp="1"/>
          </p:cNvSpPr>
          <p:nvPr>
            <p:ph type="subTitle" idx="3"/>
          </p:nvPr>
        </p:nvSpPr>
        <p:spPr>
          <a:xfrm>
            <a:off x="2145838" y="3511800"/>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4" name="Google Shape;224;p41"/>
          <p:cNvSpPr txBox="1">
            <a:spLocks noGrp="1"/>
          </p:cNvSpPr>
          <p:nvPr>
            <p:ph type="subTitle" idx="4"/>
          </p:nvPr>
        </p:nvSpPr>
        <p:spPr>
          <a:xfrm>
            <a:off x="4692709" y="3511800"/>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5" name="Google Shape;225;p41"/>
          <p:cNvSpPr txBox="1">
            <a:spLocks noGrp="1"/>
          </p:cNvSpPr>
          <p:nvPr>
            <p:ph type="subTitle" idx="5"/>
          </p:nvPr>
        </p:nvSpPr>
        <p:spPr>
          <a:xfrm>
            <a:off x="5966150" y="2178275"/>
            <a:ext cx="2305500" cy="63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26" name="Google Shape;226;p41"/>
          <p:cNvSpPr txBox="1">
            <a:spLocks noGrp="1"/>
          </p:cNvSpPr>
          <p:nvPr>
            <p:ph type="subTitle" idx="6"/>
          </p:nvPr>
        </p:nvSpPr>
        <p:spPr>
          <a:xfrm>
            <a:off x="872400" y="1878725"/>
            <a:ext cx="23055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None/>
              <a:defRPr sz="1800">
                <a:solidFill>
                  <a:schemeClr val="dk2"/>
                </a:solidFill>
              </a:defRPr>
            </a:lvl1pPr>
            <a:lvl2pPr lvl="1" algn="ctr" rtl="0">
              <a:spcBef>
                <a:spcPts val="0"/>
              </a:spcBef>
              <a:spcAft>
                <a:spcPts val="0"/>
              </a:spcAft>
              <a:buClr>
                <a:schemeClr val="dk2"/>
              </a:buClr>
              <a:buSzPts val="1800"/>
              <a:buNone/>
              <a:defRPr sz="1800">
                <a:solidFill>
                  <a:schemeClr val="dk2"/>
                </a:solidFill>
              </a:defRPr>
            </a:lvl2pPr>
            <a:lvl3pPr lvl="2" algn="ctr" rtl="0">
              <a:spcBef>
                <a:spcPts val="0"/>
              </a:spcBef>
              <a:spcAft>
                <a:spcPts val="0"/>
              </a:spcAft>
              <a:buClr>
                <a:schemeClr val="dk2"/>
              </a:buClr>
              <a:buSzPts val="1800"/>
              <a:buNone/>
              <a:defRPr sz="1800">
                <a:solidFill>
                  <a:schemeClr val="dk2"/>
                </a:solidFill>
              </a:defRPr>
            </a:lvl3pPr>
            <a:lvl4pPr lvl="3" algn="ctr" rtl="0">
              <a:spcBef>
                <a:spcPts val="0"/>
              </a:spcBef>
              <a:spcAft>
                <a:spcPts val="0"/>
              </a:spcAft>
              <a:buClr>
                <a:schemeClr val="dk2"/>
              </a:buClr>
              <a:buSzPts val="1800"/>
              <a:buNone/>
              <a:defRPr sz="1800">
                <a:solidFill>
                  <a:schemeClr val="dk2"/>
                </a:solidFill>
              </a:defRPr>
            </a:lvl4pPr>
            <a:lvl5pPr lvl="4" algn="ctr" rtl="0">
              <a:spcBef>
                <a:spcPts val="0"/>
              </a:spcBef>
              <a:spcAft>
                <a:spcPts val="0"/>
              </a:spcAft>
              <a:buClr>
                <a:schemeClr val="dk2"/>
              </a:buClr>
              <a:buSzPts val="1800"/>
              <a:buNone/>
              <a:defRPr sz="1800">
                <a:solidFill>
                  <a:schemeClr val="dk2"/>
                </a:solidFill>
              </a:defRPr>
            </a:lvl5pPr>
            <a:lvl6pPr lvl="5" algn="ctr" rtl="0">
              <a:spcBef>
                <a:spcPts val="0"/>
              </a:spcBef>
              <a:spcAft>
                <a:spcPts val="0"/>
              </a:spcAft>
              <a:buClr>
                <a:schemeClr val="dk2"/>
              </a:buClr>
              <a:buSzPts val="1800"/>
              <a:buNone/>
              <a:defRPr sz="1800">
                <a:solidFill>
                  <a:schemeClr val="dk2"/>
                </a:solidFill>
              </a:defRPr>
            </a:lvl6pPr>
            <a:lvl7pPr lvl="6" algn="ctr" rtl="0">
              <a:spcBef>
                <a:spcPts val="0"/>
              </a:spcBef>
              <a:spcAft>
                <a:spcPts val="0"/>
              </a:spcAft>
              <a:buClr>
                <a:schemeClr val="dk2"/>
              </a:buClr>
              <a:buSzPts val="1800"/>
              <a:buNone/>
              <a:defRPr sz="1800">
                <a:solidFill>
                  <a:schemeClr val="dk2"/>
                </a:solidFill>
              </a:defRPr>
            </a:lvl7pPr>
            <a:lvl8pPr lvl="7" algn="ctr" rtl="0">
              <a:spcBef>
                <a:spcPts val="0"/>
              </a:spcBef>
              <a:spcAft>
                <a:spcPts val="0"/>
              </a:spcAft>
              <a:buClr>
                <a:schemeClr val="dk2"/>
              </a:buClr>
              <a:buSzPts val="1800"/>
              <a:buNone/>
              <a:defRPr sz="1800">
                <a:solidFill>
                  <a:schemeClr val="dk2"/>
                </a:solidFill>
              </a:defRPr>
            </a:lvl8pPr>
            <a:lvl9pPr lvl="8" algn="ctr" rtl="0">
              <a:spcBef>
                <a:spcPts val="0"/>
              </a:spcBef>
              <a:spcAft>
                <a:spcPts val="0"/>
              </a:spcAft>
              <a:buClr>
                <a:schemeClr val="dk2"/>
              </a:buClr>
              <a:buSzPts val="1800"/>
              <a:buNone/>
              <a:defRPr sz="1800">
                <a:solidFill>
                  <a:schemeClr val="dk2"/>
                </a:solidFill>
              </a:defRPr>
            </a:lvl9pPr>
          </a:lstStyle>
          <a:p>
            <a:endParaRPr/>
          </a:p>
        </p:txBody>
      </p:sp>
      <p:sp>
        <p:nvSpPr>
          <p:cNvPr id="227" name="Google Shape;227;p41"/>
          <p:cNvSpPr txBox="1">
            <a:spLocks noGrp="1"/>
          </p:cNvSpPr>
          <p:nvPr>
            <p:ph type="subTitle" idx="7"/>
          </p:nvPr>
        </p:nvSpPr>
        <p:spPr>
          <a:xfrm>
            <a:off x="3419275" y="1878725"/>
            <a:ext cx="23055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None/>
              <a:defRPr sz="1800">
                <a:solidFill>
                  <a:schemeClr val="dk2"/>
                </a:solidFill>
              </a:defRPr>
            </a:lvl1pPr>
            <a:lvl2pPr lvl="1" algn="ctr" rtl="0">
              <a:spcBef>
                <a:spcPts val="0"/>
              </a:spcBef>
              <a:spcAft>
                <a:spcPts val="0"/>
              </a:spcAft>
              <a:buClr>
                <a:schemeClr val="dk2"/>
              </a:buClr>
              <a:buSzPts val="1800"/>
              <a:buNone/>
              <a:defRPr sz="1800">
                <a:solidFill>
                  <a:schemeClr val="dk2"/>
                </a:solidFill>
              </a:defRPr>
            </a:lvl2pPr>
            <a:lvl3pPr lvl="2" algn="ctr" rtl="0">
              <a:spcBef>
                <a:spcPts val="0"/>
              </a:spcBef>
              <a:spcAft>
                <a:spcPts val="0"/>
              </a:spcAft>
              <a:buClr>
                <a:schemeClr val="dk2"/>
              </a:buClr>
              <a:buSzPts val="1800"/>
              <a:buNone/>
              <a:defRPr sz="1800">
                <a:solidFill>
                  <a:schemeClr val="dk2"/>
                </a:solidFill>
              </a:defRPr>
            </a:lvl3pPr>
            <a:lvl4pPr lvl="3" algn="ctr" rtl="0">
              <a:spcBef>
                <a:spcPts val="0"/>
              </a:spcBef>
              <a:spcAft>
                <a:spcPts val="0"/>
              </a:spcAft>
              <a:buClr>
                <a:schemeClr val="dk2"/>
              </a:buClr>
              <a:buSzPts val="1800"/>
              <a:buNone/>
              <a:defRPr sz="1800">
                <a:solidFill>
                  <a:schemeClr val="dk2"/>
                </a:solidFill>
              </a:defRPr>
            </a:lvl4pPr>
            <a:lvl5pPr lvl="4" algn="ctr" rtl="0">
              <a:spcBef>
                <a:spcPts val="0"/>
              </a:spcBef>
              <a:spcAft>
                <a:spcPts val="0"/>
              </a:spcAft>
              <a:buClr>
                <a:schemeClr val="dk2"/>
              </a:buClr>
              <a:buSzPts val="1800"/>
              <a:buNone/>
              <a:defRPr sz="1800">
                <a:solidFill>
                  <a:schemeClr val="dk2"/>
                </a:solidFill>
              </a:defRPr>
            </a:lvl5pPr>
            <a:lvl6pPr lvl="5" algn="ctr" rtl="0">
              <a:spcBef>
                <a:spcPts val="0"/>
              </a:spcBef>
              <a:spcAft>
                <a:spcPts val="0"/>
              </a:spcAft>
              <a:buClr>
                <a:schemeClr val="dk2"/>
              </a:buClr>
              <a:buSzPts val="1800"/>
              <a:buNone/>
              <a:defRPr sz="1800">
                <a:solidFill>
                  <a:schemeClr val="dk2"/>
                </a:solidFill>
              </a:defRPr>
            </a:lvl6pPr>
            <a:lvl7pPr lvl="6" algn="ctr" rtl="0">
              <a:spcBef>
                <a:spcPts val="0"/>
              </a:spcBef>
              <a:spcAft>
                <a:spcPts val="0"/>
              </a:spcAft>
              <a:buClr>
                <a:schemeClr val="dk2"/>
              </a:buClr>
              <a:buSzPts val="1800"/>
              <a:buNone/>
              <a:defRPr sz="1800">
                <a:solidFill>
                  <a:schemeClr val="dk2"/>
                </a:solidFill>
              </a:defRPr>
            </a:lvl7pPr>
            <a:lvl8pPr lvl="7" algn="ctr" rtl="0">
              <a:spcBef>
                <a:spcPts val="0"/>
              </a:spcBef>
              <a:spcAft>
                <a:spcPts val="0"/>
              </a:spcAft>
              <a:buClr>
                <a:schemeClr val="dk2"/>
              </a:buClr>
              <a:buSzPts val="1800"/>
              <a:buNone/>
              <a:defRPr sz="1800">
                <a:solidFill>
                  <a:schemeClr val="dk2"/>
                </a:solidFill>
              </a:defRPr>
            </a:lvl8pPr>
            <a:lvl9pPr lvl="8" algn="ctr" rtl="0">
              <a:spcBef>
                <a:spcPts val="0"/>
              </a:spcBef>
              <a:spcAft>
                <a:spcPts val="0"/>
              </a:spcAft>
              <a:buClr>
                <a:schemeClr val="dk2"/>
              </a:buClr>
              <a:buSzPts val="1800"/>
              <a:buNone/>
              <a:defRPr sz="1800">
                <a:solidFill>
                  <a:schemeClr val="dk2"/>
                </a:solidFill>
              </a:defRPr>
            </a:lvl9pPr>
          </a:lstStyle>
          <a:p>
            <a:endParaRPr/>
          </a:p>
        </p:txBody>
      </p:sp>
      <p:sp>
        <p:nvSpPr>
          <p:cNvPr id="228" name="Google Shape;228;p41"/>
          <p:cNvSpPr txBox="1">
            <a:spLocks noGrp="1"/>
          </p:cNvSpPr>
          <p:nvPr>
            <p:ph type="subTitle" idx="8"/>
          </p:nvPr>
        </p:nvSpPr>
        <p:spPr>
          <a:xfrm>
            <a:off x="5966150" y="1878725"/>
            <a:ext cx="23055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None/>
              <a:defRPr sz="1800">
                <a:solidFill>
                  <a:schemeClr val="dk2"/>
                </a:solidFill>
              </a:defRPr>
            </a:lvl1pPr>
            <a:lvl2pPr lvl="1" algn="ctr" rtl="0">
              <a:spcBef>
                <a:spcPts val="0"/>
              </a:spcBef>
              <a:spcAft>
                <a:spcPts val="0"/>
              </a:spcAft>
              <a:buClr>
                <a:schemeClr val="dk2"/>
              </a:buClr>
              <a:buSzPts val="1800"/>
              <a:buNone/>
              <a:defRPr sz="1800">
                <a:solidFill>
                  <a:schemeClr val="dk2"/>
                </a:solidFill>
              </a:defRPr>
            </a:lvl2pPr>
            <a:lvl3pPr lvl="2" algn="ctr" rtl="0">
              <a:spcBef>
                <a:spcPts val="0"/>
              </a:spcBef>
              <a:spcAft>
                <a:spcPts val="0"/>
              </a:spcAft>
              <a:buClr>
                <a:schemeClr val="dk2"/>
              </a:buClr>
              <a:buSzPts val="1800"/>
              <a:buNone/>
              <a:defRPr sz="1800">
                <a:solidFill>
                  <a:schemeClr val="dk2"/>
                </a:solidFill>
              </a:defRPr>
            </a:lvl3pPr>
            <a:lvl4pPr lvl="3" algn="ctr" rtl="0">
              <a:spcBef>
                <a:spcPts val="0"/>
              </a:spcBef>
              <a:spcAft>
                <a:spcPts val="0"/>
              </a:spcAft>
              <a:buClr>
                <a:schemeClr val="dk2"/>
              </a:buClr>
              <a:buSzPts val="1800"/>
              <a:buNone/>
              <a:defRPr sz="1800">
                <a:solidFill>
                  <a:schemeClr val="dk2"/>
                </a:solidFill>
              </a:defRPr>
            </a:lvl4pPr>
            <a:lvl5pPr lvl="4" algn="ctr" rtl="0">
              <a:spcBef>
                <a:spcPts val="0"/>
              </a:spcBef>
              <a:spcAft>
                <a:spcPts val="0"/>
              </a:spcAft>
              <a:buClr>
                <a:schemeClr val="dk2"/>
              </a:buClr>
              <a:buSzPts val="1800"/>
              <a:buNone/>
              <a:defRPr sz="1800">
                <a:solidFill>
                  <a:schemeClr val="dk2"/>
                </a:solidFill>
              </a:defRPr>
            </a:lvl5pPr>
            <a:lvl6pPr lvl="5" algn="ctr" rtl="0">
              <a:spcBef>
                <a:spcPts val="0"/>
              </a:spcBef>
              <a:spcAft>
                <a:spcPts val="0"/>
              </a:spcAft>
              <a:buClr>
                <a:schemeClr val="dk2"/>
              </a:buClr>
              <a:buSzPts val="1800"/>
              <a:buNone/>
              <a:defRPr sz="1800">
                <a:solidFill>
                  <a:schemeClr val="dk2"/>
                </a:solidFill>
              </a:defRPr>
            </a:lvl6pPr>
            <a:lvl7pPr lvl="6" algn="ctr" rtl="0">
              <a:spcBef>
                <a:spcPts val="0"/>
              </a:spcBef>
              <a:spcAft>
                <a:spcPts val="0"/>
              </a:spcAft>
              <a:buClr>
                <a:schemeClr val="dk2"/>
              </a:buClr>
              <a:buSzPts val="1800"/>
              <a:buNone/>
              <a:defRPr sz="1800">
                <a:solidFill>
                  <a:schemeClr val="dk2"/>
                </a:solidFill>
              </a:defRPr>
            </a:lvl7pPr>
            <a:lvl8pPr lvl="7" algn="ctr" rtl="0">
              <a:spcBef>
                <a:spcPts val="0"/>
              </a:spcBef>
              <a:spcAft>
                <a:spcPts val="0"/>
              </a:spcAft>
              <a:buClr>
                <a:schemeClr val="dk2"/>
              </a:buClr>
              <a:buSzPts val="1800"/>
              <a:buNone/>
              <a:defRPr sz="1800">
                <a:solidFill>
                  <a:schemeClr val="dk2"/>
                </a:solidFill>
              </a:defRPr>
            </a:lvl8pPr>
            <a:lvl9pPr lvl="8" algn="ctr" rtl="0">
              <a:spcBef>
                <a:spcPts val="0"/>
              </a:spcBef>
              <a:spcAft>
                <a:spcPts val="0"/>
              </a:spcAft>
              <a:buClr>
                <a:schemeClr val="dk2"/>
              </a:buClr>
              <a:buSzPts val="1800"/>
              <a:buNone/>
              <a:defRPr sz="1800">
                <a:solidFill>
                  <a:schemeClr val="dk2"/>
                </a:solidFill>
              </a:defRPr>
            </a:lvl9pPr>
          </a:lstStyle>
          <a:p>
            <a:endParaRPr/>
          </a:p>
        </p:txBody>
      </p:sp>
      <p:sp>
        <p:nvSpPr>
          <p:cNvPr id="229" name="Google Shape;229;p41"/>
          <p:cNvSpPr txBox="1">
            <a:spLocks noGrp="1"/>
          </p:cNvSpPr>
          <p:nvPr>
            <p:ph type="subTitle" idx="9"/>
          </p:nvPr>
        </p:nvSpPr>
        <p:spPr>
          <a:xfrm>
            <a:off x="2145850" y="3212100"/>
            <a:ext cx="23055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None/>
              <a:defRPr sz="1800">
                <a:solidFill>
                  <a:schemeClr val="dk2"/>
                </a:solidFill>
              </a:defRPr>
            </a:lvl1pPr>
            <a:lvl2pPr lvl="1" algn="ctr" rtl="0">
              <a:spcBef>
                <a:spcPts val="0"/>
              </a:spcBef>
              <a:spcAft>
                <a:spcPts val="0"/>
              </a:spcAft>
              <a:buClr>
                <a:schemeClr val="dk2"/>
              </a:buClr>
              <a:buSzPts val="1800"/>
              <a:buNone/>
              <a:defRPr sz="1800">
                <a:solidFill>
                  <a:schemeClr val="dk2"/>
                </a:solidFill>
              </a:defRPr>
            </a:lvl2pPr>
            <a:lvl3pPr lvl="2" algn="ctr" rtl="0">
              <a:spcBef>
                <a:spcPts val="0"/>
              </a:spcBef>
              <a:spcAft>
                <a:spcPts val="0"/>
              </a:spcAft>
              <a:buClr>
                <a:schemeClr val="dk2"/>
              </a:buClr>
              <a:buSzPts val="1800"/>
              <a:buNone/>
              <a:defRPr sz="1800">
                <a:solidFill>
                  <a:schemeClr val="dk2"/>
                </a:solidFill>
              </a:defRPr>
            </a:lvl3pPr>
            <a:lvl4pPr lvl="3" algn="ctr" rtl="0">
              <a:spcBef>
                <a:spcPts val="0"/>
              </a:spcBef>
              <a:spcAft>
                <a:spcPts val="0"/>
              </a:spcAft>
              <a:buClr>
                <a:schemeClr val="dk2"/>
              </a:buClr>
              <a:buSzPts val="1800"/>
              <a:buNone/>
              <a:defRPr sz="1800">
                <a:solidFill>
                  <a:schemeClr val="dk2"/>
                </a:solidFill>
              </a:defRPr>
            </a:lvl4pPr>
            <a:lvl5pPr lvl="4" algn="ctr" rtl="0">
              <a:spcBef>
                <a:spcPts val="0"/>
              </a:spcBef>
              <a:spcAft>
                <a:spcPts val="0"/>
              </a:spcAft>
              <a:buClr>
                <a:schemeClr val="dk2"/>
              </a:buClr>
              <a:buSzPts val="1800"/>
              <a:buNone/>
              <a:defRPr sz="1800">
                <a:solidFill>
                  <a:schemeClr val="dk2"/>
                </a:solidFill>
              </a:defRPr>
            </a:lvl5pPr>
            <a:lvl6pPr lvl="5" algn="ctr" rtl="0">
              <a:spcBef>
                <a:spcPts val="0"/>
              </a:spcBef>
              <a:spcAft>
                <a:spcPts val="0"/>
              </a:spcAft>
              <a:buClr>
                <a:schemeClr val="dk2"/>
              </a:buClr>
              <a:buSzPts val="1800"/>
              <a:buNone/>
              <a:defRPr sz="1800">
                <a:solidFill>
                  <a:schemeClr val="dk2"/>
                </a:solidFill>
              </a:defRPr>
            </a:lvl6pPr>
            <a:lvl7pPr lvl="6" algn="ctr" rtl="0">
              <a:spcBef>
                <a:spcPts val="0"/>
              </a:spcBef>
              <a:spcAft>
                <a:spcPts val="0"/>
              </a:spcAft>
              <a:buClr>
                <a:schemeClr val="dk2"/>
              </a:buClr>
              <a:buSzPts val="1800"/>
              <a:buNone/>
              <a:defRPr sz="1800">
                <a:solidFill>
                  <a:schemeClr val="dk2"/>
                </a:solidFill>
              </a:defRPr>
            </a:lvl7pPr>
            <a:lvl8pPr lvl="7" algn="ctr" rtl="0">
              <a:spcBef>
                <a:spcPts val="0"/>
              </a:spcBef>
              <a:spcAft>
                <a:spcPts val="0"/>
              </a:spcAft>
              <a:buClr>
                <a:schemeClr val="dk2"/>
              </a:buClr>
              <a:buSzPts val="1800"/>
              <a:buNone/>
              <a:defRPr sz="1800">
                <a:solidFill>
                  <a:schemeClr val="dk2"/>
                </a:solidFill>
              </a:defRPr>
            </a:lvl8pPr>
            <a:lvl9pPr lvl="8" algn="ctr" rtl="0">
              <a:spcBef>
                <a:spcPts val="0"/>
              </a:spcBef>
              <a:spcAft>
                <a:spcPts val="0"/>
              </a:spcAft>
              <a:buClr>
                <a:schemeClr val="dk2"/>
              </a:buClr>
              <a:buSzPts val="1800"/>
              <a:buNone/>
              <a:defRPr sz="1800">
                <a:solidFill>
                  <a:schemeClr val="dk2"/>
                </a:solidFill>
              </a:defRPr>
            </a:lvl9pPr>
          </a:lstStyle>
          <a:p>
            <a:endParaRPr/>
          </a:p>
        </p:txBody>
      </p:sp>
      <p:sp>
        <p:nvSpPr>
          <p:cNvPr id="230" name="Google Shape;230;p41"/>
          <p:cNvSpPr txBox="1">
            <a:spLocks noGrp="1"/>
          </p:cNvSpPr>
          <p:nvPr>
            <p:ph type="subTitle" idx="13"/>
          </p:nvPr>
        </p:nvSpPr>
        <p:spPr>
          <a:xfrm>
            <a:off x="4692700" y="3212100"/>
            <a:ext cx="23055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None/>
              <a:defRPr sz="1800">
                <a:solidFill>
                  <a:schemeClr val="dk2"/>
                </a:solidFill>
              </a:defRPr>
            </a:lvl1pPr>
            <a:lvl2pPr lvl="1" algn="ctr" rtl="0">
              <a:spcBef>
                <a:spcPts val="0"/>
              </a:spcBef>
              <a:spcAft>
                <a:spcPts val="0"/>
              </a:spcAft>
              <a:buClr>
                <a:schemeClr val="dk2"/>
              </a:buClr>
              <a:buSzPts val="1800"/>
              <a:buNone/>
              <a:defRPr sz="1800">
                <a:solidFill>
                  <a:schemeClr val="dk2"/>
                </a:solidFill>
              </a:defRPr>
            </a:lvl2pPr>
            <a:lvl3pPr lvl="2" algn="ctr" rtl="0">
              <a:spcBef>
                <a:spcPts val="0"/>
              </a:spcBef>
              <a:spcAft>
                <a:spcPts val="0"/>
              </a:spcAft>
              <a:buClr>
                <a:schemeClr val="dk2"/>
              </a:buClr>
              <a:buSzPts val="1800"/>
              <a:buNone/>
              <a:defRPr sz="1800">
                <a:solidFill>
                  <a:schemeClr val="dk2"/>
                </a:solidFill>
              </a:defRPr>
            </a:lvl3pPr>
            <a:lvl4pPr lvl="3" algn="ctr" rtl="0">
              <a:spcBef>
                <a:spcPts val="0"/>
              </a:spcBef>
              <a:spcAft>
                <a:spcPts val="0"/>
              </a:spcAft>
              <a:buClr>
                <a:schemeClr val="dk2"/>
              </a:buClr>
              <a:buSzPts val="1800"/>
              <a:buNone/>
              <a:defRPr sz="1800">
                <a:solidFill>
                  <a:schemeClr val="dk2"/>
                </a:solidFill>
              </a:defRPr>
            </a:lvl4pPr>
            <a:lvl5pPr lvl="4" algn="ctr" rtl="0">
              <a:spcBef>
                <a:spcPts val="0"/>
              </a:spcBef>
              <a:spcAft>
                <a:spcPts val="0"/>
              </a:spcAft>
              <a:buClr>
                <a:schemeClr val="dk2"/>
              </a:buClr>
              <a:buSzPts val="1800"/>
              <a:buNone/>
              <a:defRPr sz="1800">
                <a:solidFill>
                  <a:schemeClr val="dk2"/>
                </a:solidFill>
              </a:defRPr>
            </a:lvl5pPr>
            <a:lvl6pPr lvl="5" algn="ctr" rtl="0">
              <a:spcBef>
                <a:spcPts val="0"/>
              </a:spcBef>
              <a:spcAft>
                <a:spcPts val="0"/>
              </a:spcAft>
              <a:buClr>
                <a:schemeClr val="dk2"/>
              </a:buClr>
              <a:buSzPts val="1800"/>
              <a:buNone/>
              <a:defRPr sz="1800">
                <a:solidFill>
                  <a:schemeClr val="dk2"/>
                </a:solidFill>
              </a:defRPr>
            </a:lvl6pPr>
            <a:lvl7pPr lvl="6" algn="ctr" rtl="0">
              <a:spcBef>
                <a:spcPts val="0"/>
              </a:spcBef>
              <a:spcAft>
                <a:spcPts val="0"/>
              </a:spcAft>
              <a:buClr>
                <a:schemeClr val="dk2"/>
              </a:buClr>
              <a:buSzPts val="1800"/>
              <a:buNone/>
              <a:defRPr sz="1800">
                <a:solidFill>
                  <a:schemeClr val="dk2"/>
                </a:solidFill>
              </a:defRPr>
            </a:lvl7pPr>
            <a:lvl8pPr lvl="7" algn="ctr" rtl="0">
              <a:spcBef>
                <a:spcPts val="0"/>
              </a:spcBef>
              <a:spcAft>
                <a:spcPts val="0"/>
              </a:spcAft>
              <a:buClr>
                <a:schemeClr val="dk2"/>
              </a:buClr>
              <a:buSzPts val="1800"/>
              <a:buNone/>
              <a:defRPr sz="1800">
                <a:solidFill>
                  <a:schemeClr val="dk2"/>
                </a:solidFill>
              </a:defRPr>
            </a:lvl8pPr>
            <a:lvl9pPr lvl="8" algn="ctr" rtl="0">
              <a:spcBef>
                <a:spcPts val="0"/>
              </a:spcBef>
              <a:spcAft>
                <a:spcPts val="0"/>
              </a:spcAft>
              <a:buClr>
                <a:schemeClr val="dk2"/>
              </a:buClr>
              <a:buSzPts val="1800"/>
              <a:buNone/>
              <a:defRPr sz="1800">
                <a:solidFill>
                  <a:schemeClr val="dk2"/>
                </a:solidFill>
              </a:defRPr>
            </a:lvl9pPr>
          </a:lstStyle>
          <a:p>
            <a:endParaRPr/>
          </a:p>
        </p:txBody>
      </p:sp>
      <p:sp>
        <p:nvSpPr>
          <p:cNvPr id="231" name="Google Shape;231;p41"/>
          <p:cNvSpPr txBox="1">
            <a:spLocks noGrp="1"/>
          </p:cNvSpPr>
          <p:nvPr>
            <p:ph type="title"/>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six columns">
  <p:cSld name="CUSTOM_2">
    <p:spTree>
      <p:nvGrpSpPr>
        <p:cNvPr id="1" name="Shape 232"/>
        <p:cNvGrpSpPr/>
        <p:nvPr/>
      </p:nvGrpSpPr>
      <p:grpSpPr>
        <a:xfrm>
          <a:off x="0" y="0"/>
          <a:ext cx="0" cy="0"/>
          <a:chOff x="0" y="0"/>
          <a:chExt cx="0" cy="0"/>
        </a:xfrm>
      </p:grpSpPr>
      <p:sp>
        <p:nvSpPr>
          <p:cNvPr id="233" name="Google Shape;233;p42"/>
          <p:cNvSpPr/>
          <p:nvPr/>
        </p:nvSpPr>
        <p:spPr>
          <a:xfrm>
            <a:off x="3328950" y="3221536"/>
            <a:ext cx="2486100" cy="13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2"/>
          <p:cNvSpPr/>
          <p:nvPr/>
        </p:nvSpPr>
        <p:spPr>
          <a:xfrm>
            <a:off x="5944675" y="3221536"/>
            <a:ext cx="2486100" cy="13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42"/>
          <p:cNvSpPr/>
          <p:nvPr/>
        </p:nvSpPr>
        <p:spPr>
          <a:xfrm>
            <a:off x="713225" y="3221536"/>
            <a:ext cx="2486100" cy="13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42"/>
          <p:cNvSpPr/>
          <p:nvPr/>
        </p:nvSpPr>
        <p:spPr>
          <a:xfrm>
            <a:off x="3328950" y="1658400"/>
            <a:ext cx="2486100" cy="13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42"/>
          <p:cNvSpPr/>
          <p:nvPr/>
        </p:nvSpPr>
        <p:spPr>
          <a:xfrm>
            <a:off x="5944675" y="1658400"/>
            <a:ext cx="2486100" cy="13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42"/>
          <p:cNvSpPr/>
          <p:nvPr/>
        </p:nvSpPr>
        <p:spPr>
          <a:xfrm>
            <a:off x="713225" y="1658400"/>
            <a:ext cx="2486100" cy="1377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42"/>
          <p:cNvSpPr txBox="1">
            <a:spLocks noGrp="1"/>
          </p:cNvSpPr>
          <p:nvPr>
            <p:ph type="subTitle" idx="1"/>
          </p:nvPr>
        </p:nvSpPr>
        <p:spPr>
          <a:xfrm>
            <a:off x="713225" y="1852939"/>
            <a:ext cx="2486100" cy="4056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400"/>
              <a:buFont typeface="Montserrat"/>
              <a:buNone/>
              <a:defRPr sz="1800">
                <a:solidFill>
                  <a:schemeClr val="lt1"/>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0" name="Google Shape;240;p42"/>
          <p:cNvSpPr txBox="1">
            <a:spLocks noGrp="1"/>
          </p:cNvSpPr>
          <p:nvPr>
            <p:ph type="subTitle" idx="2"/>
          </p:nvPr>
        </p:nvSpPr>
        <p:spPr>
          <a:xfrm>
            <a:off x="713225" y="2258539"/>
            <a:ext cx="2486100" cy="58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0"/>
              </a:spcBef>
              <a:spcAft>
                <a:spcPts val="0"/>
              </a:spcAft>
              <a:buSzPts val="1400"/>
              <a:buFont typeface="Montserrat"/>
              <a:buNone/>
              <a:defRPr>
                <a:latin typeface="Montserrat"/>
                <a:ea typeface="Montserrat"/>
                <a:cs typeface="Montserrat"/>
                <a:sym typeface="Montserrat"/>
              </a:defRPr>
            </a:lvl3pPr>
            <a:lvl4pPr lvl="3" rtl="0">
              <a:spcBef>
                <a:spcPts val="0"/>
              </a:spcBef>
              <a:spcAft>
                <a:spcPts val="0"/>
              </a:spcAft>
              <a:buSzPts val="1400"/>
              <a:buFont typeface="Montserrat"/>
              <a:buNone/>
              <a:defRPr>
                <a:latin typeface="Montserrat"/>
                <a:ea typeface="Montserrat"/>
                <a:cs typeface="Montserrat"/>
                <a:sym typeface="Montserrat"/>
              </a:defRPr>
            </a:lvl4pPr>
            <a:lvl5pPr lvl="4" rtl="0">
              <a:spcBef>
                <a:spcPts val="0"/>
              </a:spcBef>
              <a:spcAft>
                <a:spcPts val="0"/>
              </a:spcAft>
              <a:buSzPts val="1400"/>
              <a:buFont typeface="Montserrat"/>
              <a:buNone/>
              <a:defRPr>
                <a:latin typeface="Montserrat"/>
                <a:ea typeface="Montserrat"/>
                <a:cs typeface="Montserrat"/>
                <a:sym typeface="Montserrat"/>
              </a:defRPr>
            </a:lvl5pPr>
            <a:lvl6pPr lvl="5" rtl="0">
              <a:spcBef>
                <a:spcPts val="0"/>
              </a:spcBef>
              <a:spcAft>
                <a:spcPts val="0"/>
              </a:spcAft>
              <a:buSzPts val="1400"/>
              <a:buFont typeface="Montserrat"/>
              <a:buNone/>
              <a:defRPr>
                <a:latin typeface="Montserrat"/>
                <a:ea typeface="Montserrat"/>
                <a:cs typeface="Montserrat"/>
                <a:sym typeface="Montserrat"/>
              </a:defRPr>
            </a:lvl6pPr>
            <a:lvl7pPr lvl="6" rtl="0">
              <a:spcBef>
                <a:spcPts val="0"/>
              </a:spcBef>
              <a:spcAft>
                <a:spcPts val="0"/>
              </a:spcAft>
              <a:buSzPts val="1400"/>
              <a:buFont typeface="Montserrat"/>
              <a:buNone/>
              <a:defRPr>
                <a:latin typeface="Montserrat"/>
                <a:ea typeface="Montserrat"/>
                <a:cs typeface="Montserrat"/>
                <a:sym typeface="Montserrat"/>
              </a:defRPr>
            </a:lvl7pPr>
            <a:lvl8pPr lvl="7" rtl="0">
              <a:spcBef>
                <a:spcPts val="0"/>
              </a:spcBef>
              <a:spcAft>
                <a:spcPts val="0"/>
              </a:spcAft>
              <a:buSzPts val="1400"/>
              <a:buFont typeface="Montserrat"/>
              <a:buNone/>
              <a:defRPr>
                <a:latin typeface="Montserrat"/>
                <a:ea typeface="Montserrat"/>
                <a:cs typeface="Montserrat"/>
                <a:sym typeface="Montserrat"/>
              </a:defRPr>
            </a:lvl8pPr>
            <a:lvl9pPr lvl="8" rtl="0">
              <a:spcBef>
                <a:spcPts val="0"/>
              </a:spcBef>
              <a:spcAft>
                <a:spcPts val="0"/>
              </a:spcAft>
              <a:buSzPts val="1400"/>
              <a:buFont typeface="Montserrat"/>
              <a:buNone/>
              <a:defRPr>
                <a:latin typeface="Montserrat"/>
                <a:ea typeface="Montserrat"/>
                <a:cs typeface="Montserrat"/>
                <a:sym typeface="Montserrat"/>
              </a:defRPr>
            </a:lvl9pPr>
          </a:lstStyle>
          <a:p>
            <a:endParaRPr/>
          </a:p>
        </p:txBody>
      </p:sp>
      <p:sp>
        <p:nvSpPr>
          <p:cNvPr id="241" name="Google Shape;241;p42"/>
          <p:cNvSpPr txBox="1">
            <a:spLocks noGrp="1"/>
          </p:cNvSpPr>
          <p:nvPr>
            <p:ph type="subTitle" idx="3"/>
          </p:nvPr>
        </p:nvSpPr>
        <p:spPr>
          <a:xfrm>
            <a:off x="3328950" y="1852939"/>
            <a:ext cx="24861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400"/>
              <a:buFont typeface="Montserrat"/>
              <a:buNone/>
              <a:defRPr sz="18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2" name="Google Shape;242;p42"/>
          <p:cNvSpPr txBox="1">
            <a:spLocks noGrp="1"/>
          </p:cNvSpPr>
          <p:nvPr>
            <p:ph type="subTitle" idx="4"/>
          </p:nvPr>
        </p:nvSpPr>
        <p:spPr>
          <a:xfrm>
            <a:off x="3328950" y="2258539"/>
            <a:ext cx="2486100" cy="58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0"/>
              </a:spcBef>
              <a:spcAft>
                <a:spcPts val="0"/>
              </a:spcAft>
              <a:buSzPts val="1400"/>
              <a:buFont typeface="Montserrat"/>
              <a:buNone/>
              <a:defRPr>
                <a:latin typeface="Montserrat"/>
                <a:ea typeface="Montserrat"/>
                <a:cs typeface="Montserrat"/>
                <a:sym typeface="Montserrat"/>
              </a:defRPr>
            </a:lvl3pPr>
            <a:lvl4pPr lvl="3" rtl="0">
              <a:spcBef>
                <a:spcPts val="0"/>
              </a:spcBef>
              <a:spcAft>
                <a:spcPts val="0"/>
              </a:spcAft>
              <a:buSzPts val="1400"/>
              <a:buFont typeface="Montserrat"/>
              <a:buNone/>
              <a:defRPr>
                <a:latin typeface="Montserrat"/>
                <a:ea typeface="Montserrat"/>
                <a:cs typeface="Montserrat"/>
                <a:sym typeface="Montserrat"/>
              </a:defRPr>
            </a:lvl4pPr>
            <a:lvl5pPr lvl="4" rtl="0">
              <a:spcBef>
                <a:spcPts val="0"/>
              </a:spcBef>
              <a:spcAft>
                <a:spcPts val="0"/>
              </a:spcAft>
              <a:buSzPts val="1400"/>
              <a:buFont typeface="Montserrat"/>
              <a:buNone/>
              <a:defRPr>
                <a:latin typeface="Montserrat"/>
                <a:ea typeface="Montserrat"/>
                <a:cs typeface="Montserrat"/>
                <a:sym typeface="Montserrat"/>
              </a:defRPr>
            </a:lvl5pPr>
            <a:lvl6pPr lvl="5" rtl="0">
              <a:spcBef>
                <a:spcPts val="0"/>
              </a:spcBef>
              <a:spcAft>
                <a:spcPts val="0"/>
              </a:spcAft>
              <a:buSzPts val="1400"/>
              <a:buFont typeface="Montserrat"/>
              <a:buNone/>
              <a:defRPr>
                <a:latin typeface="Montserrat"/>
                <a:ea typeface="Montserrat"/>
                <a:cs typeface="Montserrat"/>
                <a:sym typeface="Montserrat"/>
              </a:defRPr>
            </a:lvl6pPr>
            <a:lvl7pPr lvl="6" rtl="0">
              <a:spcBef>
                <a:spcPts val="0"/>
              </a:spcBef>
              <a:spcAft>
                <a:spcPts val="0"/>
              </a:spcAft>
              <a:buSzPts val="1400"/>
              <a:buFont typeface="Montserrat"/>
              <a:buNone/>
              <a:defRPr>
                <a:latin typeface="Montserrat"/>
                <a:ea typeface="Montserrat"/>
                <a:cs typeface="Montserrat"/>
                <a:sym typeface="Montserrat"/>
              </a:defRPr>
            </a:lvl7pPr>
            <a:lvl8pPr lvl="7" rtl="0">
              <a:spcBef>
                <a:spcPts val="0"/>
              </a:spcBef>
              <a:spcAft>
                <a:spcPts val="0"/>
              </a:spcAft>
              <a:buSzPts val="1400"/>
              <a:buFont typeface="Montserrat"/>
              <a:buNone/>
              <a:defRPr>
                <a:latin typeface="Montserrat"/>
                <a:ea typeface="Montserrat"/>
                <a:cs typeface="Montserrat"/>
                <a:sym typeface="Montserrat"/>
              </a:defRPr>
            </a:lvl8pPr>
            <a:lvl9pPr lvl="8" rtl="0">
              <a:spcBef>
                <a:spcPts val="0"/>
              </a:spcBef>
              <a:spcAft>
                <a:spcPts val="0"/>
              </a:spcAft>
              <a:buSzPts val="1400"/>
              <a:buFont typeface="Montserrat"/>
              <a:buNone/>
              <a:defRPr>
                <a:latin typeface="Montserrat"/>
                <a:ea typeface="Montserrat"/>
                <a:cs typeface="Montserrat"/>
                <a:sym typeface="Montserrat"/>
              </a:defRPr>
            </a:lvl9pPr>
          </a:lstStyle>
          <a:p>
            <a:endParaRPr/>
          </a:p>
        </p:txBody>
      </p:sp>
      <p:sp>
        <p:nvSpPr>
          <p:cNvPr id="243" name="Google Shape;243;p42"/>
          <p:cNvSpPr txBox="1">
            <a:spLocks noGrp="1"/>
          </p:cNvSpPr>
          <p:nvPr>
            <p:ph type="subTitle" idx="5"/>
          </p:nvPr>
        </p:nvSpPr>
        <p:spPr>
          <a:xfrm>
            <a:off x="5944675" y="1852939"/>
            <a:ext cx="24861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400"/>
              <a:buFont typeface="Montserrat"/>
              <a:buNone/>
              <a:defRPr sz="18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4" name="Google Shape;244;p42"/>
          <p:cNvSpPr txBox="1">
            <a:spLocks noGrp="1"/>
          </p:cNvSpPr>
          <p:nvPr>
            <p:ph type="subTitle" idx="6"/>
          </p:nvPr>
        </p:nvSpPr>
        <p:spPr>
          <a:xfrm>
            <a:off x="5944675" y="2258539"/>
            <a:ext cx="2486100" cy="58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0"/>
              </a:spcBef>
              <a:spcAft>
                <a:spcPts val="0"/>
              </a:spcAft>
              <a:buSzPts val="1400"/>
              <a:buFont typeface="Montserrat"/>
              <a:buNone/>
              <a:defRPr>
                <a:latin typeface="Montserrat"/>
                <a:ea typeface="Montserrat"/>
                <a:cs typeface="Montserrat"/>
                <a:sym typeface="Montserrat"/>
              </a:defRPr>
            </a:lvl3pPr>
            <a:lvl4pPr lvl="3" rtl="0">
              <a:spcBef>
                <a:spcPts val="0"/>
              </a:spcBef>
              <a:spcAft>
                <a:spcPts val="0"/>
              </a:spcAft>
              <a:buSzPts val="1400"/>
              <a:buFont typeface="Montserrat"/>
              <a:buNone/>
              <a:defRPr>
                <a:latin typeface="Montserrat"/>
                <a:ea typeface="Montserrat"/>
                <a:cs typeface="Montserrat"/>
                <a:sym typeface="Montserrat"/>
              </a:defRPr>
            </a:lvl4pPr>
            <a:lvl5pPr lvl="4" rtl="0">
              <a:spcBef>
                <a:spcPts val="0"/>
              </a:spcBef>
              <a:spcAft>
                <a:spcPts val="0"/>
              </a:spcAft>
              <a:buSzPts val="1400"/>
              <a:buFont typeface="Montserrat"/>
              <a:buNone/>
              <a:defRPr>
                <a:latin typeface="Montserrat"/>
                <a:ea typeface="Montserrat"/>
                <a:cs typeface="Montserrat"/>
                <a:sym typeface="Montserrat"/>
              </a:defRPr>
            </a:lvl5pPr>
            <a:lvl6pPr lvl="5" rtl="0">
              <a:spcBef>
                <a:spcPts val="0"/>
              </a:spcBef>
              <a:spcAft>
                <a:spcPts val="0"/>
              </a:spcAft>
              <a:buSzPts val="1400"/>
              <a:buFont typeface="Montserrat"/>
              <a:buNone/>
              <a:defRPr>
                <a:latin typeface="Montserrat"/>
                <a:ea typeface="Montserrat"/>
                <a:cs typeface="Montserrat"/>
                <a:sym typeface="Montserrat"/>
              </a:defRPr>
            </a:lvl6pPr>
            <a:lvl7pPr lvl="6" rtl="0">
              <a:spcBef>
                <a:spcPts val="0"/>
              </a:spcBef>
              <a:spcAft>
                <a:spcPts val="0"/>
              </a:spcAft>
              <a:buSzPts val="1400"/>
              <a:buFont typeface="Montserrat"/>
              <a:buNone/>
              <a:defRPr>
                <a:latin typeface="Montserrat"/>
                <a:ea typeface="Montserrat"/>
                <a:cs typeface="Montserrat"/>
                <a:sym typeface="Montserrat"/>
              </a:defRPr>
            </a:lvl7pPr>
            <a:lvl8pPr lvl="7" rtl="0">
              <a:spcBef>
                <a:spcPts val="0"/>
              </a:spcBef>
              <a:spcAft>
                <a:spcPts val="0"/>
              </a:spcAft>
              <a:buSzPts val="1400"/>
              <a:buFont typeface="Montserrat"/>
              <a:buNone/>
              <a:defRPr>
                <a:latin typeface="Montserrat"/>
                <a:ea typeface="Montserrat"/>
                <a:cs typeface="Montserrat"/>
                <a:sym typeface="Montserrat"/>
              </a:defRPr>
            </a:lvl8pPr>
            <a:lvl9pPr lvl="8" rtl="0">
              <a:spcBef>
                <a:spcPts val="0"/>
              </a:spcBef>
              <a:spcAft>
                <a:spcPts val="0"/>
              </a:spcAft>
              <a:buSzPts val="1400"/>
              <a:buFont typeface="Montserrat"/>
              <a:buNone/>
              <a:defRPr>
                <a:latin typeface="Montserrat"/>
                <a:ea typeface="Montserrat"/>
                <a:cs typeface="Montserrat"/>
                <a:sym typeface="Montserrat"/>
              </a:defRPr>
            </a:lvl9pPr>
          </a:lstStyle>
          <a:p>
            <a:endParaRPr/>
          </a:p>
        </p:txBody>
      </p:sp>
      <p:sp>
        <p:nvSpPr>
          <p:cNvPr id="245" name="Google Shape;245;p42"/>
          <p:cNvSpPr txBox="1">
            <a:spLocks noGrp="1"/>
          </p:cNvSpPr>
          <p:nvPr>
            <p:ph type="subTitle" idx="7"/>
          </p:nvPr>
        </p:nvSpPr>
        <p:spPr>
          <a:xfrm>
            <a:off x="713225" y="3416075"/>
            <a:ext cx="24861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400"/>
              <a:buFont typeface="Montserrat"/>
              <a:buNone/>
              <a:defRPr sz="18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6" name="Google Shape;246;p42"/>
          <p:cNvSpPr txBox="1">
            <a:spLocks noGrp="1"/>
          </p:cNvSpPr>
          <p:nvPr>
            <p:ph type="subTitle" idx="8"/>
          </p:nvPr>
        </p:nvSpPr>
        <p:spPr>
          <a:xfrm>
            <a:off x="713225" y="3821675"/>
            <a:ext cx="2486100" cy="58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0"/>
              </a:spcBef>
              <a:spcAft>
                <a:spcPts val="0"/>
              </a:spcAft>
              <a:buSzPts val="1400"/>
              <a:buFont typeface="Montserrat"/>
              <a:buNone/>
              <a:defRPr>
                <a:latin typeface="Montserrat"/>
                <a:ea typeface="Montserrat"/>
                <a:cs typeface="Montserrat"/>
                <a:sym typeface="Montserrat"/>
              </a:defRPr>
            </a:lvl3pPr>
            <a:lvl4pPr lvl="3" rtl="0">
              <a:spcBef>
                <a:spcPts val="0"/>
              </a:spcBef>
              <a:spcAft>
                <a:spcPts val="0"/>
              </a:spcAft>
              <a:buSzPts val="1400"/>
              <a:buFont typeface="Montserrat"/>
              <a:buNone/>
              <a:defRPr>
                <a:latin typeface="Montserrat"/>
                <a:ea typeface="Montserrat"/>
                <a:cs typeface="Montserrat"/>
                <a:sym typeface="Montserrat"/>
              </a:defRPr>
            </a:lvl4pPr>
            <a:lvl5pPr lvl="4" rtl="0">
              <a:spcBef>
                <a:spcPts val="0"/>
              </a:spcBef>
              <a:spcAft>
                <a:spcPts val="0"/>
              </a:spcAft>
              <a:buSzPts val="1400"/>
              <a:buFont typeface="Montserrat"/>
              <a:buNone/>
              <a:defRPr>
                <a:latin typeface="Montserrat"/>
                <a:ea typeface="Montserrat"/>
                <a:cs typeface="Montserrat"/>
                <a:sym typeface="Montserrat"/>
              </a:defRPr>
            </a:lvl5pPr>
            <a:lvl6pPr lvl="5" rtl="0">
              <a:spcBef>
                <a:spcPts val="0"/>
              </a:spcBef>
              <a:spcAft>
                <a:spcPts val="0"/>
              </a:spcAft>
              <a:buSzPts val="1400"/>
              <a:buFont typeface="Montserrat"/>
              <a:buNone/>
              <a:defRPr>
                <a:latin typeface="Montserrat"/>
                <a:ea typeface="Montserrat"/>
                <a:cs typeface="Montserrat"/>
                <a:sym typeface="Montserrat"/>
              </a:defRPr>
            </a:lvl6pPr>
            <a:lvl7pPr lvl="6" rtl="0">
              <a:spcBef>
                <a:spcPts val="0"/>
              </a:spcBef>
              <a:spcAft>
                <a:spcPts val="0"/>
              </a:spcAft>
              <a:buSzPts val="1400"/>
              <a:buFont typeface="Montserrat"/>
              <a:buNone/>
              <a:defRPr>
                <a:latin typeface="Montserrat"/>
                <a:ea typeface="Montserrat"/>
                <a:cs typeface="Montserrat"/>
                <a:sym typeface="Montserrat"/>
              </a:defRPr>
            </a:lvl7pPr>
            <a:lvl8pPr lvl="7" rtl="0">
              <a:spcBef>
                <a:spcPts val="0"/>
              </a:spcBef>
              <a:spcAft>
                <a:spcPts val="0"/>
              </a:spcAft>
              <a:buSzPts val="1400"/>
              <a:buFont typeface="Montserrat"/>
              <a:buNone/>
              <a:defRPr>
                <a:latin typeface="Montserrat"/>
                <a:ea typeface="Montserrat"/>
                <a:cs typeface="Montserrat"/>
                <a:sym typeface="Montserrat"/>
              </a:defRPr>
            </a:lvl8pPr>
            <a:lvl9pPr lvl="8" rtl="0">
              <a:spcBef>
                <a:spcPts val="0"/>
              </a:spcBef>
              <a:spcAft>
                <a:spcPts val="0"/>
              </a:spcAft>
              <a:buSzPts val="1400"/>
              <a:buFont typeface="Montserrat"/>
              <a:buNone/>
              <a:defRPr>
                <a:latin typeface="Montserrat"/>
                <a:ea typeface="Montserrat"/>
                <a:cs typeface="Montserrat"/>
                <a:sym typeface="Montserrat"/>
              </a:defRPr>
            </a:lvl9pPr>
          </a:lstStyle>
          <a:p>
            <a:endParaRPr/>
          </a:p>
        </p:txBody>
      </p:sp>
      <p:sp>
        <p:nvSpPr>
          <p:cNvPr id="247" name="Google Shape;247;p42"/>
          <p:cNvSpPr txBox="1">
            <a:spLocks noGrp="1"/>
          </p:cNvSpPr>
          <p:nvPr>
            <p:ph type="subTitle" idx="9"/>
          </p:nvPr>
        </p:nvSpPr>
        <p:spPr>
          <a:xfrm>
            <a:off x="3328950" y="3416075"/>
            <a:ext cx="24861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400"/>
              <a:buFont typeface="Montserrat"/>
              <a:buNone/>
              <a:defRPr sz="18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8" name="Google Shape;248;p42"/>
          <p:cNvSpPr txBox="1">
            <a:spLocks noGrp="1"/>
          </p:cNvSpPr>
          <p:nvPr>
            <p:ph type="subTitle" idx="13"/>
          </p:nvPr>
        </p:nvSpPr>
        <p:spPr>
          <a:xfrm>
            <a:off x="3328950" y="3821675"/>
            <a:ext cx="2486100" cy="58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0"/>
              </a:spcBef>
              <a:spcAft>
                <a:spcPts val="0"/>
              </a:spcAft>
              <a:buSzPts val="1400"/>
              <a:buFont typeface="Montserrat"/>
              <a:buNone/>
              <a:defRPr>
                <a:latin typeface="Montserrat"/>
                <a:ea typeface="Montserrat"/>
                <a:cs typeface="Montserrat"/>
                <a:sym typeface="Montserrat"/>
              </a:defRPr>
            </a:lvl3pPr>
            <a:lvl4pPr lvl="3" rtl="0">
              <a:spcBef>
                <a:spcPts val="0"/>
              </a:spcBef>
              <a:spcAft>
                <a:spcPts val="0"/>
              </a:spcAft>
              <a:buSzPts val="1400"/>
              <a:buFont typeface="Montserrat"/>
              <a:buNone/>
              <a:defRPr>
                <a:latin typeface="Montserrat"/>
                <a:ea typeface="Montserrat"/>
                <a:cs typeface="Montserrat"/>
                <a:sym typeface="Montserrat"/>
              </a:defRPr>
            </a:lvl4pPr>
            <a:lvl5pPr lvl="4" rtl="0">
              <a:spcBef>
                <a:spcPts val="0"/>
              </a:spcBef>
              <a:spcAft>
                <a:spcPts val="0"/>
              </a:spcAft>
              <a:buSzPts val="1400"/>
              <a:buFont typeface="Montserrat"/>
              <a:buNone/>
              <a:defRPr>
                <a:latin typeface="Montserrat"/>
                <a:ea typeface="Montserrat"/>
                <a:cs typeface="Montserrat"/>
                <a:sym typeface="Montserrat"/>
              </a:defRPr>
            </a:lvl5pPr>
            <a:lvl6pPr lvl="5" rtl="0">
              <a:spcBef>
                <a:spcPts val="0"/>
              </a:spcBef>
              <a:spcAft>
                <a:spcPts val="0"/>
              </a:spcAft>
              <a:buSzPts val="1400"/>
              <a:buFont typeface="Montserrat"/>
              <a:buNone/>
              <a:defRPr>
                <a:latin typeface="Montserrat"/>
                <a:ea typeface="Montserrat"/>
                <a:cs typeface="Montserrat"/>
                <a:sym typeface="Montserrat"/>
              </a:defRPr>
            </a:lvl6pPr>
            <a:lvl7pPr lvl="6" rtl="0">
              <a:spcBef>
                <a:spcPts val="0"/>
              </a:spcBef>
              <a:spcAft>
                <a:spcPts val="0"/>
              </a:spcAft>
              <a:buSzPts val="1400"/>
              <a:buFont typeface="Montserrat"/>
              <a:buNone/>
              <a:defRPr>
                <a:latin typeface="Montserrat"/>
                <a:ea typeface="Montserrat"/>
                <a:cs typeface="Montserrat"/>
                <a:sym typeface="Montserrat"/>
              </a:defRPr>
            </a:lvl7pPr>
            <a:lvl8pPr lvl="7" rtl="0">
              <a:spcBef>
                <a:spcPts val="0"/>
              </a:spcBef>
              <a:spcAft>
                <a:spcPts val="0"/>
              </a:spcAft>
              <a:buSzPts val="1400"/>
              <a:buFont typeface="Montserrat"/>
              <a:buNone/>
              <a:defRPr>
                <a:latin typeface="Montserrat"/>
                <a:ea typeface="Montserrat"/>
                <a:cs typeface="Montserrat"/>
                <a:sym typeface="Montserrat"/>
              </a:defRPr>
            </a:lvl8pPr>
            <a:lvl9pPr lvl="8" rtl="0">
              <a:spcBef>
                <a:spcPts val="0"/>
              </a:spcBef>
              <a:spcAft>
                <a:spcPts val="0"/>
              </a:spcAft>
              <a:buSzPts val="1400"/>
              <a:buFont typeface="Montserrat"/>
              <a:buNone/>
              <a:defRPr>
                <a:latin typeface="Montserrat"/>
                <a:ea typeface="Montserrat"/>
                <a:cs typeface="Montserrat"/>
                <a:sym typeface="Montserrat"/>
              </a:defRPr>
            </a:lvl9pPr>
          </a:lstStyle>
          <a:p>
            <a:endParaRPr/>
          </a:p>
        </p:txBody>
      </p:sp>
      <p:sp>
        <p:nvSpPr>
          <p:cNvPr id="249" name="Google Shape;249;p42"/>
          <p:cNvSpPr txBox="1">
            <a:spLocks noGrp="1"/>
          </p:cNvSpPr>
          <p:nvPr>
            <p:ph type="subTitle" idx="14"/>
          </p:nvPr>
        </p:nvSpPr>
        <p:spPr>
          <a:xfrm>
            <a:off x="5944675" y="3416075"/>
            <a:ext cx="24861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400"/>
              <a:buFont typeface="Montserrat"/>
              <a:buNone/>
              <a:defRPr sz="1800">
                <a:solidFill>
                  <a:schemeClr val="lt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0" name="Google Shape;250;p42"/>
          <p:cNvSpPr txBox="1">
            <a:spLocks noGrp="1"/>
          </p:cNvSpPr>
          <p:nvPr>
            <p:ph type="subTitle" idx="15"/>
          </p:nvPr>
        </p:nvSpPr>
        <p:spPr>
          <a:xfrm>
            <a:off x="5944675" y="3821675"/>
            <a:ext cx="2486100" cy="58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0"/>
              </a:spcBef>
              <a:spcAft>
                <a:spcPts val="0"/>
              </a:spcAft>
              <a:buSzPts val="1400"/>
              <a:buFont typeface="Montserrat"/>
              <a:buNone/>
              <a:defRPr>
                <a:latin typeface="Montserrat"/>
                <a:ea typeface="Montserrat"/>
                <a:cs typeface="Montserrat"/>
                <a:sym typeface="Montserrat"/>
              </a:defRPr>
            </a:lvl3pPr>
            <a:lvl4pPr lvl="3" rtl="0">
              <a:spcBef>
                <a:spcPts val="0"/>
              </a:spcBef>
              <a:spcAft>
                <a:spcPts val="0"/>
              </a:spcAft>
              <a:buSzPts val="1400"/>
              <a:buFont typeface="Montserrat"/>
              <a:buNone/>
              <a:defRPr>
                <a:latin typeface="Montserrat"/>
                <a:ea typeface="Montserrat"/>
                <a:cs typeface="Montserrat"/>
                <a:sym typeface="Montserrat"/>
              </a:defRPr>
            </a:lvl4pPr>
            <a:lvl5pPr lvl="4" rtl="0">
              <a:spcBef>
                <a:spcPts val="0"/>
              </a:spcBef>
              <a:spcAft>
                <a:spcPts val="0"/>
              </a:spcAft>
              <a:buSzPts val="1400"/>
              <a:buFont typeface="Montserrat"/>
              <a:buNone/>
              <a:defRPr>
                <a:latin typeface="Montserrat"/>
                <a:ea typeface="Montserrat"/>
                <a:cs typeface="Montserrat"/>
                <a:sym typeface="Montserrat"/>
              </a:defRPr>
            </a:lvl5pPr>
            <a:lvl6pPr lvl="5" rtl="0">
              <a:spcBef>
                <a:spcPts val="0"/>
              </a:spcBef>
              <a:spcAft>
                <a:spcPts val="0"/>
              </a:spcAft>
              <a:buSzPts val="1400"/>
              <a:buFont typeface="Montserrat"/>
              <a:buNone/>
              <a:defRPr>
                <a:latin typeface="Montserrat"/>
                <a:ea typeface="Montserrat"/>
                <a:cs typeface="Montserrat"/>
                <a:sym typeface="Montserrat"/>
              </a:defRPr>
            </a:lvl6pPr>
            <a:lvl7pPr lvl="6" rtl="0">
              <a:spcBef>
                <a:spcPts val="0"/>
              </a:spcBef>
              <a:spcAft>
                <a:spcPts val="0"/>
              </a:spcAft>
              <a:buSzPts val="1400"/>
              <a:buFont typeface="Montserrat"/>
              <a:buNone/>
              <a:defRPr>
                <a:latin typeface="Montserrat"/>
                <a:ea typeface="Montserrat"/>
                <a:cs typeface="Montserrat"/>
                <a:sym typeface="Montserrat"/>
              </a:defRPr>
            </a:lvl7pPr>
            <a:lvl8pPr lvl="7" rtl="0">
              <a:spcBef>
                <a:spcPts val="0"/>
              </a:spcBef>
              <a:spcAft>
                <a:spcPts val="0"/>
              </a:spcAft>
              <a:buSzPts val="1400"/>
              <a:buFont typeface="Montserrat"/>
              <a:buNone/>
              <a:defRPr>
                <a:latin typeface="Montserrat"/>
                <a:ea typeface="Montserrat"/>
                <a:cs typeface="Montserrat"/>
                <a:sym typeface="Montserrat"/>
              </a:defRPr>
            </a:lvl8pPr>
            <a:lvl9pPr lvl="8" rtl="0">
              <a:spcBef>
                <a:spcPts val="0"/>
              </a:spcBef>
              <a:spcAft>
                <a:spcPts val="0"/>
              </a:spcAft>
              <a:buSzPts val="1400"/>
              <a:buFont typeface="Montserrat"/>
              <a:buNone/>
              <a:defRPr>
                <a:latin typeface="Montserrat"/>
                <a:ea typeface="Montserrat"/>
                <a:cs typeface="Montserrat"/>
                <a:sym typeface="Montserrat"/>
              </a:defRPr>
            </a:lvl9pPr>
          </a:lstStyle>
          <a:p>
            <a:endParaRPr/>
          </a:p>
        </p:txBody>
      </p:sp>
      <p:sp>
        <p:nvSpPr>
          <p:cNvPr id="251" name="Google Shape;251;p42"/>
          <p:cNvSpPr txBox="1">
            <a:spLocks noGrp="1"/>
          </p:cNvSpPr>
          <p:nvPr>
            <p:ph type="title"/>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six columns 1">
  <p:cSld name="CUSTOM_2_1">
    <p:spTree>
      <p:nvGrpSpPr>
        <p:cNvPr id="1" name="Shape 252"/>
        <p:cNvGrpSpPr/>
        <p:nvPr/>
      </p:nvGrpSpPr>
      <p:grpSpPr>
        <a:xfrm>
          <a:off x="0" y="0"/>
          <a:ext cx="0" cy="0"/>
          <a:chOff x="0" y="0"/>
          <a:chExt cx="0" cy="0"/>
        </a:xfrm>
      </p:grpSpPr>
      <p:sp>
        <p:nvSpPr>
          <p:cNvPr id="253" name="Google Shape;253;p43"/>
          <p:cNvSpPr txBox="1">
            <a:spLocks noGrp="1"/>
          </p:cNvSpPr>
          <p:nvPr>
            <p:ph type="subTitle" idx="1"/>
          </p:nvPr>
        </p:nvSpPr>
        <p:spPr>
          <a:xfrm>
            <a:off x="3581207" y="1678400"/>
            <a:ext cx="19815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rtl="0">
              <a:spcBef>
                <a:spcPts val="0"/>
              </a:spcBef>
              <a:spcAft>
                <a:spcPts val="0"/>
              </a:spcAft>
              <a:buClr>
                <a:schemeClr val="dk2"/>
              </a:buClr>
              <a:buSzPts val="1800"/>
              <a:buNone/>
              <a:defRPr sz="1800">
                <a:solidFill>
                  <a:schemeClr val="dk2"/>
                </a:solidFill>
              </a:defRPr>
            </a:lvl2pPr>
            <a:lvl3pPr lvl="2" rtl="0">
              <a:spcBef>
                <a:spcPts val="0"/>
              </a:spcBef>
              <a:spcAft>
                <a:spcPts val="0"/>
              </a:spcAft>
              <a:buClr>
                <a:schemeClr val="dk2"/>
              </a:buClr>
              <a:buSzPts val="1800"/>
              <a:buNone/>
              <a:defRPr sz="1800">
                <a:solidFill>
                  <a:schemeClr val="dk2"/>
                </a:solidFill>
              </a:defRPr>
            </a:lvl3pPr>
            <a:lvl4pPr lvl="3" rtl="0">
              <a:spcBef>
                <a:spcPts val="0"/>
              </a:spcBef>
              <a:spcAft>
                <a:spcPts val="0"/>
              </a:spcAft>
              <a:buClr>
                <a:schemeClr val="dk2"/>
              </a:buClr>
              <a:buSzPts val="1800"/>
              <a:buNone/>
              <a:defRPr sz="1800">
                <a:solidFill>
                  <a:schemeClr val="dk2"/>
                </a:solidFill>
              </a:defRPr>
            </a:lvl4pPr>
            <a:lvl5pPr lvl="4" rtl="0">
              <a:spcBef>
                <a:spcPts val="0"/>
              </a:spcBef>
              <a:spcAft>
                <a:spcPts val="0"/>
              </a:spcAft>
              <a:buClr>
                <a:schemeClr val="dk2"/>
              </a:buClr>
              <a:buSzPts val="1800"/>
              <a:buNone/>
              <a:defRPr sz="1800">
                <a:solidFill>
                  <a:schemeClr val="dk2"/>
                </a:solidFill>
              </a:defRPr>
            </a:lvl5pPr>
            <a:lvl6pPr lvl="5" rtl="0">
              <a:spcBef>
                <a:spcPts val="0"/>
              </a:spcBef>
              <a:spcAft>
                <a:spcPts val="0"/>
              </a:spcAft>
              <a:buClr>
                <a:schemeClr val="dk2"/>
              </a:buClr>
              <a:buSzPts val="1800"/>
              <a:buNone/>
              <a:defRPr sz="1800">
                <a:solidFill>
                  <a:schemeClr val="dk2"/>
                </a:solidFill>
              </a:defRPr>
            </a:lvl6pPr>
            <a:lvl7pPr lvl="6" rtl="0">
              <a:spcBef>
                <a:spcPts val="0"/>
              </a:spcBef>
              <a:spcAft>
                <a:spcPts val="0"/>
              </a:spcAft>
              <a:buClr>
                <a:schemeClr val="dk2"/>
              </a:buClr>
              <a:buSzPts val="1800"/>
              <a:buNone/>
              <a:defRPr sz="1800">
                <a:solidFill>
                  <a:schemeClr val="dk2"/>
                </a:solidFill>
              </a:defRPr>
            </a:lvl7pPr>
            <a:lvl8pPr lvl="7" rtl="0">
              <a:spcBef>
                <a:spcPts val="0"/>
              </a:spcBef>
              <a:spcAft>
                <a:spcPts val="0"/>
              </a:spcAft>
              <a:buClr>
                <a:schemeClr val="dk2"/>
              </a:buClr>
              <a:buSzPts val="1800"/>
              <a:buNone/>
              <a:defRPr sz="1800">
                <a:solidFill>
                  <a:schemeClr val="dk2"/>
                </a:solidFill>
              </a:defRPr>
            </a:lvl8pPr>
            <a:lvl9pPr lvl="8" rtl="0">
              <a:spcBef>
                <a:spcPts val="0"/>
              </a:spcBef>
              <a:spcAft>
                <a:spcPts val="0"/>
              </a:spcAft>
              <a:buClr>
                <a:schemeClr val="dk2"/>
              </a:buClr>
              <a:buSzPts val="1800"/>
              <a:buNone/>
              <a:defRPr sz="1800">
                <a:solidFill>
                  <a:schemeClr val="dk2"/>
                </a:solidFill>
              </a:defRPr>
            </a:lvl9pPr>
          </a:lstStyle>
          <a:p>
            <a:endParaRPr/>
          </a:p>
        </p:txBody>
      </p:sp>
      <p:sp>
        <p:nvSpPr>
          <p:cNvPr id="254" name="Google Shape;254;p43"/>
          <p:cNvSpPr txBox="1">
            <a:spLocks noGrp="1"/>
          </p:cNvSpPr>
          <p:nvPr>
            <p:ph type="subTitle" idx="2"/>
          </p:nvPr>
        </p:nvSpPr>
        <p:spPr>
          <a:xfrm>
            <a:off x="6060025" y="1589600"/>
            <a:ext cx="2370600" cy="58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0"/>
              </a:spcBef>
              <a:spcAft>
                <a:spcPts val="0"/>
              </a:spcAft>
              <a:buSzPts val="1400"/>
              <a:buFont typeface="Montserrat"/>
              <a:buNone/>
              <a:defRPr>
                <a:latin typeface="Montserrat"/>
                <a:ea typeface="Montserrat"/>
                <a:cs typeface="Montserrat"/>
                <a:sym typeface="Montserrat"/>
              </a:defRPr>
            </a:lvl3pPr>
            <a:lvl4pPr lvl="3" rtl="0">
              <a:spcBef>
                <a:spcPts val="0"/>
              </a:spcBef>
              <a:spcAft>
                <a:spcPts val="0"/>
              </a:spcAft>
              <a:buSzPts val="1400"/>
              <a:buFont typeface="Montserrat"/>
              <a:buNone/>
              <a:defRPr>
                <a:latin typeface="Montserrat"/>
                <a:ea typeface="Montserrat"/>
                <a:cs typeface="Montserrat"/>
                <a:sym typeface="Montserrat"/>
              </a:defRPr>
            </a:lvl4pPr>
            <a:lvl5pPr lvl="4" rtl="0">
              <a:spcBef>
                <a:spcPts val="0"/>
              </a:spcBef>
              <a:spcAft>
                <a:spcPts val="0"/>
              </a:spcAft>
              <a:buSzPts val="1400"/>
              <a:buFont typeface="Montserrat"/>
              <a:buNone/>
              <a:defRPr>
                <a:latin typeface="Montserrat"/>
                <a:ea typeface="Montserrat"/>
                <a:cs typeface="Montserrat"/>
                <a:sym typeface="Montserrat"/>
              </a:defRPr>
            </a:lvl5pPr>
            <a:lvl6pPr lvl="5" rtl="0">
              <a:spcBef>
                <a:spcPts val="0"/>
              </a:spcBef>
              <a:spcAft>
                <a:spcPts val="0"/>
              </a:spcAft>
              <a:buSzPts val="1400"/>
              <a:buFont typeface="Montserrat"/>
              <a:buNone/>
              <a:defRPr>
                <a:latin typeface="Montserrat"/>
                <a:ea typeface="Montserrat"/>
                <a:cs typeface="Montserrat"/>
                <a:sym typeface="Montserrat"/>
              </a:defRPr>
            </a:lvl6pPr>
            <a:lvl7pPr lvl="6" rtl="0">
              <a:spcBef>
                <a:spcPts val="0"/>
              </a:spcBef>
              <a:spcAft>
                <a:spcPts val="0"/>
              </a:spcAft>
              <a:buSzPts val="1400"/>
              <a:buFont typeface="Montserrat"/>
              <a:buNone/>
              <a:defRPr>
                <a:latin typeface="Montserrat"/>
                <a:ea typeface="Montserrat"/>
                <a:cs typeface="Montserrat"/>
                <a:sym typeface="Montserrat"/>
              </a:defRPr>
            </a:lvl7pPr>
            <a:lvl8pPr lvl="7" rtl="0">
              <a:spcBef>
                <a:spcPts val="0"/>
              </a:spcBef>
              <a:spcAft>
                <a:spcPts val="0"/>
              </a:spcAft>
              <a:buSzPts val="1400"/>
              <a:buFont typeface="Montserrat"/>
              <a:buNone/>
              <a:defRPr>
                <a:latin typeface="Montserrat"/>
                <a:ea typeface="Montserrat"/>
                <a:cs typeface="Montserrat"/>
                <a:sym typeface="Montserrat"/>
              </a:defRPr>
            </a:lvl8pPr>
            <a:lvl9pPr lvl="8" rtl="0">
              <a:spcBef>
                <a:spcPts val="0"/>
              </a:spcBef>
              <a:spcAft>
                <a:spcPts val="0"/>
              </a:spcAft>
              <a:buSzPts val="1400"/>
              <a:buFont typeface="Montserrat"/>
              <a:buNone/>
              <a:defRPr>
                <a:latin typeface="Montserrat"/>
                <a:ea typeface="Montserrat"/>
                <a:cs typeface="Montserrat"/>
                <a:sym typeface="Montserrat"/>
              </a:defRPr>
            </a:lvl9pPr>
          </a:lstStyle>
          <a:p>
            <a:endParaRPr/>
          </a:p>
        </p:txBody>
      </p:sp>
      <p:sp>
        <p:nvSpPr>
          <p:cNvPr id="255" name="Google Shape;255;p43"/>
          <p:cNvSpPr txBox="1">
            <a:spLocks noGrp="1"/>
          </p:cNvSpPr>
          <p:nvPr>
            <p:ph type="subTitle" idx="3"/>
          </p:nvPr>
        </p:nvSpPr>
        <p:spPr>
          <a:xfrm>
            <a:off x="3581207" y="2163725"/>
            <a:ext cx="19815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rtl="0">
              <a:spcBef>
                <a:spcPts val="0"/>
              </a:spcBef>
              <a:spcAft>
                <a:spcPts val="0"/>
              </a:spcAft>
              <a:buClr>
                <a:schemeClr val="dk2"/>
              </a:buClr>
              <a:buSzPts val="1800"/>
              <a:buNone/>
              <a:defRPr sz="1800">
                <a:solidFill>
                  <a:schemeClr val="dk2"/>
                </a:solidFill>
              </a:defRPr>
            </a:lvl2pPr>
            <a:lvl3pPr lvl="2" rtl="0">
              <a:spcBef>
                <a:spcPts val="0"/>
              </a:spcBef>
              <a:spcAft>
                <a:spcPts val="0"/>
              </a:spcAft>
              <a:buClr>
                <a:schemeClr val="dk2"/>
              </a:buClr>
              <a:buSzPts val="1800"/>
              <a:buNone/>
              <a:defRPr sz="1800">
                <a:solidFill>
                  <a:schemeClr val="dk2"/>
                </a:solidFill>
              </a:defRPr>
            </a:lvl3pPr>
            <a:lvl4pPr lvl="3" rtl="0">
              <a:spcBef>
                <a:spcPts val="0"/>
              </a:spcBef>
              <a:spcAft>
                <a:spcPts val="0"/>
              </a:spcAft>
              <a:buClr>
                <a:schemeClr val="dk2"/>
              </a:buClr>
              <a:buSzPts val="1800"/>
              <a:buNone/>
              <a:defRPr sz="1800">
                <a:solidFill>
                  <a:schemeClr val="dk2"/>
                </a:solidFill>
              </a:defRPr>
            </a:lvl4pPr>
            <a:lvl5pPr lvl="4" rtl="0">
              <a:spcBef>
                <a:spcPts val="0"/>
              </a:spcBef>
              <a:spcAft>
                <a:spcPts val="0"/>
              </a:spcAft>
              <a:buClr>
                <a:schemeClr val="dk2"/>
              </a:buClr>
              <a:buSzPts val="1800"/>
              <a:buNone/>
              <a:defRPr sz="1800">
                <a:solidFill>
                  <a:schemeClr val="dk2"/>
                </a:solidFill>
              </a:defRPr>
            </a:lvl5pPr>
            <a:lvl6pPr lvl="5" rtl="0">
              <a:spcBef>
                <a:spcPts val="0"/>
              </a:spcBef>
              <a:spcAft>
                <a:spcPts val="0"/>
              </a:spcAft>
              <a:buClr>
                <a:schemeClr val="dk2"/>
              </a:buClr>
              <a:buSzPts val="1800"/>
              <a:buNone/>
              <a:defRPr sz="1800">
                <a:solidFill>
                  <a:schemeClr val="dk2"/>
                </a:solidFill>
              </a:defRPr>
            </a:lvl6pPr>
            <a:lvl7pPr lvl="6" rtl="0">
              <a:spcBef>
                <a:spcPts val="0"/>
              </a:spcBef>
              <a:spcAft>
                <a:spcPts val="0"/>
              </a:spcAft>
              <a:buClr>
                <a:schemeClr val="dk2"/>
              </a:buClr>
              <a:buSzPts val="1800"/>
              <a:buNone/>
              <a:defRPr sz="1800">
                <a:solidFill>
                  <a:schemeClr val="dk2"/>
                </a:solidFill>
              </a:defRPr>
            </a:lvl7pPr>
            <a:lvl8pPr lvl="7" rtl="0">
              <a:spcBef>
                <a:spcPts val="0"/>
              </a:spcBef>
              <a:spcAft>
                <a:spcPts val="0"/>
              </a:spcAft>
              <a:buClr>
                <a:schemeClr val="dk2"/>
              </a:buClr>
              <a:buSzPts val="1800"/>
              <a:buNone/>
              <a:defRPr sz="1800">
                <a:solidFill>
                  <a:schemeClr val="dk2"/>
                </a:solidFill>
              </a:defRPr>
            </a:lvl8pPr>
            <a:lvl9pPr lvl="8" rtl="0">
              <a:spcBef>
                <a:spcPts val="0"/>
              </a:spcBef>
              <a:spcAft>
                <a:spcPts val="0"/>
              </a:spcAft>
              <a:buClr>
                <a:schemeClr val="dk2"/>
              </a:buClr>
              <a:buSzPts val="1800"/>
              <a:buNone/>
              <a:defRPr sz="1800">
                <a:solidFill>
                  <a:schemeClr val="dk2"/>
                </a:solidFill>
              </a:defRPr>
            </a:lvl9pPr>
          </a:lstStyle>
          <a:p>
            <a:endParaRPr/>
          </a:p>
        </p:txBody>
      </p:sp>
      <p:sp>
        <p:nvSpPr>
          <p:cNvPr id="256" name="Google Shape;256;p43"/>
          <p:cNvSpPr txBox="1">
            <a:spLocks noGrp="1"/>
          </p:cNvSpPr>
          <p:nvPr>
            <p:ph type="subTitle" idx="4"/>
          </p:nvPr>
        </p:nvSpPr>
        <p:spPr>
          <a:xfrm>
            <a:off x="713375" y="2074925"/>
            <a:ext cx="2370600" cy="583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Montserrat"/>
              <a:buNone/>
              <a:defRPr sz="1400">
                <a:latin typeface="Montserrat"/>
                <a:ea typeface="Montserrat"/>
                <a:cs typeface="Montserrat"/>
                <a:sym typeface="Montserrat"/>
              </a:defRPr>
            </a:lvl1pPr>
            <a:lvl2pPr lvl="1" algn="r" rtl="0">
              <a:spcBef>
                <a:spcPts val="0"/>
              </a:spcBef>
              <a:spcAft>
                <a:spcPts val="0"/>
              </a:spcAft>
              <a:buSzPts val="1400"/>
              <a:buFont typeface="Montserrat"/>
              <a:buNone/>
              <a:defRPr>
                <a:latin typeface="Montserrat"/>
                <a:ea typeface="Montserrat"/>
                <a:cs typeface="Montserrat"/>
                <a:sym typeface="Montserrat"/>
              </a:defRPr>
            </a:lvl2pPr>
            <a:lvl3pPr lvl="2" algn="r" rtl="0">
              <a:spcBef>
                <a:spcPts val="0"/>
              </a:spcBef>
              <a:spcAft>
                <a:spcPts val="0"/>
              </a:spcAft>
              <a:buSzPts val="1400"/>
              <a:buFont typeface="Montserrat"/>
              <a:buNone/>
              <a:defRPr>
                <a:latin typeface="Montserrat"/>
                <a:ea typeface="Montserrat"/>
                <a:cs typeface="Montserrat"/>
                <a:sym typeface="Montserrat"/>
              </a:defRPr>
            </a:lvl3pPr>
            <a:lvl4pPr lvl="3" algn="r" rtl="0">
              <a:spcBef>
                <a:spcPts val="0"/>
              </a:spcBef>
              <a:spcAft>
                <a:spcPts val="0"/>
              </a:spcAft>
              <a:buSzPts val="1400"/>
              <a:buFont typeface="Montserrat"/>
              <a:buNone/>
              <a:defRPr>
                <a:latin typeface="Montserrat"/>
                <a:ea typeface="Montserrat"/>
                <a:cs typeface="Montserrat"/>
                <a:sym typeface="Montserrat"/>
              </a:defRPr>
            </a:lvl4pPr>
            <a:lvl5pPr lvl="4" algn="r" rtl="0">
              <a:spcBef>
                <a:spcPts val="0"/>
              </a:spcBef>
              <a:spcAft>
                <a:spcPts val="0"/>
              </a:spcAft>
              <a:buSzPts val="1400"/>
              <a:buFont typeface="Montserrat"/>
              <a:buNone/>
              <a:defRPr>
                <a:latin typeface="Montserrat"/>
                <a:ea typeface="Montserrat"/>
                <a:cs typeface="Montserrat"/>
                <a:sym typeface="Montserrat"/>
              </a:defRPr>
            </a:lvl5pPr>
            <a:lvl6pPr lvl="5" algn="r" rtl="0">
              <a:spcBef>
                <a:spcPts val="0"/>
              </a:spcBef>
              <a:spcAft>
                <a:spcPts val="0"/>
              </a:spcAft>
              <a:buSzPts val="1400"/>
              <a:buFont typeface="Montserrat"/>
              <a:buNone/>
              <a:defRPr>
                <a:latin typeface="Montserrat"/>
                <a:ea typeface="Montserrat"/>
                <a:cs typeface="Montserrat"/>
                <a:sym typeface="Montserrat"/>
              </a:defRPr>
            </a:lvl6pPr>
            <a:lvl7pPr lvl="6" algn="r" rtl="0">
              <a:spcBef>
                <a:spcPts val="0"/>
              </a:spcBef>
              <a:spcAft>
                <a:spcPts val="0"/>
              </a:spcAft>
              <a:buSzPts val="1400"/>
              <a:buFont typeface="Montserrat"/>
              <a:buNone/>
              <a:defRPr>
                <a:latin typeface="Montserrat"/>
                <a:ea typeface="Montserrat"/>
                <a:cs typeface="Montserrat"/>
                <a:sym typeface="Montserrat"/>
              </a:defRPr>
            </a:lvl7pPr>
            <a:lvl8pPr lvl="7" algn="r" rtl="0">
              <a:spcBef>
                <a:spcPts val="0"/>
              </a:spcBef>
              <a:spcAft>
                <a:spcPts val="0"/>
              </a:spcAft>
              <a:buSzPts val="1400"/>
              <a:buFont typeface="Montserrat"/>
              <a:buNone/>
              <a:defRPr>
                <a:latin typeface="Montserrat"/>
                <a:ea typeface="Montserrat"/>
                <a:cs typeface="Montserrat"/>
                <a:sym typeface="Montserrat"/>
              </a:defRPr>
            </a:lvl8pPr>
            <a:lvl9pPr lvl="8" algn="r" rtl="0">
              <a:spcBef>
                <a:spcPts val="0"/>
              </a:spcBef>
              <a:spcAft>
                <a:spcPts val="0"/>
              </a:spcAft>
              <a:buSzPts val="1400"/>
              <a:buFont typeface="Montserrat"/>
              <a:buNone/>
              <a:defRPr>
                <a:latin typeface="Montserrat"/>
                <a:ea typeface="Montserrat"/>
                <a:cs typeface="Montserrat"/>
                <a:sym typeface="Montserrat"/>
              </a:defRPr>
            </a:lvl9pPr>
          </a:lstStyle>
          <a:p>
            <a:endParaRPr/>
          </a:p>
        </p:txBody>
      </p:sp>
      <p:sp>
        <p:nvSpPr>
          <p:cNvPr id="257" name="Google Shape;257;p43"/>
          <p:cNvSpPr txBox="1">
            <a:spLocks noGrp="1"/>
          </p:cNvSpPr>
          <p:nvPr>
            <p:ph type="subTitle" idx="5"/>
          </p:nvPr>
        </p:nvSpPr>
        <p:spPr>
          <a:xfrm>
            <a:off x="3581207" y="2649050"/>
            <a:ext cx="19815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rtl="0">
              <a:spcBef>
                <a:spcPts val="0"/>
              </a:spcBef>
              <a:spcAft>
                <a:spcPts val="0"/>
              </a:spcAft>
              <a:buClr>
                <a:schemeClr val="dk2"/>
              </a:buClr>
              <a:buSzPts val="1800"/>
              <a:buNone/>
              <a:defRPr sz="1800">
                <a:solidFill>
                  <a:schemeClr val="dk2"/>
                </a:solidFill>
              </a:defRPr>
            </a:lvl2pPr>
            <a:lvl3pPr lvl="2" rtl="0">
              <a:spcBef>
                <a:spcPts val="0"/>
              </a:spcBef>
              <a:spcAft>
                <a:spcPts val="0"/>
              </a:spcAft>
              <a:buClr>
                <a:schemeClr val="dk2"/>
              </a:buClr>
              <a:buSzPts val="1800"/>
              <a:buNone/>
              <a:defRPr sz="1800">
                <a:solidFill>
                  <a:schemeClr val="dk2"/>
                </a:solidFill>
              </a:defRPr>
            </a:lvl3pPr>
            <a:lvl4pPr lvl="3" rtl="0">
              <a:spcBef>
                <a:spcPts val="0"/>
              </a:spcBef>
              <a:spcAft>
                <a:spcPts val="0"/>
              </a:spcAft>
              <a:buClr>
                <a:schemeClr val="dk2"/>
              </a:buClr>
              <a:buSzPts val="1800"/>
              <a:buNone/>
              <a:defRPr sz="1800">
                <a:solidFill>
                  <a:schemeClr val="dk2"/>
                </a:solidFill>
              </a:defRPr>
            </a:lvl4pPr>
            <a:lvl5pPr lvl="4" rtl="0">
              <a:spcBef>
                <a:spcPts val="0"/>
              </a:spcBef>
              <a:spcAft>
                <a:spcPts val="0"/>
              </a:spcAft>
              <a:buClr>
                <a:schemeClr val="dk2"/>
              </a:buClr>
              <a:buSzPts val="1800"/>
              <a:buNone/>
              <a:defRPr sz="1800">
                <a:solidFill>
                  <a:schemeClr val="dk2"/>
                </a:solidFill>
              </a:defRPr>
            </a:lvl5pPr>
            <a:lvl6pPr lvl="5" rtl="0">
              <a:spcBef>
                <a:spcPts val="0"/>
              </a:spcBef>
              <a:spcAft>
                <a:spcPts val="0"/>
              </a:spcAft>
              <a:buClr>
                <a:schemeClr val="dk2"/>
              </a:buClr>
              <a:buSzPts val="1800"/>
              <a:buNone/>
              <a:defRPr sz="1800">
                <a:solidFill>
                  <a:schemeClr val="dk2"/>
                </a:solidFill>
              </a:defRPr>
            </a:lvl6pPr>
            <a:lvl7pPr lvl="6" rtl="0">
              <a:spcBef>
                <a:spcPts val="0"/>
              </a:spcBef>
              <a:spcAft>
                <a:spcPts val="0"/>
              </a:spcAft>
              <a:buClr>
                <a:schemeClr val="dk2"/>
              </a:buClr>
              <a:buSzPts val="1800"/>
              <a:buNone/>
              <a:defRPr sz="1800">
                <a:solidFill>
                  <a:schemeClr val="dk2"/>
                </a:solidFill>
              </a:defRPr>
            </a:lvl7pPr>
            <a:lvl8pPr lvl="7" rtl="0">
              <a:spcBef>
                <a:spcPts val="0"/>
              </a:spcBef>
              <a:spcAft>
                <a:spcPts val="0"/>
              </a:spcAft>
              <a:buClr>
                <a:schemeClr val="dk2"/>
              </a:buClr>
              <a:buSzPts val="1800"/>
              <a:buNone/>
              <a:defRPr sz="1800">
                <a:solidFill>
                  <a:schemeClr val="dk2"/>
                </a:solidFill>
              </a:defRPr>
            </a:lvl8pPr>
            <a:lvl9pPr lvl="8" rtl="0">
              <a:spcBef>
                <a:spcPts val="0"/>
              </a:spcBef>
              <a:spcAft>
                <a:spcPts val="0"/>
              </a:spcAft>
              <a:buClr>
                <a:schemeClr val="dk2"/>
              </a:buClr>
              <a:buSzPts val="1800"/>
              <a:buNone/>
              <a:defRPr sz="1800">
                <a:solidFill>
                  <a:schemeClr val="dk2"/>
                </a:solidFill>
              </a:defRPr>
            </a:lvl9pPr>
          </a:lstStyle>
          <a:p>
            <a:endParaRPr/>
          </a:p>
        </p:txBody>
      </p:sp>
      <p:sp>
        <p:nvSpPr>
          <p:cNvPr id="258" name="Google Shape;258;p43"/>
          <p:cNvSpPr txBox="1">
            <a:spLocks noGrp="1"/>
          </p:cNvSpPr>
          <p:nvPr>
            <p:ph type="subTitle" idx="6"/>
          </p:nvPr>
        </p:nvSpPr>
        <p:spPr>
          <a:xfrm>
            <a:off x="6060025" y="2560250"/>
            <a:ext cx="2370600" cy="58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0"/>
              </a:spcBef>
              <a:spcAft>
                <a:spcPts val="0"/>
              </a:spcAft>
              <a:buSzPts val="1400"/>
              <a:buFont typeface="Montserrat"/>
              <a:buNone/>
              <a:defRPr>
                <a:latin typeface="Montserrat"/>
                <a:ea typeface="Montserrat"/>
                <a:cs typeface="Montserrat"/>
                <a:sym typeface="Montserrat"/>
              </a:defRPr>
            </a:lvl3pPr>
            <a:lvl4pPr lvl="3" rtl="0">
              <a:spcBef>
                <a:spcPts val="0"/>
              </a:spcBef>
              <a:spcAft>
                <a:spcPts val="0"/>
              </a:spcAft>
              <a:buSzPts val="1400"/>
              <a:buFont typeface="Montserrat"/>
              <a:buNone/>
              <a:defRPr>
                <a:latin typeface="Montserrat"/>
                <a:ea typeface="Montserrat"/>
                <a:cs typeface="Montserrat"/>
                <a:sym typeface="Montserrat"/>
              </a:defRPr>
            </a:lvl4pPr>
            <a:lvl5pPr lvl="4" rtl="0">
              <a:spcBef>
                <a:spcPts val="0"/>
              </a:spcBef>
              <a:spcAft>
                <a:spcPts val="0"/>
              </a:spcAft>
              <a:buSzPts val="1400"/>
              <a:buFont typeface="Montserrat"/>
              <a:buNone/>
              <a:defRPr>
                <a:latin typeface="Montserrat"/>
                <a:ea typeface="Montserrat"/>
                <a:cs typeface="Montserrat"/>
                <a:sym typeface="Montserrat"/>
              </a:defRPr>
            </a:lvl5pPr>
            <a:lvl6pPr lvl="5" rtl="0">
              <a:spcBef>
                <a:spcPts val="0"/>
              </a:spcBef>
              <a:spcAft>
                <a:spcPts val="0"/>
              </a:spcAft>
              <a:buSzPts val="1400"/>
              <a:buFont typeface="Montserrat"/>
              <a:buNone/>
              <a:defRPr>
                <a:latin typeface="Montserrat"/>
                <a:ea typeface="Montserrat"/>
                <a:cs typeface="Montserrat"/>
                <a:sym typeface="Montserrat"/>
              </a:defRPr>
            </a:lvl6pPr>
            <a:lvl7pPr lvl="6" rtl="0">
              <a:spcBef>
                <a:spcPts val="0"/>
              </a:spcBef>
              <a:spcAft>
                <a:spcPts val="0"/>
              </a:spcAft>
              <a:buSzPts val="1400"/>
              <a:buFont typeface="Montserrat"/>
              <a:buNone/>
              <a:defRPr>
                <a:latin typeface="Montserrat"/>
                <a:ea typeface="Montserrat"/>
                <a:cs typeface="Montserrat"/>
                <a:sym typeface="Montserrat"/>
              </a:defRPr>
            </a:lvl7pPr>
            <a:lvl8pPr lvl="7" rtl="0">
              <a:spcBef>
                <a:spcPts val="0"/>
              </a:spcBef>
              <a:spcAft>
                <a:spcPts val="0"/>
              </a:spcAft>
              <a:buSzPts val="1400"/>
              <a:buFont typeface="Montserrat"/>
              <a:buNone/>
              <a:defRPr>
                <a:latin typeface="Montserrat"/>
                <a:ea typeface="Montserrat"/>
                <a:cs typeface="Montserrat"/>
                <a:sym typeface="Montserrat"/>
              </a:defRPr>
            </a:lvl8pPr>
            <a:lvl9pPr lvl="8" rtl="0">
              <a:spcBef>
                <a:spcPts val="0"/>
              </a:spcBef>
              <a:spcAft>
                <a:spcPts val="0"/>
              </a:spcAft>
              <a:buSzPts val="1400"/>
              <a:buFont typeface="Montserrat"/>
              <a:buNone/>
              <a:defRPr>
                <a:latin typeface="Montserrat"/>
                <a:ea typeface="Montserrat"/>
                <a:cs typeface="Montserrat"/>
                <a:sym typeface="Montserrat"/>
              </a:defRPr>
            </a:lvl9pPr>
          </a:lstStyle>
          <a:p>
            <a:endParaRPr/>
          </a:p>
        </p:txBody>
      </p:sp>
      <p:sp>
        <p:nvSpPr>
          <p:cNvPr id="259" name="Google Shape;259;p43"/>
          <p:cNvSpPr txBox="1">
            <a:spLocks noGrp="1"/>
          </p:cNvSpPr>
          <p:nvPr>
            <p:ph type="subTitle" idx="7"/>
          </p:nvPr>
        </p:nvSpPr>
        <p:spPr>
          <a:xfrm>
            <a:off x="3581207" y="3134375"/>
            <a:ext cx="19815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rtl="0">
              <a:spcBef>
                <a:spcPts val="0"/>
              </a:spcBef>
              <a:spcAft>
                <a:spcPts val="0"/>
              </a:spcAft>
              <a:buClr>
                <a:schemeClr val="dk2"/>
              </a:buClr>
              <a:buSzPts val="1800"/>
              <a:buNone/>
              <a:defRPr sz="1800">
                <a:solidFill>
                  <a:schemeClr val="dk2"/>
                </a:solidFill>
              </a:defRPr>
            </a:lvl2pPr>
            <a:lvl3pPr lvl="2" rtl="0">
              <a:spcBef>
                <a:spcPts val="0"/>
              </a:spcBef>
              <a:spcAft>
                <a:spcPts val="0"/>
              </a:spcAft>
              <a:buClr>
                <a:schemeClr val="dk2"/>
              </a:buClr>
              <a:buSzPts val="1800"/>
              <a:buNone/>
              <a:defRPr sz="1800">
                <a:solidFill>
                  <a:schemeClr val="dk2"/>
                </a:solidFill>
              </a:defRPr>
            </a:lvl3pPr>
            <a:lvl4pPr lvl="3" rtl="0">
              <a:spcBef>
                <a:spcPts val="0"/>
              </a:spcBef>
              <a:spcAft>
                <a:spcPts val="0"/>
              </a:spcAft>
              <a:buClr>
                <a:schemeClr val="dk2"/>
              </a:buClr>
              <a:buSzPts val="1800"/>
              <a:buNone/>
              <a:defRPr sz="1800">
                <a:solidFill>
                  <a:schemeClr val="dk2"/>
                </a:solidFill>
              </a:defRPr>
            </a:lvl4pPr>
            <a:lvl5pPr lvl="4" rtl="0">
              <a:spcBef>
                <a:spcPts val="0"/>
              </a:spcBef>
              <a:spcAft>
                <a:spcPts val="0"/>
              </a:spcAft>
              <a:buClr>
                <a:schemeClr val="dk2"/>
              </a:buClr>
              <a:buSzPts val="1800"/>
              <a:buNone/>
              <a:defRPr sz="1800">
                <a:solidFill>
                  <a:schemeClr val="dk2"/>
                </a:solidFill>
              </a:defRPr>
            </a:lvl5pPr>
            <a:lvl6pPr lvl="5" rtl="0">
              <a:spcBef>
                <a:spcPts val="0"/>
              </a:spcBef>
              <a:spcAft>
                <a:spcPts val="0"/>
              </a:spcAft>
              <a:buClr>
                <a:schemeClr val="dk2"/>
              </a:buClr>
              <a:buSzPts val="1800"/>
              <a:buNone/>
              <a:defRPr sz="1800">
                <a:solidFill>
                  <a:schemeClr val="dk2"/>
                </a:solidFill>
              </a:defRPr>
            </a:lvl6pPr>
            <a:lvl7pPr lvl="6" rtl="0">
              <a:spcBef>
                <a:spcPts val="0"/>
              </a:spcBef>
              <a:spcAft>
                <a:spcPts val="0"/>
              </a:spcAft>
              <a:buClr>
                <a:schemeClr val="dk2"/>
              </a:buClr>
              <a:buSzPts val="1800"/>
              <a:buNone/>
              <a:defRPr sz="1800">
                <a:solidFill>
                  <a:schemeClr val="dk2"/>
                </a:solidFill>
              </a:defRPr>
            </a:lvl7pPr>
            <a:lvl8pPr lvl="7" rtl="0">
              <a:spcBef>
                <a:spcPts val="0"/>
              </a:spcBef>
              <a:spcAft>
                <a:spcPts val="0"/>
              </a:spcAft>
              <a:buClr>
                <a:schemeClr val="dk2"/>
              </a:buClr>
              <a:buSzPts val="1800"/>
              <a:buNone/>
              <a:defRPr sz="1800">
                <a:solidFill>
                  <a:schemeClr val="dk2"/>
                </a:solidFill>
              </a:defRPr>
            </a:lvl8pPr>
            <a:lvl9pPr lvl="8" rtl="0">
              <a:spcBef>
                <a:spcPts val="0"/>
              </a:spcBef>
              <a:spcAft>
                <a:spcPts val="0"/>
              </a:spcAft>
              <a:buClr>
                <a:schemeClr val="dk2"/>
              </a:buClr>
              <a:buSzPts val="1800"/>
              <a:buNone/>
              <a:defRPr sz="1800">
                <a:solidFill>
                  <a:schemeClr val="dk2"/>
                </a:solidFill>
              </a:defRPr>
            </a:lvl9pPr>
          </a:lstStyle>
          <a:p>
            <a:endParaRPr/>
          </a:p>
        </p:txBody>
      </p:sp>
      <p:sp>
        <p:nvSpPr>
          <p:cNvPr id="260" name="Google Shape;260;p43"/>
          <p:cNvSpPr txBox="1">
            <a:spLocks noGrp="1"/>
          </p:cNvSpPr>
          <p:nvPr>
            <p:ph type="subTitle" idx="8"/>
          </p:nvPr>
        </p:nvSpPr>
        <p:spPr>
          <a:xfrm>
            <a:off x="713375" y="3045575"/>
            <a:ext cx="2370600" cy="583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Montserrat"/>
              <a:buNone/>
              <a:defRPr sz="1400">
                <a:latin typeface="Montserrat"/>
                <a:ea typeface="Montserrat"/>
                <a:cs typeface="Montserrat"/>
                <a:sym typeface="Montserrat"/>
              </a:defRPr>
            </a:lvl1pPr>
            <a:lvl2pPr lvl="1" algn="r" rtl="0">
              <a:spcBef>
                <a:spcPts val="0"/>
              </a:spcBef>
              <a:spcAft>
                <a:spcPts val="0"/>
              </a:spcAft>
              <a:buSzPts val="1400"/>
              <a:buFont typeface="Montserrat"/>
              <a:buNone/>
              <a:defRPr>
                <a:latin typeface="Montserrat"/>
                <a:ea typeface="Montserrat"/>
                <a:cs typeface="Montserrat"/>
                <a:sym typeface="Montserrat"/>
              </a:defRPr>
            </a:lvl2pPr>
            <a:lvl3pPr lvl="2" algn="r" rtl="0">
              <a:spcBef>
                <a:spcPts val="0"/>
              </a:spcBef>
              <a:spcAft>
                <a:spcPts val="0"/>
              </a:spcAft>
              <a:buSzPts val="1400"/>
              <a:buFont typeface="Montserrat"/>
              <a:buNone/>
              <a:defRPr>
                <a:latin typeface="Montserrat"/>
                <a:ea typeface="Montserrat"/>
                <a:cs typeface="Montserrat"/>
                <a:sym typeface="Montserrat"/>
              </a:defRPr>
            </a:lvl3pPr>
            <a:lvl4pPr lvl="3" algn="r" rtl="0">
              <a:spcBef>
                <a:spcPts val="0"/>
              </a:spcBef>
              <a:spcAft>
                <a:spcPts val="0"/>
              </a:spcAft>
              <a:buSzPts val="1400"/>
              <a:buFont typeface="Montserrat"/>
              <a:buNone/>
              <a:defRPr>
                <a:latin typeface="Montserrat"/>
                <a:ea typeface="Montserrat"/>
                <a:cs typeface="Montserrat"/>
                <a:sym typeface="Montserrat"/>
              </a:defRPr>
            </a:lvl4pPr>
            <a:lvl5pPr lvl="4" algn="r" rtl="0">
              <a:spcBef>
                <a:spcPts val="0"/>
              </a:spcBef>
              <a:spcAft>
                <a:spcPts val="0"/>
              </a:spcAft>
              <a:buSzPts val="1400"/>
              <a:buFont typeface="Montserrat"/>
              <a:buNone/>
              <a:defRPr>
                <a:latin typeface="Montserrat"/>
                <a:ea typeface="Montserrat"/>
                <a:cs typeface="Montserrat"/>
                <a:sym typeface="Montserrat"/>
              </a:defRPr>
            </a:lvl5pPr>
            <a:lvl6pPr lvl="5" algn="r" rtl="0">
              <a:spcBef>
                <a:spcPts val="0"/>
              </a:spcBef>
              <a:spcAft>
                <a:spcPts val="0"/>
              </a:spcAft>
              <a:buSzPts val="1400"/>
              <a:buFont typeface="Montserrat"/>
              <a:buNone/>
              <a:defRPr>
                <a:latin typeface="Montserrat"/>
                <a:ea typeface="Montserrat"/>
                <a:cs typeface="Montserrat"/>
                <a:sym typeface="Montserrat"/>
              </a:defRPr>
            </a:lvl6pPr>
            <a:lvl7pPr lvl="6" algn="r" rtl="0">
              <a:spcBef>
                <a:spcPts val="0"/>
              </a:spcBef>
              <a:spcAft>
                <a:spcPts val="0"/>
              </a:spcAft>
              <a:buSzPts val="1400"/>
              <a:buFont typeface="Montserrat"/>
              <a:buNone/>
              <a:defRPr>
                <a:latin typeface="Montserrat"/>
                <a:ea typeface="Montserrat"/>
                <a:cs typeface="Montserrat"/>
                <a:sym typeface="Montserrat"/>
              </a:defRPr>
            </a:lvl7pPr>
            <a:lvl8pPr lvl="7" algn="r" rtl="0">
              <a:spcBef>
                <a:spcPts val="0"/>
              </a:spcBef>
              <a:spcAft>
                <a:spcPts val="0"/>
              </a:spcAft>
              <a:buSzPts val="1400"/>
              <a:buFont typeface="Montserrat"/>
              <a:buNone/>
              <a:defRPr>
                <a:latin typeface="Montserrat"/>
                <a:ea typeface="Montserrat"/>
                <a:cs typeface="Montserrat"/>
                <a:sym typeface="Montserrat"/>
              </a:defRPr>
            </a:lvl8pPr>
            <a:lvl9pPr lvl="8" algn="r" rtl="0">
              <a:spcBef>
                <a:spcPts val="0"/>
              </a:spcBef>
              <a:spcAft>
                <a:spcPts val="0"/>
              </a:spcAft>
              <a:buSzPts val="1400"/>
              <a:buFont typeface="Montserrat"/>
              <a:buNone/>
              <a:defRPr>
                <a:latin typeface="Montserrat"/>
                <a:ea typeface="Montserrat"/>
                <a:cs typeface="Montserrat"/>
                <a:sym typeface="Montserrat"/>
              </a:defRPr>
            </a:lvl9pPr>
          </a:lstStyle>
          <a:p>
            <a:endParaRPr/>
          </a:p>
        </p:txBody>
      </p:sp>
      <p:sp>
        <p:nvSpPr>
          <p:cNvPr id="261" name="Google Shape;261;p43"/>
          <p:cNvSpPr txBox="1">
            <a:spLocks noGrp="1"/>
          </p:cNvSpPr>
          <p:nvPr>
            <p:ph type="subTitle" idx="9"/>
          </p:nvPr>
        </p:nvSpPr>
        <p:spPr>
          <a:xfrm>
            <a:off x="3581207" y="3619700"/>
            <a:ext cx="19815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rtl="0">
              <a:spcBef>
                <a:spcPts val="0"/>
              </a:spcBef>
              <a:spcAft>
                <a:spcPts val="0"/>
              </a:spcAft>
              <a:buClr>
                <a:schemeClr val="dk2"/>
              </a:buClr>
              <a:buSzPts val="1800"/>
              <a:buNone/>
              <a:defRPr sz="1800">
                <a:solidFill>
                  <a:schemeClr val="dk2"/>
                </a:solidFill>
              </a:defRPr>
            </a:lvl2pPr>
            <a:lvl3pPr lvl="2" rtl="0">
              <a:spcBef>
                <a:spcPts val="0"/>
              </a:spcBef>
              <a:spcAft>
                <a:spcPts val="0"/>
              </a:spcAft>
              <a:buClr>
                <a:schemeClr val="dk2"/>
              </a:buClr>
              <a:buSzPts val="1800"/>
              <a:buNone/>
              <a:defRPr sz="1800">
                <a:solidFill>
                  <a:schemeClr val="dk2"/>
                </a:solidFill>
              </a:defRPr>
            </a:lvl3pPr>
            <a:lvl4pPr lvl="3" rtl="0">
              <a:spcBef>
                <a:spcPts val="0"/>
              </a:spcBef>
              <a:spcAft>
                <a:spcPts val="0"/>
              </a:spcAft>
              <a:buClr>
                <a:schemeClr val="dk2"/>
              </a:buClr>
              <a:buSzPts val="1800"/>
              <a:buNone/>
              <a:defRPr sz="1800">
                <a:solidFill>
                  <a:schemeClr val="dk2"/>
                </a:solidFill>
              </a:defRPr>
            </a:lvl4pPr>
            <a:lvl5pPr lvl="4" rtl="0">
              <a:spcBef>
                <a:spcPts val="0"/>
              </a:spcBef>
              <a:spcAft>
                <a:spcPts val="0"/>
              </a:spcAft>
              <a:buClr>
                <a:schemeClr val="dk2"/>
              </a:buClr>
              <a:buSzPts val="1800"/>
              <a:buNone/>
              <a:defRPr sz="1800">
                <a:solidFill>
                  <a:schemeClr val="dk2"/>
                </a:solidFill>
              </a:defRPr>
            </a:lvl5pPr>
            <a:lvl6pPr lvl="5" rtl="0">
              <a:spcBef>
                <a:spcPts val="0"/>
              </a:spcBef>
              <a:spcAft>
                <a:spcPts val="0"/>
              </a:spcAft>
              <a:buClr>
                <a:schemeClr val="dk2"/>
              </a:buClr>
              <a:buSzPts val="1800"/>
              <a:buNone/>
              <a:defRPr sz="1800">
                <a:solidFill>
                  <a:schemeClr val="dk2"/>
                </a:solidFill>
              </a:defRPr>
            </a:lvl6pPr>
            <a:lvl7pPr lvl="6" rtl="0">
              <a:spcBef>
                <a:spcPts val="0"/>
              </a:spcBef>
              <a:spcAft>
                <a:spcPts val="0"/>
              </a:spcAft>
              <a:buClr>
                <a:schemeClr val="dk2"/>
              </a:buClr>
              <a:buSzPts val="1800"/>
              <a:buNone/>
              <a:defRPr sz="1800">
                <a:solidFill>
                  <a:schemeClr val="dk2"/>
                </a:solidFill>
              </a:defRPr>
            </a:lvl7pPr>
            <a:lvl8pPr lvl="7" rtl="0">
              <a:spcBef>
                <a:spcPts val="0"/>
              </a:spcBef>
              <a:spcAft>
                <a:spcPts val="0"/>
              </a:spcAft>
              <a:buClr>
                <a:schemeClr val="dk2"/>
              </a:buClr>
              <a:buSzPts val="1800"/>
              <a:buNone/>
              <a:defRPr sz="1800">
                <a:solidFill>
                  <a:schemeClr val="dk2"/>
                </a:solidFill>
              </a:defRPr>
            </a:lvl8pPr>
            <a:lvl9pPr lvl="8" rtl="0">
              <a:spcBef>
                <a:spcPts val="0"/>
              </a:spcBef>
              <a:spcAft>
                <a:spcPts val="0"/>
              </a:spcAft>
              <a:buClr>
                <a:schemeClr val="dk2"/>
              </a:buClr>
              <a:buSzPts val="1800"/>
              <a:buNone/>
              <a:defRPr sz="1800">
                <a:solidFill>
                  <a:schemeClr val="dk2"/>
                </a:solidFill>
              </a:defRPr>
            </a:lvl9pPr>
          </a:lstStyle>
          <a:p>
            <a:endParaRPr/>
          </a:p>
        </p:txBody>
      </p:sp>
      <p:sp>
        <p:nvSpPr>
          <p:cNvPr id="262" name="Google Shape;262;p43"/>
          <p:cNvSpPr txBox="1">
            <a:spLocks noGrp="1"/>
          </p:cNvSpPr>
          <p:nvPr>
            <p:ph type="subTitle" idx="13"/>
          </p:nvPr>
        </p:nvSpPr>
        <p:spPr>
          <a:xfrm>
            <a:off x="6060025" y="3530900"/>
            <a:ext cx="2370600" cy="58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0"/>
              </a:spcBef>
              <a:spcAft>
                <a:spcPts val="0"/>
              </a:spcAft>
              <a:buSzPts val="1400"/>
              <a:buFont typeface="Montserrat"/>
              <a:buNone/>
              <a:defRPr>
                <a:latin typeface="Montserrat"/>
                <a:ea typeface="Montserrat"/>
                <a:cs typeface="Montserrat"/>
                <a:sym typeface="Montserrat"/>
              </a:defRPr>
            </a:lvl3pPr>
            <a:lvl4pPr lvl="3" rtl="0">
              <a:spcBef>
                <a:spcPts val="0"/>
              </a:spcBef>
              <a:spcAft>
                <a:spcPts val="0"/>
              </a:spcAft>
              <a:buSzPts val="1400"/>
              <a:buFont typeface="Montserrat"/>
              <a:buNone/>
              <a:defRPr>
                <a:latin typeface="Montserrat"/>
                <a:ea typeface="Montserrat"/>
                <a:cs typeface="Montserrat"/>
                <a:sym typeface="Montserrat"/>
              </a:defRPr>
            </a:lvl4pPr>
            <a:lvl5pPr lvl="4" rtl="0">
              <a:spcBef>
                <a:spcPts val="0"/>
              </a:spcBef>
              <a:spcAft>
                <a:spcPts val="0"/>
              </a:spcAft>
              <a:buSzPts val="1400"/>
              <a:buFont typeface="Montserrat"/>
              <a:buNone/>
              <a:defRPr>
                <a:latin typeface="Montserrat"/>
                <a:ea typeface="Montserrat"/>
                <a:cs typeface="Montserrat"/>
                <a:sym typeface="Montserrat"/>
              </a:defRPr>
            </a:lvl5pPr>
            <a:lvl6pPr lvl="5" rtl="0">
              <a:spcBef>
                <a:spcPts val="0"/>
              </a:spcBef>
              <a:spcAft>
                <a:spcPts val="0"/>
              </a:spcAft>
              <a:buSzPts val="1400"/>
              <a:buFont typeface="Montserrat"/>
              <a:buNone/>
              <a:defRPr>
                <a:latin typeface="Montserrat"/>
                <a:ea typeface="Montserrat"/>
                <a:cs typeface="Montserrat"/>
                <a:sym typeface="Montserrat"/>
              </a:defRPr>
            </a:lvl6pPr>
            <a:lvl7pPr lvl="6" rtl="0">
              <a:spcBef>
                <a:spcPts val="0"/>
              </a:spcBef>
              <a:spcAft>
                <a:spcPts val="0"/>
              </a:spcAft>
              <a:buSzPts val="1400"/>
              <a:buFont typeface="Montserrat"/>
              <a:buNone/>
              <a:defRPr>
                <a:latin typeface="Montserrat"/>
                <a:ea typeface="Montserrat"/>
                <a:cs typeface="Montserrat"/>
                <a:sym typeface="Montserrat"/>
              </a:defRPr>
            </a:lvl7pPr>
            <a:lvl8pPr lvl="7" rtl="0">
              <a:spcBef>
                <a:spcPts val="0"/>
              </a:spcBef>
              <a:spcAft>
                <a:spcPts val="0"/>
              </a:spcAft>
              <a:buSzPts val="1400"/>
              <a:buFont typeface="Montserrat"/>
              <a:buNone/>
              <a:defRPr>
                <a:latin typeface="Montserrat"/>
                <a:ea typeface="Montserrat"/>
                <a:cs typeface="Montserrat"/>
                <a:sym typeface="Montserrat"/>
              </a:defRPr>
            </a:lvl8pPr>
            <a:lvl9pPr lvl="8" rtl="0">
              <a:spcBef>
                <a:spcPts val="0"/>
              </a:spcBef>
              <a:spcAft>
                <a:spcPts val="0"/>
              </a:spcAft>
              <a:buSzPts val="1400"/>
              <a:buFont typeface="Montserrat"/>
              <a:buNone/>
              <a:defRPr>
                <a:latin typeface="Montserrat"/>
                <a:ea typeface="Montserrat"/>
                <a:cs typeface="Montserrat"/>
                <a:sym typeface="Montserrat"/>
              </a:defRPr>
            </a:lvl9pPr>
          </a:lstStyle>
          <a:p>
            <a:endParaRPr/>
          </a:p>
        </p:txBody>
      </p:sp>
      <p:sp>
        <p:nvSpPr>
          <p:cNvPr id="263" name="Google Shape;263;p43"/>
          <p:cNvSpPr txBox="1">
            <a:spLocks noGrp="1"/>
          </p:cNvSpPr>
          <p:nvPr>
            <p:ph type="subTitle" idx="14"/>
          </p:nvPr>
        </p:nvSpPr>
        <p:spPr>
          <a:xfrm>
            <a:off x="3581188" y="4105025"/>
            <a:ext cx="1981500" cy="405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Font typeface="Montserrat"/>
              <a:buNone/>
              <a:defRPr sz="1800">
                <a:solidFill>
                  <a:schemeClr val="dk2"/>
                </a:solidFill>
                <a:latin typeface="Montserrat"/>
                <a:ea typeface="Montserrat"/>
                <a:cs typeface="Montserrat"/>
                <a:sym typeface="Montserrat"/>
              </a:defRPr>
            </a:lvl1pPr>
            <a:lvl2pPr lvl="1" rtl="0">
              <a:spcBef>
                <a:spcPts val="0"/>
              </a:spcBef>
              <a:spcAft>
                <a:spcPts val="0"/>
              </a:spcAft>
              <a:buClr>
                <a:schemeClr val="dk2"/>
              </a:buClr>
              <a:buSzPts val="1800"/>
              <a:buNone/>
              <a:defRPr sz="1800">
                <a:solidFill>
                  <a:schemeClr val="dk2"/>
                </a:solidFill>
              </a:defRPr>
            </a:lvl2pPr>
            <a:lvl3pPr lvl="2" rtl="0">
              <a:spcBef>
                <a:spcPts val="0"/>
              </a:spcBef>
              <a:spcAft>
                <a:spcPts val="0"/>
              </a:spcAft>
              <a:buClr>
                <a:schemeClr val="dk2"/>
              </a:buClr>
              <a:buSzPts val="1800"/>
              <a:buNone/>
              <a:defRPr sz="1800">
                <a:solidFill>
                  <a:schemeClr val="dk2"/>
                </a:solidFill>
              </a:defRPr>
            </a:lvl3pPr>
            <a:lvl4pPr lvl="3" rtl="0">
              <a:spcBef>
                <a:spcPts val="0"/>
              </a:spcBef>
              <a:spcAft>
                <a:spcPts val="0"/>
              </a:spcAft>
              <a:buClr>
                <a:schemeClr val="dk2"/>
              </a:buClr>
              <a:buSzPts val="1800"/>
              <a:buNone/>
              <a:defRPr sz="1800">
                <a:solidFill>
                  <a:schemeClr val="dk2"/>
                </a:solidFill>
              </a:defRPr>
            </a:lvl4pPr>
            <a:lvl5pPr lvl="4" rtl="0">
              <a:spcBef>
                <a:spcPts val="0"/>
              </a:spcBef>
              <a:spcAft>
                <a:spcPts val="0"/>
              </a:spcAft>
              <a:buClr>
                <a:schemeClr val="dk2"/>
              </a:buClr>
              <a:buSzPts val="1800"/>
              <a:buNone/>
              <a:defRPr sz="1800">
                <a:solidFill>
                  <a:schemeClr val="dk2"/>
                </a:solidFill>
              </a:defRPr>
            </a:lvl5pPr>
            <a:lvl6pPr lvl="5" rtl="0">
              <a:spcBef>
                <a:spcPts val="0"/>
              </a:spcBef>
              <a:spcAft>
                <a:spcPts val="0"/>
              </a:spcAft>
              <a:buClr>
                <a:schemeClr val="dk2"/>
              </a:buClr>
              <a:buSzPts val="1800"/>
              <a:buNone/>
              <a:defRPr sz="1800">
                <a:solidFill>
                  <a:schemeClr val="dk2"/>
                </a:solidFill>
              </a:defRPr>
            </a:lvl6pPr>
            <a:lvl7pPr lvl="6" rtl="0">
              <a:spcBef>
                <a:spcPts val="0"/>
              </a:spcBef>
              <a:spcAft>
                <a:spcPts val="0"/>
              </a:spcAft>
              <a:buClr>
                <a:schemeClr val="dk2"/>
              </a:buClr>
              <a:buSzPts val="1800"/>
              <a:buNone/>
              <a:defRPr sz="1800">
                <a:solidFill>
                  <a:schemeClr val="dk2"/>
                </a:solidFill>
              </a:defRPr>
            </a:lvl7pPr>
            <a:lvl8pPr lvl="7" rtl="0">
              <a:spcBef>
                <a:spcPts val="0"/>
              </a:spcBef>
              <a:spcAft>
                <a:spcPts val="0"/>
              </a:spcAft>
              <a:buClr>
                <a:schemeClr val="dk2"/>
              </a:buClr>
              <a:buSzPts val="1800"/>
              <a:buNone/>
              <a:defRPr sz="1800">
                <a:solidFill>
                  <a:schemeClr val="dk2"/>
                </a:solidFill>
              </a:defRPr>
            </a:lvl8pPr>
            <a:lvl9pPr lvl="8" rtl="0">
              <a:spcBef>
                <a:spcPts val="0"/>
              </a:spcBef>
              <a:spcAft>
                <a:spcPts val="0"/>
              </a:spcAft>
              <a:buClr>
                <a:schemeClr val="dk2"/>
              </a:buClr>
              <a:buSzPts val="1800"/>
              <a:buNone/>
              <a:defRPr sz="1800">
                <a:solidFill>
                  <a:schemeClr val="dk2"/>
                </a:solidFill>
              </a:defRPr>
            </a:lvl9pPr>
          </a:lstStyle>
          <a:p>
            <a:endParaRPr/>
          </a:p>
        </p:txBody>
      </p:sp>
      <p:sp>
        <p:nvSpPr>
          <p:cNvPr id="264" name="Google Shape;264;p43"/>
          <p:cNvSpPr txBox="1">
            <a:spLocks noGrp="1"/>
          </p:cNvSpPr>
          <p:nvPr>
            <p:ph type="subTitle" idx="15"/>
          </p:nvPr>
        </p:nvSpPr>
        <p:spPr>
          <a:xfrm>
            <a:off x="713375" y="4016225"/>
            <a:ext cx="2370600" cy="583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Montserrat"/>
              <a:buNone/>
              <a:defRPr sz="1400">
                <a:latin typeface="Montserrat"/>
                <a:ea typeface="Montserrat"/>
                <a:cs typeface="Montserrat"/>
                <a:sym typeface="Montserrat"/>
              </a:defRPr>
            </a:lvl1pPr>
            <a:lvl2pPr lvl="1" algn="r" rtl="0">
              <a:spcBef>
                <a:spcPts val="0"/>
              </a:spcBef>
              <a:spcAft>
                <a:spcPts val="0"/>
              </a:spcAft>
              <a:buSzPts val="1400"/>
              <a:buFont typeface="Montserrat"/>
              <a:buNone/>
              <a:defRPr>
                <a:latin typeface="Montserrat"/>
                <a:ea typeface="Montserrat"/>
                <a:cs typeface="Montserrat"/>
                <a:sym typeface="Montserrat"/>
              </a:defRPr>
            </a:lvl2pPr>
            <a:lvl3pPr lvl="2" algn="r" rtl="0">
              <a:spcBef>
                <a:spcPts val="0"/>
              </a:spcBef>
              <a:spcAft>
                <a:spcPts val="0"/>
              </a:spcAft>
              <a:buSzPts val="1400"/>
              <a:buFont typeface="Montserrat"/>
              <a:buNone/>
              <a:defRPr>
                <a:latin typeface="Montserrat"/>
                <a:ea typeface="Montserrat"/>
                <a:cs typeface="Montserrat"/>
                <a:sym typeface="Montserrat"/>
              </a:defRPr>
            </a:lvl3pPr>
            <a:lvl4pPr lvl="3" algn="r" rtl="0">
              <a:spcBef>
                <a:spcPts val="0"/>
              </a:spcBef>
              <a:spcAft>
                <a:spcPts val="0"/>
              </a:spcAft>
              <a:buSzPts val="1400"/>
              <a:buFont typeface="Montserrat"/>
              <a:buNone/>
              <a:defRPr>
                <a:latin typeface="Montserrat"/>
                <a:ea typeface="Montserrat"/>
                <a:cs typeface="Montserrat"/>
                <a:sym typeface="Montserrat"/>
              </a:defRPr>
            </a:lvl4pPr>
            <a:lvl5pPr lvl="4" algn="r" rtl="0">
              <a:spcBef>
                <a:spcPts val="0"/>
              </a:spcBef>
              <a:spcAft>
                <a:spcPts val="0"/>
              </a:spcAft>
              <a:buSzPts val="1400"/>
              <a:buFont typeface="Montserrat"/>
              <a:buNone/>
              <a:defRPr>
                <a:latin typeface="Montserrat"/>
                <a:ea typeface="Montserrat"/>
                <a:cs typeface="Montserrat"/>
                <a:sym typeface="Montserrat"/>
              </a:defRPr>
            </a:lvl5pPr>
            <a:lvl6pPr lvl="5" algn="r" rtl="0">
              <a:spcBef>
                <a:spcPts val="0"/>
              </a:spcBef>
              <a:spcAft>
                <a:spcPts val="0"/>
              </a:spcAft>
              <a:buSzPts val="1400"/>
              <a:buFont typeface="Montserrat"/>
              <a:buNone/>
              <a:defRPr>
                <a:latin typeface="Montserrat"/>
                <a:ea typeface="Montserrat"/>
                <a:cs typeface="Montserrat"/>
                <a:sym typeface="Montserrat"/>
              </a:defRPr>
            </a:lvl6pPr>
            <a:lvl7pPr lvl="6" algn="r" rtl="0">
              <a:spcBef>
                <a:spcPts val="0"/>
              </a:spcBef>
              <a:spcAft>
                <a:spcPts val="0"/>
              </a:spcAft>
              <a:buSzPts val="1400"/>
              <a:buFont typeface="Montserrat"/>
              <a:buNone/>
              <a:defRPr>
                <a:latin typeface="Montserrat"/>
                <a:ea typeface="Montserrat"/>
                <a:cs typeface="Montserrat"/>
                <a:sym typeface="Montserrat"/>
              </a:defRPr>
            </a:lvl7pPr>
            <a:lvl8pPr lvl="7" algn="r" rtl="0">
              <a:spcBef>
                <a:spcPts val="0"/>
              </a:spcBef>
              <a:spcAft>
                <a:spcPts val="0"/>
              </a:spcAft>
              <a:buSzPts val="1400"/>
              <a:buFont typeface="Montserrat"/>
              <a:buNone/>
              <a:defRPr>
                <a:latin typeface="Montserrat"/>
                <a:ea typeface="Montserrat"/>
                <a:cs typeface="Montserrat"/>
                <a:sym typeface="Montserrat"/>
              </a:defRPr>
            </a:lvl8pPr>
            <a:lvl9pPr lvl="8" algn="r" rtl="0">
              <a:spcBef>
                <a:spcPts val="0"/>
              </a:spcBef>
              <a:spcAft>
                <a:spcPts val="0"/>
              </a:spcAft>
              <a:buSzPts val="1400"/>
              <a:buFont typeface="Montserrat"/>
              <a:buNone/>
              <a:defRPr>
                <a:latin typeface="Montserrat"/>
                <a:ea typeface="Montserrat"/>
                <a:cs typeface="Montserrat"/>
                <a:sym typeface="Montserrat"/>
              </a:defRPr>
            </a:lvl9pPr>
          </a:lstStyle>
          <a:p>
            <a:endParaRPr/>
          </a:p>
        </p:txBody>
      </p:sp>
      <p:sp>
        <p:nvSpPr>
          <p:cNvPr id="265" name="Google Shape;265;p43"/>
          <p:cNvSpPr txBox="1">
            <a:spLocks noGrp="1"/>
          </p:cNvSpPr>
          <p:nvPr>
            <p:ph type="title"/>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
        <p:nvSpPr>
          <p:cNvPr id="266" name="Google Shape;266;p43"/>
          <p:cNvSpPr/>
          <p:nvPr/>
        </p:nvSpPr>
        <p:spPr>
          <a:xfrm>
            <a:off x="75" y="0"/>
            <a:ext cx="9144000" cy="57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Numbers and text">
  <p:cSld name="CUSTOM_23_1">
    <p:spTree>
      <p:nvGrpSpPr>
        <p:cNvPr id="1" name="Shape 267"/>
        <p:cNvGrpSpPr/>
        <p:nvPr/>
      </p:nvGrpSpPr>
      <p:grpSpPr>
        <a:xfrm>
          <a:off x="0" y="0"/>
          <a:ext cx="0" cy="0"/>
          <a:chOff x="0" y="0"/>
          <a:chExt cx="0" cy="0"/>
        </a:xfrm>
      </p:grpSpPr>
      <p:sp>
        <p:nvSpPr>
          <p:cNvPr id="268" name="Google Shape;268;p44"/>
          <p:cNvSpPr/>
          <p:nvPr/>
        </p:nvSpPr>
        <p:spPr>
          <a:xfrm>
            <a:off x="2275" y="-6400"/>
            <a:ext cx="32304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44"/>
          <p:cNvSpPr/>
          <p:nvPr/>
        </p:nvSpPr>
        <p:spPr>
          <a:xfrm>
            <a:off x="5896500" y="-6400"/>
            <a:ext cx="32475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44"/>
          <p:cNvSpPr/>
          <p:nvPr/>
        </p:nvSpPr>
        <p:spPr>
          <a:xfrm>
            <a:off x="713225" y="539500"/>
            <a:ext cx="7717500" cy="405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44"/>
          <p:cNvSpPr txBox="1">
            <a:spLocks noGrp="1"/>
          </p:cNvSpPr>
          <p:nvPr>
            <p:ph type="title" hasCustomPrompt="1"/>
          </p:nvPr>
        </p:nvSpPr>
        <p:spPr>
          <a:xfrm>
            <a:off x="1493150" y="2113225"/>
            <a:ext cx="2964000" cy="146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7500"/>
              <a:buFont typeface="Playfair Display"/>
              <a:buNone/>
              <a:defRPr sz="10000">
                <a:latin typeface="Playfair Display"/>
                <a:ea typeface="Playfair Display"/>
                <a:cs typeface="Playfair Display"/>
                <a:sym typeface="Playfair Display"/>
              </a:defRPr>
            </a:lvl1pPr>
            <a:lvl2pPr lvl="1" algn="ctr" rtl="0">
              <a:spcBef>
                <a:spcPts val="0"/>
              </a:spcBef>
              <a:spcAft>
                <a:spcPts val="0"/>
              </a:spcAft>
              <a:buSzPts val="7500"/>
              <a:buFont typeface="Playfair Display"/>
              <a:buNone/>
              <a:defRPr sz="7500">
                <a:latin typeface="Playfair Display"/>
                <a:ea typeface="Playfair Display"/>
                <a:cs typeface="Playfair Display"/>
                <a:sym typeface="Playfair Display"/>
              </a:defRPr>
            </a:lvl2pPr>
            <a:lvl3pPr lvl="2" algn="ctr" rtl="0">
              <a:spcBef>
                <a:spcPts val="0"/>
              </a:spcBef>
              <a:spcAft>
                <a:spcPts val="0"/>
              </a:spcAft>
              <a:buSzPts val="7500"/>
              <a:buFont typeface="Playfair Display"/>
              <a:buNone/>
              <a:defRPr sz="7500">
                <a:latin typeface="Playfair Display"/>
                <a:ea typeface="Playfair Display"/>
                <a:cs typeface="Playfair Display"/>
                <a:sym typeface="Playfair Display"/>
              </a:defRPr>
            </a:lvl3pPr>
            <a:lvl4pPr lvl="3" algn="ctr" rtl="0">
              <a:spcBef>
                <a:spcPts val="0"/>
              </a:spcBef>
              <a:spcAft>
                <a:spcPts val="0"/>
              </a:spcAft>
              <a:buSzPts val="7500"/>
              <a:buFont typeface="Playfair Display"/>
              <a:buNone/>
              <a:defRPr sz="7500">
                <a:latin typeface="Playfair Display"/>
                <a:ea typeface="Playfair Display"/>
                <a:cs typeface="Playfair Display"/>
                <a:sym typeface="Playfair Display"/>
              </a:defRPr>
            </a:lvl4pPr>
            <a:lvl5pPr lvl="4" algn="ctr" rtl="0">
              <a:spcBef>
                <a:spcPts val="0"/>
              </a:spcBef>
              <a:spcAft>
                <a:spcPts val="0"/>
              </a:spcAft>
              <a:buSzPts val="7500"/>
              <a:buFont typeface="Playfair Display"/>
              <a:buNone/>
              <a:defRPr sz="7500">
                <a:latin typeface="Playfair Display"/>
                <a:ea typeface="Playfair Display"/>
                <a:cs typeface="Playfair Display"/>
                <a:sym typeface="Playfair Display"/>
              </a:defRPr>
            </a:lvl5pPr>
            <a:lvl6pPr lvl="5" algn="ctr" rtl="0">
              <a:spcBef>
                <a:spcPts val="0"/>
              </a:spcBef>
              <a:spcAft>
                <a:spcPts val="0"/>
              </a:spcAft>
              <a:buSzPts val="7500"/>
              <a:buFont typeface="Playfair Display"/>
              <a:buNone/>
              <a:defRPr sz="7500">
                <a:latin typeface="Playfair Display"/>
                <a:ea typeface="Playfair Display"/>
                <a:cs typeface="Playfair Display"/>
                <a:sym typeface="Playfair Display"/>
              </a:defRPr>
            </a:lvl6pPr>
            <a:lvl7pPr lvl="6" algn="ctr" rtl="0">
              <a:spcBef>
                <a:spcPts val="0"/>
              </a:spcBef>
              <a:spcAft>
                <a:spcPts val="0"/>
              </a:spcAft>
              <a:buSzPts val="7500"/>
              <a:buFont typeface="Playfair Display"/>
              <a:buNone/>
              <a:defRPr sz="7500">
                <a:latin typeface="Playfair Display"/>
                <a:ea typeface="Playfair Display"/>
                <a:cs typeface="Playfair Display"/>
                <a:sym typeface="Playfair Display"/>
              </a:defRPr>
            </a:lvl7pPr>
            <a:lvl8pPr lvl="7" algn="ctr" rtl="0">
              <a:spcBef>
                <a:spcPts val="0"/>
              </a:spcBef>
              <a:spcAft>
                <a:spcPts val="0"/>
              </a:spcAft>
              <a:buSzPts val="7500"/>
              <a:buFont typeface="Playfair Display"/>
              <a:buNone/>
              <a:defRPr sz="7500">
                <a:latin typeface="Playfair Display"/>
                <a:ea typeface="Playfair Display"/>
                <a:cs typeface="Playfair Display"/>
                <a:sym typeface="Playfair Display"/>
              </a:defRPr>
            </a:lvl8pPr>
            <a:lvl9pPr lvl="8" algn="ctr" rtl="0">
              <a:spcBef>
                <a:spcPts val="0"/>
              </a:spcBef>
              <a:spcAft>
                <a:spcPts val="0"/>
              </a:spcAft>
              <a:buSzPts val="7500"/>
              <a:buFont typeface="Playfair Display"/>
              <a:buNone/>
              <a:defRPr sz="7500">
                <a:latin typeface="Playfair Display"/>
                <a:ea typeface="Playfair Display"/>
                <a:cs typeface="Playfair Display"/>
                <a:sym typeface="Playfair Display"/>
              </a:defRPr>
            </a:lvl9pPr>
          </a:lstStyle>
          <a:p>
            <a:r>
              <a:t>xx%</a:t>
            </a:r>
          </a:p>
        </p:txBody>
      </p:sp>
      <p:sp>
        <p:nvSpPr>
          <p:cNvPr id="272" name="Google Shape;272;p44"/>
          <p:cNvSpPr txBox="1">
            <a:spLocks noGrp="1"/>
          </p:cNvSpPr>
          <p:nvPr>
            <p:ph type="subTitle" idx="1"/>
          </p:nvPr>
        </p:nvSpPr>
        <p:spPr>
          <a:xfrm>
            <a:off x="1493300" y="3521975"/>
            <a:ext cx="2964000" cy="53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3" name="Google Shape;273;p44"/>
          <p:cNvSpPr txBox="1">
            <a:spLocks noGrp="1"/>
          </p:cNvSpPr>
          <p:nvPr>
            <p:ph type="title" idx="2" hasCustomPrompt="1"/>
          </p:nvPr>
        </p:nvSpPr>
        <p:spPr>
          <a:xfrm>
            <a:off x="4686675" y="2113225"/>
            <a:ext cx="2964000" cy="146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7500"/>
              <a:buFont typeface="Playfair Display"/>
              <a:buNone/>
              <a:defRPr sz="10000">
                <a:latin typeface="Playfair Display"/>
                <a:ea typeface="Playfair Display"/>
                <a:cs typeface="Playfair Display"/>
                <a:sym typeface="Playfair Display"/>
              </a:defRPr>
            </a:lvl1pPr>
            <a:lvl2pPr lvl="1" algn="ctr" rtl="0">
              <a:spcBef>
                <a:spcPts val="0"/>
              </a:spcBef>
              <a:spcAft>
                <a:spcPts val="0"/>
              </a:spcAft>
              <a:buSzPts val="7500"/>
              <a:buFont typeface="Playfair Display"/>
              <a:buNone/>
              <a:defRPr sz="7500">
                <a:latin typeface="Playfair Display"/>
                <a:ea typeface="Playfair Display"/>
                <a:cs typeface="Playfair Display"/>
                <a:sym typeface="Playfair Display"/>
              </a:defRPr>
            </a:lvl2pPr>
            <a:lvl3pPr lvl="2" algn="ctr" rtl="0">
              <a:spcBef>
                <a:spcPts val="0"/>
              </a:spcBef>
              <a:spcAft>
                <a:spcPts val="0"/>
              </a:spcAft>
              <a:buSzPts val="7500"/>
              <a:buFont typeface="Playfair Display"/>
              <a:buNone/>
              <a:defRPr sz="7500">
                <a:latin typeface="Playfair Display"/>
                <a:ea typeface="Playfair Display"/>
                <a:cs typeface="Playfair Display"/>
                <a:sym typeface="Playfair Display"/>
              </a:defRPr>
            </a:lvl3pPr>
            <a:lvl4pPr lvl="3" algn="ctr" rtl="0">
              <a:spcBef>
                <a:spcPts val="0"/>
              </a:spcBef>
              <a:spcAft>
                <a:spcPts val="0"/>
              </a:spcAft>
              <a:buSzPts val="7500"/>
              <a:buFont typeface="Playfair Display"/>
              <a:buNone/>
              <a:defRPr sz="7500">
                <a:latin typeface="Playfair Display"/>
                <a:ea typeface="Playfair Display"/>
                <a:cs typeface="Playfair Display"/>
                <a:sym typeface="Playfair Display"/>
              </a:defRPr>
            </a:lvl4pPr>
            <a:lvl5pPr lvl="4" algn="ctr" rtl="0">
              <a:spcBef>
                <a:spcPts val="0"/>
              </a:spcBef>
              <a:spcAft>
                <a:spcPts val="0"/>
              </a:spcAft>
              <a:buSzPts val="7500"/>
              <a:buFont typeface="Playfair Display"/>
              <a:buNone/>
              <a:defRPr sz="7500">
                <a:latin typeface="Playfair Display"/>
                <a:ea typeface="Playfair Display"/>
                <a:cs typeface="Playfair Display"/>
                <a:sym typeface="Playfair Display"/>
              </a:defRPr>
            </a:lvl5pPr>
            <a:lvl6pPr lvl="5" algn="ctr" rtl="0">
              <a:spcBef>
                <a:spcPts val="0"/>
              </a:spcBef>
              <a:spcAft>
                <a:spcPts val="0"/>
              </a:spcAft>
              <a:buSzPts val="7500"/>
              <a:buFont typeface="Playfair Display"/>
              <a:buNone/>
              <a:defRPr sz="7500">
                <a:latin typeface="Playfair Display"/>
                <a:ea typeface="Playfair Display"/>
                <a:cs typeface="Playfair Display"/>
                <a:sym typeface="Playfair Display"/>
              </a:defRPr>
            </a:lvl6pPr>
            <a:lvl7pPr lvl="6" algn="ctr" rtl="0">
              <a:spcBef>
                <a:spcPts val="0"/>
              </a:spcBef>
              <a:spcAft>
                <a:spcPts val="0"/>
              </a:spcAft>
              <a:buSzPts val="7500"/>
              <a:buFont typeface="Playfair Display"/>
              <a:buNone/>
              <a:defRPr sz="7500">
                <a:latin typeface="Playfair Display"/>
                <a:ea typeface="Playfair Display"/>
                <a:cs typeface="Playfair Display"/>
                <a:sym typeface="Playfair Display"/>
              </a:defRPr>
            </a:lvl7pPr>
            <a:lvl8pPr lvl="7" algn="ctr" rtl="0">
              <a:spcBef>
                <a:spcPts val="0"/>
              </a:spcBef>
              <a:spcAft>
                <a:spcPts val="0"/>
              </a:spcAft>
              <a:buSzPts val="7500"/>
              <a:buFont typeface="Playfair Display"/>
              <a:buNone/>
              <a:defRPr sz="7500">
                <a:latin typeface="Playfair Display"/>
                <a:ea typeface="Playfair Display"/>
                <a:cs typeface="Playfair Display"/>
                <a:sym typeface="Playfair Display"/>
              </a:defRPr>
            </a:lvl8pPr>
            <a:lvl9pPr lvl="8" algn="ctr" rtl="0">
              <a:spcBef>
                <a:spcPts val="0"/>
              </a:spcBef>
              <a:spcAft>
                <a:spcPts val="0"/>
              </a:spcAft>
              <a:buSzPts val="7500"/>
              <a:buFont typeface="Playfair Display"/>
              <a:buNone/>
              <a:defRPr sz="7500">
                <a:latin typeface="Playfair Display"/>
                <a:ea typeface="Playfair Display"/>
                <a:cs typeface="Playfair Display"/>
                <a:sym typeface="Playfair Display"/>
              </a:defRPr>
            </a:lvl9pPr>
          </a:lstStyle>
          <a:p>
            <a:r>
              <a:t>xx%</a:t>
            </a:r>
          </a:p>
        </p:txBody>
      </p:sp>
      <p:sp>
        <p:nvSpPr>
          <p:cNvPr id="274" name="Google Shape;274;p44"/>
          <p:cNvSpPr txBox="1">
            <a:spLocks noGrp="1"/>
          </p:cNvSpPr>
          <p:nvPr>
            <p:ph type="subTitle" idx="3"/>
          </p:nvPr>
        </p:nvSpPr>
        <p:spPr>
          <a:xfrm>
            <a:off x="4686825" y="3521975"/>
            <a:ext cx="2964000" cy="53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5" name="Google Shape;275;p44"/>
          <p:cNvSpPr txBox="1">
            <a:spLocks noGrp="1"/>
          </p:cNvSpPr>
          <p:nvPr>
            <p:ph type="title" idx="4"/>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Numbers and text 1">
  <p:cSld name="CUSTOM_7_1">
    <p:spTree>
      <p:nvGrpSpPr>
        <p:cNvPr id="1" name="Shape 276"/>
        <p:cNvGrpSpPr/>
        <p:nvPr/>
      </p:nvGrpSpPr>
      <p:grpSpPr>
        <a:xfrm>
          <a:off x="0" y="0"/>
          <a:ext cx="0" cy="0"/>
          <a:chOff x="0" y="0"/>
          <a:chExt cx="0" cy="0"/>
        </a:xfrm>
      </p:grpSpPr>
      <p:sp>
        <p:nvSpPr>
          <p:cNvPr id="277" name="Google Shape;277;p45"/>
          <p:cNvSpPr txBox="1">
            <a:spLocks noGrp="1"/>
          </p:cNvSpPr>
          <p:nvPr>
            <p:ph type="subTitle" idx="1"/>
          </p:nvPr>
        </p:nvSpPr>
        <p:spPr>
          <a:xfrm>
            <a:off x="2088025" y="1318738"/>
            <a:ext cx="3904500" cy="354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278" name="Google Shape;278;p45"/>
          <p:cNvSpPr txBox="1">
            <a:spLocks noGrp="1"/>
          </p:cNvSpPr>
          <p:nvPr>
            <p:ph type="subTitle" idx="2"/>
          </p:nvPr>
        </p:nvSpPr>
        <p:spPr>
          <a:xfrm>
            <a:off x="3002425" y="2753213"/>
            <a:ext cx="3904500" cy="354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279" name="Google Shape;279;p45"/>
          <p:cNvSpPr txBox="1">
            <a:spLocks noGrp="1"/>
          </p:cNvSpPr>
          <p:nvPr>
            <p:ph type="subTitle" idx="3"/>
          </p:nvPr>
        </p:nvSpPr>
        <p:spPr>
          <a:xfrm>
            <a:off x="3916825" y="4187675"/>
            <a:ext cx="3904500" cy="354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280" name="Google Shape;280;p45"/>
          <p:cNvSpPr/>
          <p:nvPr/>
        </p:nvSpPr>
        <p:spPr>
          <a:xfrm>
            <a:off x="0" y="0"/>
            <a:ext cx="15933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5"/>
          <p:cNvSpPr txBox="1">
            <a:spLocks noGrp="1"/>
          </p:cNvSpPr>
          <p:nvPr>
            <p:ph type="title" hasCustomPrompt="1"/>
          </p:nvPr>
        </p:nvSpPr>
        <p:spPr>
          <a:xfrm>
            <a:off x="2088025" y="601525"/>
            <a:ext cx="3904500" cy="7173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1pPr>
            <a:lvl2pPr lvl="1"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2pPr>
            <a:lvl3pPr lvl="2"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3pPr>
            <a:lvl4pPr lvl="3"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4pPr>
            <a:lvl5pPr lvl="4"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5pPr>
            <a:lvl6pPr lvl="5"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6pPr>
            <a:lvl7pPr lvl="6"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7pPr>
            <a:lvl8pPr lvl="7"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8pPr>
            <a:lvl9pPr lvl="8"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9pPr>
          </a:lstStyle>
          <a:p>
            <a:r>
              <a:t>xx%</a:t>
            </a:r>
          </a:p>
        </p:txBody>
      </p:sp>
      <p:sp>
        <p:nvSpPr>
          <p:cNvPr id="282" name="Google Shape;282;p45"/>
          <p:cNvSpPr txBox="1">
            <a:spLocks noGrp="1"/>
          </p:cNvSpPr>
          <p:nvPr>
            <p:ph type="title" idx="4" hasCustomPrompt="1"/>
          </p:nvPr>
        </p:nvSpPr>
        <p:spPr>
          <a:xfrm>
            <a:off x="3002425" y="2035913"/>
            <a:ext cx="3904500" cy="7173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1pPr>
            <a:lvl2pPr lvl="1"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2pPr>
            <a:lvl3pPr lvl="2"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3pPr>
            <a:lvl4pPr lvl="3"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4pPr>
            <a:lvl5pPr lvl="4"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5pPr>
            <a:lvl6pPr lvl="5"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6pPr>
            <a:lvl7pPr lvl="6"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7pPr>
            <a:lvl8pPr lvl="7"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8pPr>
            <a:lvl9pPr lvl="8"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9pPr>
          </a:lstStyle>
          <a:p>
            <a:r>
              <a:t>xx%</a:t>
            </a:r>
          </a:p>
        </p:txBody>
      </p:sp>
      <p:sp>
        <p:nvSpPr>
          <p:cNvPr id="283" name="Google Shape;283;p45"/>
          <p:cNvSpPr txBox="1">
            <a:spLocks noGrp="1"/>
          </p:cNvSpPr>
          <p:nvPr>
            <p:ph type="title" idx="5" hasCustomPrompt="1"/>
          </p:nvPr>
        </p:nvSpPr>
        <p:spPr>
          <a:xfrm>
            <a:off x="3916825" y="3470375"/>
            <a:ext cx="3904500" cy="7173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1pPr>
            <a:lvl2pPr lvl="1"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2pPr>
            <a:lvl3pPr lvl="2"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3pPr>
            <a:lvl4pPr lvl="3"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4pPr>
            <a:lvl5pPr lvl="4"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5pPr>
            <a:lvl6pPr lvl="5"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6pPr>
            <a:lvl7pPr lvl="6"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7pPr>
            <a:lvl8pPr lvl="7"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8pPr>
            <a:lvl9pPr lvl="8" algn="l" rtl="0">
              <a:spcBef>
                <a:spcPts val="0"/>
              </a:spcBef>
              <a:spcAft>
                <a:spcPts val="0"/>
              </a:spcAft>
              <a:buClr>
                <a:schemeClr val="dk2"/>
              </a:buClr>
              <a:buSzPts val="4500"/>
              <a:buFont typeface="Playfair Display"/>
              <a:buNone/>
              <a:defRPr sz="4500">
                <a:solidFill>
                  <a:schemeClr val="dk2"/>
                </a:solidFill>
                <a:latin typeface="Playfair Display"/>
                <a:ea typeface="Playfair Display"/>
                <a:cs typeface="Playfair Display"/>
                <a:sym typeface="Playfair Display"/>
              </a:defRPr>
            </a:lvl9pPr>
          </a:lstStyle>
          <a:p>
            <a:r>
              <a:t>xx%</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Numbers and text 2">
  <p:cSld name="CUSTOM_17_1">
    <p:spTree>
      <p:nvGrpSpPr>
        <p:cNvPr id="1" name="Shape 284"/>
        <p:cNvGrpSpPr/>
        <p:nvPr/>
      </p:nvGrpSpPr>
      <p:grpSpPr>
        <a:xfrm>
          <a:off x="0" y="0"/>
          <a:ext cx="0" cy="0"/>
          <a:chOff x="0" y="0"/>
          <a:chExt cx="0" cy="0"/>
        </a:xfrm>
      </p:grpSpPr>
      <p:sp>
        <p:nvSpPr>
          <p:cNvPr id="285" name="Google Shape;285;p46"/>
          <p:cNvSpPr/>
          <p:nvPr/>
        </p:nvSpPr>
        <p:spPr>
          <a:xfrm>
            <a:off x="3233275" y="0"/>
            <a:ext cx="59106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46"/>
          <p:cNvSpPr/>
          <p:nvPr/>
        </p:nvSpPr>
        <p:spPr>
          <a:xfrm>
            <a:off x="0" y="571500"/>
            <a:ext cx="6522300" cy="4000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6"/>
          <p:cNvSpPr txBox="1">
            <a:spLocks noGrp="1"/>
          </p:cNvSpPr>
          <p:nvPr>
            <p:ph type="title" hasCustomPrompt="1"/>
          </p:nvPr>
        </p:nvSpPr>
        <p:spPr>
          <a:xfrm>
            <a:off x="713225" y="1739563"/>
            <a:ext cx="5465400" cy="1258200"/>
          </a:xfrm>
          <a:prstGeom prst="rect">
            <a:avLst/>
          </a:prstGeom>
        </p:spPr>
        <p:txBody>
          <a:bodyPr spcFirstLastPara="1" wrap="square" lIns="91425" tIns="91425" rIns="91425" bIns="91425" anchor="b" anchorCtr="0">
            <a:noAutofit/>
          </a:bodyPr>
          <a:lstStyle>
            <a:lvl1pPr lvl="0" rtl="0">
              <a:spcBef>
                <a:spcPts val="0"/>
              </a:spcBef>
              <a:spcAft>
                <a:spcPts val="0"/>
              </a:spcAft>
              <a:buSzPts val="7500"/>
              <a:buFont typeface="Playfair Display"/>
              <a:buNone/>
              <a:defRPr sz="7500">
                <a:latin typeface="Playfair Display"/>
                <a:ea typeface="Playfair Display"/>
                <a:cs typeface="Playfair Display"/>
                <a:sym typeface="Playfair Display"/>
              </a:defRPr>
            </a:lvl1pPr>
            <a:lvl2pPr lvl="1" rtl="0">
              <a:spcBef>
                <a:spcPts val="0"/>
              </a:spcBef>
              <a:spcAft>
                <a:spcPts val="0"/>
              </a:spcAft>
              <a:buSzPts val="7500"/>
              <a:buFont typeface="Playfair Display"/>
              <a:buNone/>
              <a:defRPr sz="7500">
                <a:latin typeface="Playfair Display"/>
                <a:ea typeface="Playfair Display"/>
                <a:cs typeface="Playfair Display"/>
                <a:sym typeface="Playfair Display"/>
              </a:defRPr>
            </a:lvl2pPr>
            <a:lvl3pPr lvl="2" rtl="0">
              <a:spcBef>
                <a:spcPts val="0"/>
              </a:spcBef>
              <a:spcAft>
                <a:spcPts val="0"/>
              </a:spcAft>
              <a:buSzPts val="7500"/>
              <a:buFont typeface="Playfair Display"/>
              <a:buNone/>
              <a:defRPr sz="7500">
                <a:latin typeface="Playfair Display"/>
                <a:ea typeface="Playfair Display"/>
                <a:cs typeface="Playfair Display"/>
                <a:sym typeface="Playfair Display"/>
              </a:defRPr>
            </a:lvl3pPr>
            <a:lvl4pPr lvl="3" rtl="0">
              <a:spcBef>
                <a:spcPts val="0"/>
              </a:spcBef>
              <a:spcAft>
                <a:spcPts val="0"/>
              </a:spcAft>
              <a:buSzPts val="7500"/>
              <a:buFont typeface="Playfair Display"/>
              <a:buNone/>
              <a:defRPr sz="7500">
                <a:latin typeface="Playfair Display"/>
                <a:ea typeface="Playfair Display"/>
                <a:cs typeface="Playfair Display"/>
                <a:sym typeface="Playfair Display"/>
              </a:defRPr>
            </a:lvl4pPr>
            <a:lvl5pPr lvl="4" rtl="0">
              <a:spcBef>
                <a:spcPts val="0"/>
              </a:spcBef>
              <a:spcAft>
                <a:spcPts val="0"/>
              </a:spcAft>
              <a:buSzPts val="7500"/>
              <a:buFont typeface="Playfair Display"/>
              <a:buNone/>
              <a:defRPr sz="7500">
                <a:latin typeface="Playfair Display"/>
                <a:ea typeface="Playfair Display"/>
                <a:cs typeface="Playfair Display"/>
                <a:sym typeface="Playfair Display"/>
              </a:defRPr>
            </a:lvl5pPr>
            <a:lvl6pPr lvl="5" rtl="0">
              <a:spcBef>
                <a:spcPts val="0"/>
              </a:spcBef>
              <a:spcAft>
                <a:spcPts val="0"/>
              </a:spcAft>
              <a:buSzPts val="7500"/>
              <a:buFont typeface="Playfair Display"/>
              <a:buNone/>
              <a:defRPr sz="7500">
                <a:latin typeface="Playfair Display"/>
                <a:ea typeface="Playfair Display"/>
                <a:cs typeface="Playfair Display"/>
                <a:sym typeface="Playfair Display"/>
              </a:defRPr>
            </a:lvl6pPr>
            <a:lvl7pPr lvl="6" rtl="0">
              <a:spcBef>
                <a:spcPts val="0"/>
              </a:spcBef>
              <a:spcAft>
                <a:spcPts val="0"/>
              </a:spcAft>
              <a:buSzPts val="7500"/>
              <a:buFont typeface="Playfair Display"/>
              <a:buNone/>
              <a:defRPr sz="7500">
                <a:latin typeface="Playfair Display"/>
                <a:ea typeface="Playfair Display"/>
                <a:cs typeface="Playfair Display"/>
                <a:sym typeface="Playfair Display"/>
              </a:defRPr>
            </a:lvl7pPr>
            <a:lvl8pPr lvl="7" rtl="0">
              <a:spcBef>
                <a:spcPts val="0"/>
              </a:spcBef>
              <a:spcAft>
                <a:spcPts val="0"/>
              </a:spcAft>
              <a:buSzPts val="7500"/>
              <a:buFont typeface="Playfair Display"/>
              <a:buNone/>
              <a:defRPr sz="7500">
                <a:latin typeface="Playfair Display"/>
                <a:ea typeface="Playfair Display"/>
                <a:cs typeface="Playfair Display"/>
                <a:sym typeface="Playfair Display"/>
              </a:defRPr>
            </a:lvl8pPr>
            <a:lvl9pPr lvl="8" rtl="0">
              <a:spcBef>
                <a:spcPts val="0"/>
              </a:spcBef>
              <a:spcAft>
                <a:spcPts val="0"/>
              </a:spcAft>
              <a:buSzPts val="7500"/>
              <a:buFont typeface="Playfair Display"/>
              <a:buNone/>
              <a:defRPr sz="7500">
                <a:latin typeface="Playfair Display"/>
                <a:ea typeface="Playfair Display"/>
                <a:cs typeface="Playfair Display"/>
                <a:sym typeface="Playfair Display"/>
              </a:defRPr>
            </a:lvl9pPr>
          </a:lstStyle>
          <a:p>
            <a:r>
              <a:t>xx%</a:t>
            </a:r>
          </a:p>
        </p:txBody>
      </p:sp>
      <p:sp>
        <p:nvSpPr>
          <p:cNvPr id="288" name="Google Shape;288;p46"/>
          <p:cNvSpPr txBox="1">
            <a:spLocks noGrp="1"/>
          </p:cNvSpPr>
          <p:nvPr>
            <p:ph type="subTitle" idx="1"/>
          </p:nvPr>
        </p:nvSpPr>
        <p:spPr>
          <a:xfrm>
            <a:off x="1366225" y="2997688"/>
            <a:ext cx="4159500" cy="401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Montserrat"/>
              <a:buNone/>
              <a:defRPr sz="1400">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0"/>
              </a:spcBef>
              <a:spcAft>
                <a:spcPts val="0"/>
              </a:spcAft>
              <a:buSzPts val="1400"/>
              <a:buFont typeface="Montserrat"/>
              <a:buNone/>
              <a:defRPr>
                <a:latin typeface="Montserrat"/>
                <a:ea typeface="Montserrat"/>
                <a:cs typeface="Montserrat"/>
                <a:sym typeface="Montserrat"/>
              </a:defRPr>
            </a:lvl3pPr>
            <a:lvl4pPr lvl="3" rtl="0">
              <a:spcBef>
                <a:spcPts val="0"/>
              </a:spcBef>
              <a:spcAft>
                <a:spcPts val="0"/>
              </a:spcAft>
              <a:buSzPts val="1400"/>
              <a:buFont typeface="Montserrat"/>
              <a:buNone/>
              <a:defRPr>
                <a:latin typeface="Montserrat"/>
                <a:ea typeface="Montserrat"/>
                <a:cs typeface="Montserrat"/>
                <a:sym typeface="Montserrat"/>
              </a:defRPr>
            </a:lvl4pPr>
            <a:lvl5pPr lvl="4" rtl="0">
              <a:spcBef>
                <a:spcPts val="0"/>
              </a:spcBef>
              <a:spcAft>
                <a:spcPts val="0"/>
              </a:spcAft>
              <a:buSzPts val="1400"/>
              <a:buFont typeface="Montserrat"/>
              <a:buNone/>
              <a:defRPr>
                <a:latin typeface="Montserrat"/>
                <a:ea typeface="Montserrat"/>
                <a:cs typeface="Montserrat"/>
                <a:sym typeface="Montserrat"/>
              </a:defRPr>
            </a:lvl5pPr>
            <a:lvl6pPr lvl="5" rtl="0">
              <a:spcBef>
                <a:spcPts val="0"/>
              </a:spcBef>
              <a:spcAft>
                <a:spcPts val="0"/>
              </a:spcAft>
              <a:buSzPts val="1400"/>
              <a:buFont typeface="Montserrat"/>
              <a:buNone/>
              <a:defRPr>
                <a:latin typeface="Montserrat"/>
                <a:ea typeface="Montserrat"/>
                <a:cs typeface="Montserrat"/>
                <a:sym typeface="Montserrat"/>
              </a:defRPr>
            </a:lvl6pPr>
            <a:lvl7pPr lvl="6" rtl="0">
              <a:spcBef>
                <a:spcPts val="0"/>
              </a:spcBef>
              <a:spcAft>
                <a:spcPts val="0"/>
              </a:spcAft>
              <a:buSzPts val="1400"/>
              <a:buFont typeface="Montserrat"/>
              <a:buNone/>
              <a:defRPr>
                <a:latin typeface="Montserrat"/>
                <a:ea typeface="Montserrat"/>
                <a:cs typeface="Montserrat"/>
                <a:sym typeface="Montserrat"/>
              </a:defRPr>
            </a:lvl7pPr>
            <a:lvl8pPr lvl="7" rtl="0">
              <a:spcBef>
                <a:spcPts val="0"/>
              </a:spcBef>
              <a:spcAft>
                <a:spcPts val="0"/>
              </a:spcAft>
              <a:buSzPts val="1400"/>
              <a:buFont typeface="Montserrat"/>
              <a:buNone/>
              <a:defRPr>
                <a:latin typeface="Montserrat"/>
                <a:ea typeface="Montserrat"/>
                <a:cs typeface="Montserrat"/>
                <a:sym typeface="Montserrat"/>
              </a:defRPr>
            </a:lvl8pPr>
            <a:lvl9pPr lvl="8" rtl="0">
              <a:spcBef>
                <a:spcPts val="0"/>
              </a:spcBef>
              <a:spcAft>
                <a:spcPts val="0"/>
              </a:spcAft>
              <a:buSzPts val="1400"/>
              <a:buFont typeface="Montserrat"/>
              <a:buNone/>
              <a:defRPr>
                <a:latin typeface="Montserrat"/>
                <a:ea typeface="Montserrat"/>
                <a:cs typeface="Montserrat"/>
                <a:sym typeface="Montserrat"/>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Numbers and text 3">
  <p:cSld name="CUSTOM_20_1">
    <p:spTree>
      <p:nvGrpSpPr>
        <p:cNvPr id="1" name="Shape 289"/>
        <p:cNvGrpSpPr/>
        <p:nvPr/>
      </p:nvGrpSpPr>
      <p:grpSpPr>
        <a:xfrm>
          <a:off x="0" y="0"/>
          <a:ext cx="0" cy="0"/>
          <a:chOff x="0" y="0"/>
          <a:chExt cx="0" cy="0"/>
        </a:xfrm>
      </p:grpSpPr>
      <p:sp>
        <p:nvSpPr>
          <p:cNvPr id="290" name="Google Shape;290;p47"/>
          <p:cNvSpPr txBox="1">
            <a:spLocks noGrp="1"/>
          </p:cNvSpPr>
          <p:nvPr>
            <p:ph type="subTitle" idx="1"/>
          </p:nvPr>
        </p:nvSpPr>
        <p:spPr>
          <a:xfrm>
            <a:off x="5872226" y="1130950"/>
            <a:ext cx="2558700" cy="647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291" name="Google Shape;291;p47"/>
          <p:cNvSpPr txBox="1">
            <a:spLocks noGrp="1"/>
          </p:cNvSpPr>
          <p:nvPr>
            <p:ph type="subTitle" idx="2"/>
          </p:nvPr>
        </p:nvSpPr>
        <p:spPr>
          <a:xfrm>
            <a:off x="5872226" y="3701950"/>
            <a:ext cx="2558700" cy="647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292" name="Google Shape;292;p47"/>
          <p:cNvSpPr txBox="1">
            <a:spLocks noGrp="1"/>
          </p:cNvSpPr>
          <p:nvPr>
            <p:ph type="subTitle" idx="3"/>
          </p:nvPr>
        </p:nvSpPr>
        <p:spPr>
          <a:xfrm>
            <a:off x="5872226" y="2416450"/>
            <a:ext cx="2558700" cy="647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Font typeface="Montserrat"/>
              <a:buNone/>
              <a:defRPr sz="1400">
                <a:solidFill>
                  <a:schemeClr val="dk1"/>
                </a:solidFill>
                <a:latin typeface="Montserrat"/>
                <a:ea typeface="Montserrat"/>
                <a:cs typeface="Montserrat"/>
                <a:sym typeface="Montserrat"/>
              </a:defRPr>
            </a:lvl1pPr>
            <a:lvl2pPr lvl="1"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rtl="0">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a:endParaRPr/>
          </a:p>
        </p:txBody>
      </p:sp>
      <p:sp>
        <p:nvSpPr>
          <p:cNvPr id="293" name="Google Shape;293;p47"/>
          <p:cNvSpPr txBox="1">
            <a:spLocks noGrp="1"/>
          </p:cNvSpPr>
          <p:nvPr>
            <p:ph type="title" hasCustomPrompt="1"/>
          </p:nvPr>
        </p:nvSpPr>
        <p:spPr>
          <a:xfrm>
            <a:off x="3421825" y="571500"/>
            <a:ext cx="2316000" cy="1429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1pPr>
            <a:lvl2pPr lvl="1"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2pPr>
            <a:lvl3pPr lvl="2"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3pPr>
            <a:lvl4pPr lvl="3"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4pPr>
            <a:lvl5pPr lvl="4"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5pPr>
            <a:lvl6pPr lvl="5"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6pPr>
            <a:lvl7pPr lvl="6"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7pPr>
            <a:lvl8pPr lvl="7"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8pPr>
            <a:lvl9pPr lvl="8"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9pPr>
          </a:lstStyle>
          <a:p>
            <a:r>
              <a:t>xx%</a:t>
            </a:r>
          </a:p>
        </p:txBody>
      </p:sp>
      <p:sp>
        <p:nvSpPr>
          <p:cNvPr id="294" name="Google Shape;294;p47"/>
          <p:cNvSpPr txBox="1">
            <a:spLocks noGrp="1"/>
          </p:cNvSpPr>
          <p:nvPr>
            <p:ph type="title" idx="4" hasCustomPrompt="1"/>
          </p:nvPr>
        </p:nvSpPr>
        <p:spPr>
          <a:xfrm>
            <a:off x="3421825" y="1857000"/>
            <a:ext cx="2316000" cy="1429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1pPr>
            <a:lvl2pPr lvl="1"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2pPr>
            <a:lvl3pPr lvl="2"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3pPr>
            <a:lvl4pPr lvl="3"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4pPr>
            <a:lvl5pPr lvl="4"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5pPr>
            <a:lvl6pPr lvl="5"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6pPr>
            <a:lvl7pPr lvl="6"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7pPr>
            <a:lvl8pPr lvl="7"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8pPr>
            <a:lvl9pPr lvl="8"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9pPr>
          </a:lstStyle>
          <a:p>
            <a:r>
              <a:t>xx%</a:t>
            </a:r>
          </a:p>
        </p:txBody>
      </p:sp>
      <p:sp>
        <p:nvSpPr>
          <p:cNvPr id="295" name="Google Shape;295;p47"/>
          <p:cNvSpPr txBox="1">
            <a:spLocks noGrp="1"/>
          </p:cNvSpPr>
          <p:nvPr>
            <p:ph type="title" idx="5" hasCustomPrompt="1"/>
          </p:nvPr>
        </p:nvSpPr>
        <p:spPr>
          <a:xfrm>
            <a:off x="3421825" y="3142500"/>
            <a:ext cx="2316000" cy="1429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1pPr>
            <a:lvl2pPr lvl="1"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2pPr>
            <a:lvl3pPr lvl="2"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3pPr>
            <a:lvl4pPr lvl="3"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4pPr>
            <a:lvl5pPr lvl="4"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5pPr>
            <a:lvl6pPr lvl="5"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6pPr>
            <a:lvl7pPr lvl="6"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7pPr>
            <a:lvl8pPr lvl="7"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8pPr>
            <a:lvl9pPr lvl="8" algn="ctr" rtl="0">
              <a:spcBef>
                <a:spcPts val="0"/>
              </a:spcBef>
              <a:spcAft>
                <a:spcPts val="0"/>
              </a:spcAft>
              <a:buClr>
                <a:schemeClr val="dk2"/>
              </a:buClr>
              <a:buSzPts val="7500"/>
              <a:buFont typeface="Playfair Display"/>
              <a:buNone/>
              <a:defRPr sz="7500">
                <a:solidFill>
                  <a:schemeClr val="dk2"/>
                </a:solidFill>
                <a:latin typeface="Playfair Display"/>
                <a:ea typeface="Playfair Display"/>
                <a:cs typeface="Playfair Display"/>
                <a:sym typeface="Playfair Display"/>
              </a:defRPr>
            </a:lvl9pPr>
          </a:lstStyle>
          <a:p>
            <a:r>
              <a:t>xx%</a:t>
            </a:r>
          </a:p>
        </p:txBody>
      </p:sp>
      <p:sp>
        <p:nvSpPr>
          <p:cNvPr id="296" name="Google Shape;296;p47"/>
          <p:cNvSpPr/>
          <p:nvPr/>
        </p:nvSpPr>
        <p:spPr>
          <a:xfrm>
            <a:off x="-9100" y="0"/>
            <a:ext cx="32424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Numbers and text 4">
  <p:cSld name="TITLE_AND_TWO_COLUMNS_1">
    <p:spTree>
      <p:nvGrpSpPr>
        <p:cNvPr id="1" name="Shape 297"/>
        <p:cNvGrpSpPr/>
        <p:nvPr/>
      </p:nvGrpSpPr>
      <p:grpSpPr>
        <a:xfrm>
          <a:off x="0" y="0"/>
          <a:ext cx="0" cy="0"/>
          <a:chOff x="0" y="0"/>
          <a:chExt cx="0" cy="0"/>
        </a:xfrm>
      </p:grpSpPr>
      <p:sp>
        <p:nvSpPr>
          <p:cNvPr id="298" name="Google Shape;298;p48"/>
          <p:cNvSpPr/>
          <p:nvPr/>
        </p:nvSpPr>
        <p:spPr>
          <a:xfrm>
            <a:off x="0" y="-22125"/>
            <a:ext cx="9162000" cy="59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8"/>
          <p:cNvSpPr/>
          <p:nvPr/>
        </p:nvSpPr>
        <p:spPr>
          <a:xfrm>
            <a:off x="0" y="-35875"/>
            <a:ext cx="715200" cy="5179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8"/>
          <p:cNvSpPr/>
          <p:nvPr/>
        </p:nvSpPr>
        <p:spPr>
          <a:xfrm>
            <a:off x="8428800" y="-18000"/>
            <a:ext cx="715200" cy="5179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48"/>
          <p:cNvSpPr txBox="1">
            <a:spLocks noGrp="1"/>
          </p:cNvSpPr>
          <p:nvPr>
            <p:ph type="subTitle" idx="1"/>
          </p:nvPr>
        </p:nvSpPr>
        <p:spPr>
          <a:xfrm>
            <a:off x="715125" y="4002275"/>
            <a:ext cx="2265600" cy="60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2" name="Google Shape;302;p48"/>
          <p:cNvSpPr txBox="1">
            <a:spLocks noGrp="1"/>
          </p:cNvSpPr>
          <p:nvPr>
            <p:ph type="subTitle" idx="2"/>
          </p:nvPr>
        </p:nvSpPr>
        <p:spPr>
          <a:xfrm>
            <a:off x="3152788" y="4002275"/>
            <a:ext cx="2265600" cy="60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3" name="Google Shape;303;p48"/>
          <p:cNvSpPr txBox="1">
            <a:spLocks noGrp="1"/>
          </p:cNvSpPr>
          <p:nvPr>
            <p:ph type="title" hasCustomPrompt="1"/>
          </p:nvPr>
        </p:nvSpPr>
        <p:spPr>
          <a:xfrm>
            <a:off x="977775" y="1923282"/>
            <a:ext cx="1740300" cy="7020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4000"/>
              <a:buNone/>
              <a:defRPr sz="4000"/>
            </a:lvl1pPr>
            <a:lvl2pPr lvl="1" algn="ctr" rtl="0">
              <a:spcBef>
                <a:spcPts val="0"/>
              </a:spcBef>
              <a:spcAft>
                <a:spcPts val="0"/>
              </a:spcAft>
              <a:buSzPts val="4000"/>
              <a:buFont typeface="Playfair Display"/>
              <a:buNone/>
              <a:defRPr sz="4000">
                <a:latin typeface="Playfair Display"/>
                <a:ea typeface="Playfair Display"/>
                <a:cs typeface="Playfair Display"/>
                <a:sym typeface="Playfair Display"/>
              </a:defRPr>
            </a:lvl2pPr>
            <a:lvl3pPr lvl="2" algn="ctr" rtl="0">
              <a:spcBef>
                <a:spcPts val="0"/>
              </a:spcBef>
              <a:spcAft>
                <a:spcPts val="0"/>
              </a:spcAft>
              <a:buSzPts val="4000"/>
              <a:buFont typeface="Playfair Display"/>
              <a:buNone/>
              <a:defRPr sz="4000">
                <a:latin typeface="Playfair Display"/>
                <a:ea typeface="Playfair Display"/>
                <a:cs typeface="Playfair Display"/>
                <a:sym typeface="Playfair Display"/>
              </a:defRPr>
            </a:lvl3pPr>
            <a:lvl4pPr lvl="3" algn="ctr" rtl="0">
              <a:spcBef>
                <a:spcPts val="0"/>
              </a:spcBef>
              <a:spcAft>
                <a:spcPts val="0"/>
              </a:spcAft>
              <a:buSzPts val="4000"/>
              <a:buFont typeface="Playfair Display"/>
              <a:buNone/>
              <a:defRPr sz="4000">
                <a:latin typeface="Playfair Display"/>
                <a:ea typeface="Playfair Display"/>
                <a:cs typeface="Playfair Display"/>
                <a:sym typeface="Playfair Display"/>
              </a:defRPr>
            </a:lvl4pPr>
            <a:lvl5pPr lvl="4" algn="ctr" rtl="0">
              <a:spcBef>
                <a:spcPts val="0"/>
              </a:spcBef>
              <a:spcAft>
                <a:spcPts val="0"/>
              </a:spcAft>
              <a:buSzPts val="4000"/>
              <a:buFont typeface="Playfair Display"/>
              <a:buNone/>
              <a:defRPr sz="4000">
                <a:latin typeface="Playfair Display"/>
                <a:ea typeface="Playfair Display"/>
                <a:cs typeface="Playfair Display"/>
                <a:sym typeface="Playfair Display"/>
              </a:defRPr>
            </a:lvl5pPr>
            <a:lvl6pPr lvl="5" algn="ctr" rtl="0">
              <a:spcBef>
                <a:spcPts val="0"/>
              </a:spcBef>
              <a:spcAft>
                <a:spcPts val="0"/>
              </a:spcAft>
              <a:buSzPts val="4000"/>
              <a:buFont typeface="Playfair Display"/>
              <a:buNone/>
              <a:defRPr sz="4000">
                <a:latin typeface="Playfair Display"/>
                <a:ea typeface="Playfair Display"/>
                <a:cs typeface="Playfair Display"/>
                <a:sym typeface="Playfair Display"/>
              </a:defRPr>
            </a:lvl6pPr>
            <a:lvl7pPr lvl="6" algn="ctr" rtl="0">
              <a:spcBef>
                <a:spcPts val="0"/>
              </a:spcBef>
              <a:spcAft>
                <a:spcPts val="0"/>
              </a:spcAft>
              <a:buSzPts val="4000"/>
              <a:buFont typeface="Playfair Display"/>
              <a:buNone/>
              <a:defRPr sz="4000">
                <a:latin typeface="Playfair Display"/>
                <a:ea typeface="Playfair Display"/>
                <a:cs typeface="Playfair Display"/>
                <a:sym typeface="Playfair Display"/>
              </a:defRPr>
            </a:lvl7pPr>
            <a:lvl8pPr lvl="7" algn="ctr" rtl="0">
              <a:spcBef>
                <a:spcPts val="0"/>
              </a:spcBef>
              <a:spcAft>
                <a:spcPts val="0"/>
              </a:spcAft>
              <a:buSzPts val="4000"/>
              <a:buFont typeface="Playfair Display"/>
              <a:buNone/>
              <a:defRPr sz="4000">
                <a:latin typeface="Playfair Display"/>
                <a:ea typeface="Playfair Display"/>
                <a:cs typeface="Playfair Display"/>
                <a:sym typeface="Playfair Display"/>
              </a:defRPr>
            </a:lvl8pPr>
            <a:lvl9pPr lvl="8" algn="ctr" rtl="0">
              <a:spcBef>
                <a:spcPts val="0"/>
              </a:spcBef>
              <a:spcAft>
                <a:spcPts val="0"/>
              </a:spcAft>
              <a:buSzPts val="4000"/>
              <a:buFont typeface="Playfair Display"/>
              <a:buNone/>
              <a:defRPr sz="4000">
                <a:latin typeface="Playfair Display"/>
                <a:ea typeface="Playfair Display"/>
                <a:cs typeface="Playfair Display"/>
                <a:sym typeface="Playfair Display"/>
              </a:defRPr>
            </a:lvl9pPr>
          </a:lstStyle>
          <a:p>
            <a:r>
              <a:t>xx%</a:t>
            </a:r>
          </a:p>
        </p:txBody>
      </p:sp>
      <p:sp>
        <p:nvSpPr>
          <p:cNvPr id="304" name="Google Shape;304;p48"/>
          <p:cNvSpPr txBox="1">
            <a:spLocks noGrp="1"/>
          </p:cNvSpPr>
          <p:nvPr>
            <p:ph type="title" idx="3" hasCustomPrompt="1"/>
          </p:nvPr>
        </p:nvSpPr>
        <p:spPr>
          <a:xfrm>
            <a:off x="3415413" y="1923282"/>
            <a:ext cx="1740300" cy="7020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4000"/>
              <a:buNone/>
              <a:defRPr sz="4000"/>
            </a:lvl1pPr>
            <a:lvl2pPr lvl="1" algn="ctr" rtl="0">
              <a:spcBef>
                <a:spcPts val="0"/>
              </a:spcBef>
              <a:spcAft>
                <a:spcPts val="0"/>
              </a:spcAft>
              <a:buSzPts val="4000"/>
              <a:buFont typeface="Playfair Display"/>
              <a:buNone/>
              <a:defRPr sz="4000">
                <a:latin typeface="Playfair Display"/>
                <a:ea typeface="Playfair Display"/>
                <a:cs typeface="Playfair Display"/>
                <a:sym typeface="Playfair Display"/>
              </a:defRPr>
            </a:lvl2pPr>
            <a:lvl3pPr lvl="2" algn="ctr" rtl="0">
              <a:spcBef>
                <a:spcPts val="0"/>
              </a:spcBef>
              <a:spcAft>
                <a:spcPts val="0"/>
              </a:spcAft>
              <a:buSzPts val="4000"/>
              <a:buFont typeface="Playfair Display"/>
              <a:buNone/>
              <a:defRPr sz="4000">
                <a:latin typeface="Playfair Display"/>
                <a:ea typeface="Playfair Display"/>
                <a:cs typeface="Playfair Display"/>
                <a:sym typeface="Playfair Display"/>
              </a:defRPr>
            </a:lvl3pPr>
            <a:lvl4pPr lvl="3" algn="ctr" rtl="0">
              <a:spcBef>
                <a:spcPts val="0"/>
              </a:spcBef>
              <a:spcAft>
                <a:spcPts val="0"/>
              </a:spcAft>
              <a:buSzPts val="4000"/>
              <a:buFont typeface="Playfair Display"/>
              <a:buNone/>
              <a:defRPr sz="4000">
                <a:latin typeface="Playfair Display"/>
                <a:ea typeface="Playfair Display"/>
                <a:cs typeface="Playfair Display"/>
                <a:sym typeface="Playfair Display"/>
              </a:defRPr>
            </a:lvl4pPr>
            <a:lvl5pPr lvl="4" algn="ctr" rtl="0">
              <a:spcBef>
                <a:spcPts val="0"/>
              </a:spcBef>
              <a:spcAft>
                <a:spcPts val="0"/>
              </a:spcAft>
              <a:buSzPts val="4000"/>
              <a:buFont typeface="Playfair Display"/>
              <a:buNone/>
              <a:defRPr sz="4000">
                <a:latin typeface="Playfair Display"/>
                <a:ea typeface="Playfair Display"/>
                <a:cs typeface="Playfair Display"/>
                <a:sym typeface="Playfair Display"/>
              </a:defRPr>
            </a:lvl5pPr>
            <a:lvl6pPr lvl="5" algn="ctr" rtl="0">
              <a:spcBef>
                <a:spcPts val="0"/>
              </a:spcBef>
              <a:spcAft>
                <a:spcPts val="0"/>
              </a:spcAft>
              <a:buSzPts val="4000"/>
              <a:buFont typeface="Playfair Display"/>
              <a:buNone/>
              <a:defRPr sz="4000">
                <a:latin typeface="Playfair Display"/>
                <a:ea typeface="Playfair Display"/>
                <a:cs typeface="Playfair Display"/>
                <a:sym typeface="Playfair Display"/>
              </a:defRPr>
            </a:lvl6pPr>
            <a:lvl7pPr lvl="6" algn="ctr" rtl="0">
              <a:spcBef>
                <a:spcPts val="0"/>
              </a:spcBef>
              <a:spcAft>
                <a:spcPts val="0"/>
              </a:spcAft>
              <a:buSzPts val="4000"/>
              <a:buFont typeface="Playfair Display"/>
              <a:buNone/>
              <a:defRPr sz="4000">
                <a:latin typeface="Playfair Display"/>
                <a:ea typeface="Playfair Display"/>
                <a:cs typeface="Playfair Display"/>
                <a:sym typeface="Playfair Display"/>
              </a:defRPr>
            </a:lvl7pPr>
            <a:lvl8pPr lvl="7" algn="ctr" rtl="0">
              <a:spcBef>
                <a:spcPts val="0"/>
              </a:spcBef>
              <a:spcAft>
                <a:spcPts val="0"/>
              </a:spcAft>
              <a:buSzPts val="4000"/>
              <a:buFont typeface="Playfair Display"/>
              <a:buNone/>
              <a:defRPr sz="4000">
                <a:latin typeface="Playfair Display"/>
                <a:ea typeface="Playfair Display"/>
                <a:cs typeface="Playfair Display"/>
                <a:sym typeface="Playfair Display"/>
              </a:defRPr>
            </a:lvl8pPr>
            <a:lvl9pPr lvl="8" algn="ctr" rtl="0">
              <a:spcBef>
                <a:spcPts val="0"/>
              </a:spcBef>
              <a:spcAft>
                <a:spcPts val="0"/>
              </a:spcAft>
              <a:buSzPts val="4000"/>
              <a:buFont typeface="Playfair Display"/>
              <a:buNone/>
              <a:defRPr sz="4000">
                <a:latin typeface="Playfair Display"/>
                <a:ea typeface="Playfair Display"/>
                <a:cs typeface="Playfair Display"/>
                <a:sym typeface="Playfair Display"/>
              </a:defRPr>
            </a:lvl9pPr>
          </a:lstStyle>
          <a:p>
            <a:r>
              <a:t>xx%</a:t>
            </a:r>
          </a:p>
        </p:txBody>
      </p:sp>
      <p:sp>
        <p:nvSpPr>
          <p:cNvPr id="305" name="Google Shape;305;p48"/>
          <p:cNvSpPr txBox="1">
            <a:spLocks noGrp="1"/>
          </p:cNvSpPr>
          <p:nvPr>
            <p:ph type="subTitle" idx="4"/>
          </p:nvPr>
        </p:nvSpPr>
        <p:spPr>
          <a:xfrm>
            <a:off x="715125" y="1393500"/>
            <a:ext cx="22656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None/>
              <a:defRPr sz="1800">
                <a:solidFill>
                  <a:schemeClr val="dk2"/>
                </a:solidFill>
              </a:defRPr>
            </a:lvl1pPr>
            <a:lvl2pPr lvl="1" algn="ctr" rtl="0">
              <a:spcBef>
                <a:spcPts val="0"/>
              </a:spcBef>
              <a:spcAft>
                <a:spcPts val="0"/>
              </a:spcAft>
              <a:buClr>
                <a:schemeClr val="dk2"/>
              </a:buClr>
              <a:buSzPts val="1800"/>
              <a:buNone/>
              <a:defRPr sz="1800">
                <a:solidFill>
                  <a:schemeClr val="dk2"/>
                </a:solidFill>
              </a:defRPr>
            </a:lvl2pPr>
            <a:lvl3pPr lvl="2" algn="ctr" rtl="0">
              <a:spcBef>
                <a:spcPts val="0"/>
              </a:spcBef>
              <a:spcAft>
                <a:spcPts val="0"/>
              </a:spcAft>
              <a:buClr>
                <a:schemeClr val="dk2"/>
              </a:buClr>
              <a:buSzPts val="1800"/>
              <a:buNone/>
              <a:defRPr sz="1800">
                <a:solidFill>
                  <a:schemeClr val="dk2"/>
                </a:solidFill>
              </a:defRPr>
            </a:lvl3pPr>
            <a:lvl4pPr lvl="3" algn="ctr" rtl="0">
              <a:spcBef>
                <a:spcPts val="0"/>
              </a:spcBef>
              <a:spcAft>
                <a:spcPts val="0"/>
              </a:spcAft>
              <a:buClr>
                <a:schemeClr val="dk2"/>
              </a:buClr>
              <a:buSzPts val="1800"/>
              <a:buNone/>
              <a:defRPr sz="1800">
                <a:solidFill>
                  <a:schemeClr val="dk2"/>
                </a:solidFill>
              </a:defRPr>
            </a:lvl4pPr>
            <a:lvl5pPr lvl="4" algn="ctr" rtl="0">
              <a:spcBef>
                <a:spcPts val="0"/>
              </a:spcBef>
              <a:spcAft>
                <a:spcPts val="0"/>
              </a:spcAft>
              <a:buClr>
                <a:schemeClr val="dk2"/>
              </a:buClr>
              <a:buSzPts val="1800"/>
              <a:buNone/>
              <a:defRPr sz="1800">
                <a:solidFill>
                  <a:schemeClr val="dk2"/>
                </a:solidFill>
              </a:defRPr>
            </a:lvl5pPr>
            <a:lvl6pPr lvl="5" algn="ctr" rtl="0">
              <a:spcBef>
                <a:spcPts val="0"/>
              </a:spcBef>
              <a:spcAft>
                <a:spcPts val="0"/>
              </a:spcAft>
              <a:buClr>
                <a:schemeClr val="dk2"/>
              </a:buClr>
              <a:buSzPts val="1800"/>
              <a:buNone/>
              <a:defRPr sz="1800">
                <a:solidFill>
                  <a:schemeClr val="dk2"/>
                </a:solidFill>
              </a:defRPr>
            </a:lvl6pPr>
            <a:lvl7pPr lvl="6" algn="ctr" rtl="0">
              <a:spcBef>
                <a:spcPts val="0"/>
              </a:spcBef>
              <a:spcAft>
                <a:spcPts val="0"/>
              </a:spcAft>
              <a:buClr>
                <a:schemeClr val="dk2"/>
              </a:buClr>
              <a:buSzPts val="1800"/>
              <a:buNone/>
              <a:defRPr sz="1800">
                <a:solidFill>
                  <a:schemeClr val="dk2"/>
                </a:solidFill>
              </a:defRPr>
            </a:lvl7pPr>
            <a:lvl8pPr lvl="7" algn="ctr" rtl="0">
              <a:spcBef>
                <a:spcPts val="0"/>
              </a:spcBef>
              <a:spcAft>
                <a:spcPts val="0"/>
              </a:spcAft>
              <a:buClr>
                <a:schemeClr val="dk2"/>
              </a:buClr>
              <a:buSzPts val="1800"/>
              <a:buNone/>
              <a:defRPr sz="1800">
                <a:solidFill>
                  <a:schemeClr val="dk2"/>
                </a:solidFill>
              </a:defRPr>
            </a:lvl8pPr>
            <a:lvl9pPr lvl="8" algn="ctr" rtl="0">
              <a:spcBef>
                <a:spcPts val="0"/>
              </a:spcBef>
              <a:spcAft>
                <a:spcPts val="0"/>
              </a:spcAft>
              <a:buClr>
                <a:schemeClr val="dk2"/>
              </a:buClr>
              <a:buSzPts val="1800"/>
              <a:buNone/>
              <a:defRPr sz="1800">
                <a:solidFill>
                  <a:schemeClr val="dk2"/>
                </a:solidFill>
              </a:defRPr>
            </a:lvl9pPr>
          </a:lstStyle>
          <a:p>
            <a:endParaRPr/>
          </a:p>
        </p:txBody>
      </p:sp>
      <p:sp>
        <p:nvSpPr>
          <p:cNvPr id="306" name="Google Shape;306;p48"/>
          <p:cNvSpPr txBox="1">
            <a:spLocks noGrp="1"/>
          </p:cNvSpPr>
          <p:nvPr>
            <p:ph type="subTitle" idx="5"/>
          </p:nvPr>
        </p:nvSpPr>
        <p:spPr>
          <a:xfrm>
            <a:off x="3152788" y="1393500"/>
            <a:ext cx="22656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2"/>
              </a:buClr>
              <a:buSzPts val="1800"/>
              <a:buNone/>
              <a:defRPr sz="1800">
                <a:solidFill>
                  <a:schemeClr val="dk2"/>
                </a:solidFill>
              </a:defRPr>
            </a:lvl1pPr>
            <a:lvl2pPr lvl="1" algn="ctr" rtl="0">
              <a:spcBef>
                <a:spcPts val="0"/>
              </a:spcBef>
              <a:spcAft>
                <a:spcPts val="0"/>
              </a:spcAft>
              <a:buClr>
                <a:schemeClr val="dk2"/>
              </a:buClr>
              <a:buSzPts val="1800"/>
              <a:buNone/>
              <a:defRPr sz="1800">
                <a:solidFill>
                  <a:schemeClr val="dk2"/>
                </a:solidFill>
              </a:defRPr>
            </a:lvl2pPr>
            <a:lvl3pPr lvl="2" algn="ctr" rtl="0">
              <a:spcBef>
                <a:spcPts val="0"/>
              </a:spcBef>
              <a:spcAft>
                <a:spcPts val="0"/>
              </a:spcAft>
              <a:buClr>
                <a:schemeClr val="dk2"/>
              </a:buClr>
              <a:buSzPts val="1800"/>
              <a:buNone/>
              <a:defRPr sz="1800">
                <a:solidFill>
                  <a:schemeClr val="dk2"/>
                </a:solidFill>
              </a:defRPr>
            </a:lvl3pPr>
            <a:lvl4pPr lvl="3" algn="ctr" rtl="0">
              <a:spcBef>
                <a:spcPts val="0"/>
              </a:spcBef>
              <a:spcAft>
                <a:spcPts val="0"/>
              </a:spcAft>
              <a:buClr>
                <a:schemeClr val="dk2"/>
              </a:buClr>
              <a:buSzPts val="1800"/>
              <a:buNone/>
              <a:defRPr sz="1800">
                <a:solidFill>
                  <a:schemeClr val="dk2"/>
                </a:solidFill>
              </a:defRPr>
            </a:lvl4pPr>
            <a:lvl5pPr lvl="4" algn="ctr" rtl="0">
              <a:spcBef>
                <a:spcPts val="0"/>
              </a:spcBef>
              <a:spcAft>
                <a:spcPts val="0"/>
              </a:spcAft>
              <a:buClr>
                <a:schemeClr val="dk2"/>
              </a:buClr>
              <a:buSzPts val="1800"/>
              <a:buNone/>
              <a:defRPr sz="1800">
                <a:solidFill>
                  <a:schemeClr val="dk2"/>
                </a:solidFill>
              </a:defRPr>
            </a:lvl5pPr>
            <a:lvl6pPr lvl="5" algn="ctr" rtl="0">
              <a:spcBef>
                <a:spcPts val="0"/>
              </a:spcBef>
              <a:spcAft>
                <a:spcPts val="0"/>
              </a:spcAft>
              <a:buClr>
                <a:schemeClr val="dk2"/>
              </a:buClr>
              <a:buSzPts val="1800"/>
              <a:buNone/>
              <a:defRPr sz="1800">
                <a:solidFill>
                  <a:schemeClr val="dk2"/>
                </a:solidFill>
              </a:defRPr>
            </a:lvl6pPr>
            <a:lvl7pPr lvl="6" algn="ctr" rtl="0">
              <a:spcBef>
                <a:spcPts val="0"/>
              </a:spcBef>
              <a:spcAft>
                <a:spcPts val="0"/>
              </a:spcAft>
              <a:buClr>
                <a:schemeClr val="dk2"/>
              </a:buClr>
              <a:buSzPts val="1800"/>
              <a:buNone/>
              <a:defRPr sz="1800">
                <a:solidFill>
                  <a:schemeClr val="dk2"/>
                </a:solidFill>
              </a:defRPr>
            </a:lvl7pPr>
            <a:lvl8pPr lvl="7" algn="ctr" rtl="0">
              <a:spcBef>
                <a:spcPts val="0"/>
              </a:spcBef>
              <a:spcAft>
                <a:spcPts val="0"/>
              </a:spcAft>
              <a:buClr>
                <a:schemeClr val="dk2"/>
              </a:buClr>
              <a:buSzPts val="1800"/>
              <a:buNone/>
              <a:defRPr sz="1800">
                <a:solidFill>
                  <a:schemeClr val="dk2"/>
                </a:solidFill>
              </a:defRPr>
            </a:lvl8pPr>
            <a:lvl9pPr lvl="8" algn="ctr" rtl="0">
              <a:spcBef>
                <a:spcPts val="0"/>
              </a:spcBef>
              <a:spcAft>
                <a:spcPts val="0"/>
              </a:spcAft>
              <a:buClr>
                <a:schemeClr val="dk2"/>
              </a:buClr>
              <a:buSzPts val="1800"/>
              <a:buNone/>
              <a:defRPr sz="1800">
                <a:solidFill>
                  <a:schemeClr val="dk2"/>
                </a:solidFill>
              </a:defRPr>
            </a:lvl9pPr>
          </a:lstStyle>
          <a:p>
            <a:endParaRPr/>
          </a:p>
        </p:txBody>
      </p:sp>
      <p:sp>
        <p:nvSpPr>
          <p:cNvPr id="307" name="Google Shape;307;p48"/>
          <p:cNvSpPr txBox="1">
            <a:spLocks noGrp="1"/>
          </p:cNvSpPr>
          <p:nvPr>
            <p:ph type="title" idx="6"/>
          </p:nvPr>
        </p:nvSpPr>
        <p:spPr>
          <a:xfrm>
            <a:off x="713225" y="868675"/>
            <a:ext cx="7717500" cy="54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100"/>
              <a:buFont typeface="Montserrat"/>
              <a:buNone/>
              <a:defRPr sz="2500" b="1">
                <a:latin typeface="Playfair Display"/>
                <a:ea typeface="Playfair Display"/>
                <a:cs typeface="Playfair Display"/>
                <a:sym typeface="Playfair Display"/>
              </a:defRPr>
            </a:lvl1pPr>
            <a:lvl2pPr lvl="1" algn="ctr" rtl="0">
              <a:spcBef>
                <a:spcPts val="0"/>
              </a:spcBef>
              <a:spcAft>
                <a:spcPts val="0"/>
              </a:spcAft>
              <a:buSzPts val="2100"/>
              <a:buFont typeface="Montserrat"/>
              <a:buNone/>
              <a:defRPr sz="2100" b="1">
                <a:latin typeface="Montserrat"/>
                <a:ea typeface="Montserrat"/>
                <a:cs typeface="Montserrat"/>
                <a:sym typeface="Montserrat"/>
              </a:defRPr>
            </a:lvl2pPr>
            <a:lvl3pPr lvl="2" algn="ctr" rtl="0">
              <a:spcBef>
                <a:spcPts val="0"/>
              </a:spcBef>
              <a:spcAft>
                <a:spcPts val="0"/>
              </a:spcAft>
              <a:buSzPts val="2100"/>
              <a:buFont typeface="Montserrat"/>
              <a:buNone/>
              <a:defRPr sz="2100" b="1">
                <a:latin typeface="Montserrat"/>
                <a:ea typeface="Montserrat"/>
                <a:cs typeface="Montserrat"/>
                <a:sym typeface="Montserrat"/>
              </a:defRPr>
            </a:lvl3pPr>
            <a:lvl4pPr lvl="3" algn="ctr" rtl="0">
              <a:spcBef>
                <a:spcPts val="0"/>
              </a:spcBef>
              <a:spcAft>
                <a:spcPts val="0"/>
              </a:spcAft>
              <a:buSzPts val="2100"/>
              <a:buFont typeface="Montserrat"/>
              <a:buNone/>
              <a:defRPr sz="2100" b="1">
                <a:latin typeface="Montserrat"/>
                <a:ea typeface="Montserrat"/>
                <a:cs typeface="Montserrat"/>
                <a:sym typeface="Montserrat"/>
              </a:defRPr>
            </a:lvl4pPr>
            <a:lvl5pPr lvl="4" algn="ctr" rtl="0">
              <a:spcBef>
                <a:spcPts val="0"/>
              </a:spcBef>
              <a:spcAft>
                <a:spcPts val="0"/>
              </a:spcAft>
              <a:buSzPts val="2100"/>
              <a:buFont typeface="Montserrat"/>
              <a:buNone/>
              <a:defRPr sz="2100" b="1">
                <a:latin typeface="Montserrat"/>
                <a:ea typeface="Montserrat"/>
                <a:cs typeface="Montserrat"/>
                <a:sym typeface="Montserrat"/>
              </a:defRPr>
            </a:lvl5pPr>
            <a:lvl6pPr lvl="5" algn="ctr" rtl="0">
              <a:spcBef>
                <a:spcPts val="0"/>
              </a:spcBef>
              <a:spcAft>
                <a:spcPts val="0"/>
              </a:spcAft>
              <a:buSzPts val="2100"/>
              <a:buFont typeface="Montserrat"/>
              <a:buNone/>
              <a:defRPr sz="2100" b="1">
                <a:latin typeface="Montserrat"/>
                <a:ea typeface="Montserrat"/>
                <a:cs typeface="Montserrat"/>
                <a:sym typeface="Montserrat"/>
              </a:defRPr>
            </a:lvl6pPr>
            <a:lvl7pPr lvl="6" algn="ctr" rtl="0">
              <a:spcBef>
                <a:spcPts val="0"/>
              </a:spcBef>
              <a:spcAft>
                <a:spcPts val="0"/>
              </a:spcAft>
              <a:buSzPts val="2100"/>
              <a:buFont typeface="Montserrat"/>
              <a:buNone/>
              <a:defRPr sz="2100" b="1">
                <a:latin typeface="Montserrat"/>
                <a:ea typeface="Montserrat"/>
                <a:cs typeface="Montserrat"/>
                <a:sym typeface="Montserrat"/>
              </a:defRPr>
            </a:lvl7pPr>
            <a:lvl8pPr lvl="7" algn="ctr" rtl="0">
              <a:spcBef>
                <a:spcPts val="0"/>
              </a:spcBef>
              <a:spcAft>
                <a:spcPts val="0"/>
              </a:spcAft>
              <a:buSzPts val="2100"/>
              <a:buFont typeface="Montserrat"/>
              <a:buNone/>
              <a:defRPr sz="2100" b="1">
                <a:latin typeface="Montserrat"/>
                <a:ea typeface="Montserrat"/>
                <a:cs typeface="Montserrat"/>
                <a:sym typeface="Montserrat"/>
              </a:defRPr>
            </a:lvl8pPr>
            <a:lvl9pPr lvl="8" algn="ctr" rtl="0">
              <a:spcBef>
                <a:spcPts val="0"/>
              </a:spcBef>
              <a:spcAft>
                <a:spcPts val="0"/>
              </a:spcAft>
              <a:buSzPts val="2100"/>
              <a:buFont typeface="Montserrat"/>
              <a:buNone/>
              <a:defRPr sz="2100" b="1">
                <a:latin typeface="Montserrat"/>
                <a:ea typeface="Montserrat"/>
                <a:cs typeface="Montserrat"/>
                <a:sym typeface="Montserrat"/>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Numbers and text 5">
  <p:cSld name="BIG_NUMBER_1">
    <p:bg>
      <p:bgPr>
        <a:solidFill>
          <a:schemeClr val="dk2"/>
        </a:solidFill>
        <a:effectLst/>
      </p:bgPr>
    </p:bg>
    <p:spTree>
      <p:nvGrpSpPr>
        <p:cNvPr id="1" name="Shape 308"/>
        <p:cNvGrpSpPr/>
        <p:nvPr/>
      </p:nvGrpSpPr>
      <p:grpSpPr>
        <a:xfrm>
          <a:off x="0" y="0"/>
          <a:ext cx="0" cy="0"/>
          <a:chOff x="0" y="0"/>
          <a:chExt cx="0" cy="0"/>
        </a:xfrm>
      </p:grpSpPr>
      <p:sp>
        <p:nvSpPr>
          <p:cNvPr id="309" name="Google Shape;309;p49"/>
          <p:cNvSpPr/>
          <p:nvPr/>
        </p:nvSpPr>
        <p:spPr>
          <a:xfrm>
            <a:off x="713225" y="539500"/>
            <a:ext cx="7717500" cy="4059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49"/>
          <p:cNvSpPr txBox="1">
            <a:spLocks noGrp="1"/>
          </p:cNvSpPr>
          <p:nvPr>
            <p:ph type="title" hasCustomPrompt="1"/>
          </p:nvPr>
        </p:nvSpPr>
        <p:spPr>
          <a:xfrm>
            <a:off x="4905202" y="1543250"/>
            <a:ext cx="3194700" cy="1465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7500"/>
              <a:buFont typeface="Playfair Display"/>
              <a:buNone/>
              <a:defRPr sz="7500">
                <a:latin typeface="Playfair Display"/>
                <a:ea typeface="Playfair Display"/>
                <a:cs typeface="Playfair Display"/>
                <a:sym typeface="Playfair Display"/>
              </a:defRPr>
            </a:lvl1pPr>
            <a:lvl2pPr lvl="1" algn="ctr" rtl="0">
              <a:spcBef>
                <a:spcPts val="0"/>
              </a:spcBef>
              <a:spcAft>
                <a:spcPts val="0"/>
              </a:spcAft>
              <a:buSzPts val="7500"/>
              <a:buFont typeface="Playfair Display"/>
              <a:buNone/>
              <a:defRPr sz="7500">
                <a:latin typeface="Playfair Display"/>
                <a:ea typeface="Playfair Display"/>
                <a:cs typeface="Playfair Display"/>
                <a:sym typeface="Playfair Display"/>
              </a:defRPr>
            </a:lvl2pPr>
            <a:lvl3pPr lvl="2" algn="ctr" rtl="0">
              <a:spcBef>
                <a:spcPts val="0"/>
              </a:spcBef>
              <a:spcAft>
                <a:spcPts val="0"/>
              </a:spcAft>
              <a:buSzPts val="7500"/>
              <a:buFont typeface="Playfair Display"/>
              <a:buNone/>
              <a:defRPr sz="7500">
                <a:latin typeface="Playfair Display"/>
                <a:ea typeface="Playfair Display"/>
                <a:cs typeface="Playfair Display"/>
                <a:sym typeface="Playfair Display"/>
              </a:defRPr>
            </a:lvl3pPr>
            <a:lvl4pPr lvl="3" algn="ctr" rtl="0">
              <a:spcBef>
                <a:spcPts val="0"/>
              </a:spcBef>
              <a:spcAft>
                <a:spcPts val="0"/>
              </a:spcAft>
              <a:buSzPts val="7500"/>
              <a:buFont typeface="Playfair Display"/>
              <a:buNone/>
              <a:defRPr sz="7500">
                <a:latin typeface="Playfair Display"/>
                <a:ea typeface="Playfair Display"/>
                <a:cs typeface="Playfair Display"/>
                <a:sym typeface="Playfair Display"/>
              </a:defRPr>
            </a:lvl4pPr>
            <a:lvl5pPr lvl="4" algn="ctr" rtl="0">
              <a:spcBef>
                <a:spcPts val="0"/>
              </a:spcBef>
              <a:spcAft>
                <a:spcPts val="0"/>
              </a:spcAft>
              <a:buSzPts val="7500"/>
              <a:buFont typeface="Playfair Display"/>
              <a:buNone/>
              <a:defRPr sz="7500">
                <a:latin typeface="Playfair Display"/>
                <a:ea typeface="Playfair Display"/>
                <a:cs typeface="Playfair Display"/>
                <a:sym typeface="Playfair Display"/>
              </a:defRPr>
            </a:lvl5pPr>
            <a:lvl6pPr lvl="5" algn="ctr" rtl="0">
              <a:spcBef>
                <a:spcPts val="0"/>
              </a:spcBef>
              <a:spcAft>
                <a:spcPts val="0"/>
              </a:spcAft>
              <a:buSzPts val="7500"/>
              <a:buFont typeface="Playfair Display"/>
              <a:buNone/>
              <a:defRPr sz="7500">
                <a:latin typeface="Playfair Display"/>
                <a:ea typeface="Playfair Display"/>
                <a:cs typeface="Playfair Display"/>
                <a:sym typeface="Playfair Display"/>
              </a:defRPr>
            </a:lvl6pPr>
            <a:lvl7pPr lvl="6" algn="ctr" rtl="0">
              <a:spcBef>
                <a:spcPts val="0"/>
              </a:spcBef>
              <a:spcAft>
                <a:spcPts val="0"/>
              </a:spcAft>
              <a:buSzPts val="7500"/>
              <a:buFont typeface="Playfair Display"/>
              <a:buNone/>
              <a:defRPr sz="7500">
                <a:latin typeface="Playfair Display"/>
                <a:ea typeface="Playfair Display"/>
                <a:cs typeface="Playfair Display"/>
                <a:sym typeface="Playfair Display"/>
              </a:defRPr>
            </a:lvl7pPr>
            <a:lvl8pPr lvl="7" algn="ctr" rtl="0">
              <a:spcBef>
                <a:spcPts val="0"/>
              </a:spcBef>
              <a:spcAft>
                <a:spcPts val="0"/>
              </a:spcAft>
              <a:buSzPts val="7500"/>
              <a:buFont typeface="Playfair Display"/>
              <a:buNone/>
              <a:defRPr sz="7500">
                <a:latin typeface="Playfair Display"/>
                <a:ea typeface="Playfair Display"/>
                <a:cs typeface="Playfair Display"/>
                <a:sym typeface="Playfair Display"/>
              </a:defRPr>
            </a:lvl8pPr>
            <a:lvl9pPr lvl="8" algn="ctr" rtl="0">
              <a:spcBef>
                <a:spcPts val="0"/>
              </a:spcBef>
              <a:spcAft>
                <a:spcPts val="0"/>
              </a:spcAft>
              <a:buSzPts val="7500"/>
              <a:buFont typeface="Playfair Display"/>
              <a:buNone/>
              <a:defRPr sz="7500">
                <a:latin typeface="Playfair Display"/>
                <a:ea typeface="Playfair Display"/>
                <a:cs typeface="Playfair Display"/>
                <a:sym typeface="Playfair Display"/>
              </a:defRPr>
            </a:lvl9pPr>
          </a:lstStyle>
          <a:p>
            <a:r>
              <a:t>xx%</a:t>
            </a:r>
          </a:p>
        </p:txBody>
      </p:sp>
      <p:sp>
        <p:nvSpPr>
          <p:cNvPr id="311" name="Google Shape;311;p49"/>
          <p:cNvSpPr txBox="1">
            <a:spLocks noGrp="1"/>
          </p:cNvSpPr>
          <p:nvPr>
            <p:ph type="subTitle" idx="1"/>
          </p:nvPr>
        </p:nvSpPr>
        <p:spPr>
          <a:xfrm>
            <a:off x="4905200" y="3032050"/>
            <a:ext cx="3194700" cy="56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Font typeface="Montserrat"/>
              <a:buNone/>
              <a:defRPr sz="1400">
                <a:latin typeface="Montserrat"/>
                <a:ea typeface="Montserrat"/>
                <a:cs typeface="Montserrat"/>
                <a:sym typeface="Montserrat"/>
              </a:defRPr>
            </a:lvl1pPr>
            <a:lvl2pPr lvl="1" algn="ctr" rtl="0">
              <a:spcBef>
                <a:spcPts val="0"/>
              </a:spcBef>
              <a:spcAft>
                <a:spcPts val="0"/>
              </a:spcAft>
              <a:buSzPts val="1400"/>
              <a:buFont typeface="Montserrat"/>
              <a:buNone/>
              <a:defRPr>
                <a:latin typeface="Montserrat"/>
                <a:ea typeface="Montserrat"/>
                <a:cs typeface="Montserrat"/>
                <a:sym typeface="Montserrat"/>
              </a:defRPr>
            </a:lvl2pPr>
            <a:lvl3pPr lvl="2" algn="ctr" rtl="0">
              <a:spcBef>
                <a:spcPts val="0"/>
              </a:spcBef>
              <a:spcAft>
                <a:spcPts val="0"/>
              </a:spcAft>
              <a:buSzPts val="1400"/>
              <a:buFont typeface="Montserrat"/>
              <a:buNone/>
              <a:defRPr>
                <a:latin typeface="Montserrat"/>
                <a:ea typeface="Montserrat"/>
                <a:cs typeface="Montserrat"/>
                <a:sym typeface="Montserrat"/>
              </a:defRPr>
            </a:lvl3pPr>
            <a:lvl4pPr lvl="3" algn="ctr" rtl="0">
              <a:spcBef>
                <a:spcPts val="0"/>
              </a:spcBef>
              <a:spcAft>
                <a:spcPts val="0"/>
              </a:spcAft>
              <a:buSzPts val="1400"/>
              <a:buFont typeface="Montserrat"/>
              <a:buNone/>
              <a:defRPr>
                <a:latin typeface="Montserrat"/>
                <a:ea typeface="Montserrat"/>
                <a:cs typeface="Montserrat"/>
                <a:sym typeface="Montserrat"/>
              </a:defRPr>
            </a:lvl4pPr>
            <a:lvl5pPr lvl="4" algn="ctr" rtl="0">
              <a:spcBef>
                <a:spcPts val="0"/>
              </a:spcBef>
              <a:spcAft>
                <a:spcPts val="0"/>
              </a:spcAft>
              <a:buSzPts val="1400"/>
              <a:buFont typeface="Montserrat"/>
              <a:buNone/>
              <a:defRPr>
                <a:latin typeface="Montserrat"/>
                <a:ea typeface="Montserrat"/>
                <a:cs typeface="Montserrat"/>
                <a:sym typeface="Montserrat"/>
              </a:defRPr>
            </a:lvl5pPr>
            <a:lvl6pPr lvl="5" algn="ctr" rtl="0">
              <a:spcBef>
                <a:spcPts val="0"/>
              </a:spcBef>
              <a:spcAft>
                <a:spcPts val="0"/>
              </a:spcAft>
              <a:buSzPts val="1400"/>
              <a:buFont typeface="Montserrat"/>
              <a:buNone/>
              <a:defRPr>
                <a:latin typeface="Montserrat"/>
                <a:ea typeface="Montserrat"/>
                <a:cs typeface="Montserrat"/>
                <a:sym typeface="Montserrat"/>
              </a:defRPr>
            </a:lvl6pPr>
            <a:lvl7pPr lvl="6" algn="ctr" rtl="0">
              <a:spcBef>
                <a:spcPts val="0"/>
              </a:spcBef>
              <a:spcAft>
                <a:spcPts val="0"/>
              </a:spcAft>
              <a:buSzPts val="1400"/>
              <a:buFont typeface="Montserrat"/>
              <a:buNone/>
              <a:defRPr>
                <a:latin typeface="Montserrat"/>
                <a:ea typeface="Montserrat"/>
                <a:cs typeface="Montserrat"/>
                <a:sym typeface="Montserrat"/>
              </a:defRPr>
            </a:lvl7pPr>
            <a:lvl8pPr lvl="7" algn="ctr" rtl="0">
              <a:spcBef>
                <a:spcPts val="0"/>
              </a:spcBef>
              <a:spcAft>
                <a:spcPts val="0"/>
              </a:spcAft>
              <a:buSzPts val="1400"/>
              <a:buFont typeface="Montserrat"/>
              <a:buNone/>
              <a:defRPr>
                <a:latin typeface="Montserrat"/>
                <a:ea typeface="Montserrat"/>
                <a:cs typeface="Montserrat"/>
                <a:sym typeface="Montserrat"/>
              </a:defRPr>
            </a:lvl8pPr>
            <a:lvl9pPr lvl="8" algn="ctr" rtl="0">
              <a:spcBef>
                <a:spcPts val="0"/>
              </a:spcBef>
              <a:spcAft>
                <a:spcPts val="0"/>
              </a:spcAft>
              <a:buSzPts val="1400"/>
              <a:buFont typeface="Montserrat"/>
              <a:buNone/>
              <a:defRPr>
                <a:latin typeface="Montserrat"/>
                <a:ea typeface="Montserrat"/>
                <a:cs typeface="Montserrat"/>
                <a:sym typeface="Montserrat"/>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anks">
  <p:cSld name="CUSTOM_12_1">
    <p:bg>
      <p:bgPr>
        <a:solidFill>
          <a:schemeClr val="dk2"/>
        </a:solidFill>
        <a:effectLst/>
      </p:bgPr>
    </p:bg>
    <p:spTree>
      <p:nvGrpSpPr>
        <p:cNvPr id="1" name="Shape 312"/>
        <p:cNvGrpSpPr/>
        <p:nvPr/>
      </p:nvGrpSpPr>
      <p:grpSpPr>
        <a:xfrm>
          <a:off x="0" y="0"/>
          <a:ext cx="0" cy="0"/>
          <a:chOff x="0" y="0"/>
          <a:chExt cx="0" cy="0"/>
        </a:xfrm>
      </p:grpSpPr>
      <p:sp>
        <p:nvSpPr>
          <p:cNvPr id="313" name="Google Shape;313;p50"/>
          <p:cNvSpPr txBox="1">
            <a:spLocks noGrp="1"/>
          </p:cNvSpPr>
          <p:nvPr>
            <p:ph type="subTitle" idx="1"/>
          </p:nvPr>
        </p:nvSpPr>
        <p:spPr>
          <a:xfrm>
            <a:off x="713225" y="2576700"/>
            <a:ext cx="3904500" cy="1044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400"/>
              <a:buFont typeface="Montserrat"/>
              <a:buNone/>
              <a:defRPr sz="1400">
                <a:solidFill>
                  <a:schemeClr val="lt1"/>
                </a:solidFill>
                <a:latin typeface="Montserrat"/>
                <a:ea typeface="Montserrat"/>
                <a:cs typeface="Montserrat"/>
                <a:sym typeface="Montserrat"/>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a:endParaRPr/>
          </a:p>
        </p:txBody>
      </p:sp>
      <p:sp>
        <p:nvSpPr>
          <p:cNvPr id="314" name="Google Shape;314;p50"/>
          <p:cNvSpPr txBox="1"/>
          <p:nvPr/>
        </p:nvSpPr>
        <p:spPr>
          <a:xfrm>
            <a:off x="5060875" y="3721805"/>
            <a:ext cx="3369900" cy="6669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300"/>
              </a:spcBef>
              <a:spcAft>
                <a:spcPts val="0"/>
              </a:spcAft>
              <a:buNone/>
            </a:pPr>
            <a:r>
              <a:rPr lang="en" sz="1000">
                <a:solidFill>
                  <a:schemeClr val="lt1"/>
                </a:solidFill>
                <a:latin typeface="Montserrat"/>
                <a:ea typeface="Montserrat"/>
                <a:cs typeface="Montserrat"/>
                <a:sym typeface="Montserrat"/>
              </a:rPr>
              <a:t>CREDITS: This presentation template was created by </a:t>
            </a:r>
            <a:r>
              <a:rPr lang="en" sz="1000" b="1">
                <a:solidFill>
                  <a:schemeClr val="lt1"/>
                </a:solidFill>
                <a:uFill>
                  <a:noFill/>
                </a:uFill>
                <a:latin typeface="Montserrat"/>
                <a:ea typeface="Montserrat"/>
                <a:cs typeface="Montserrat"/>
                <a:sym typeface="Montserrat"/>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a:solidFill>
                  <a:schemeClr val="lt1"/>
                </a:solidFill>
                <a:latin typeface="Montserrat"/>
                <a:ea typeface="Montserrat"/>
                <a:cs typeface="Montserrat"/>
                <a:sym typeface="Montserrat"/>
              </a:rPr>
              <a:t>, including icons by </a:t>
            </a:r>
            <a:r>
              <a:rPr lang="en" sz="1000" b="1">
                <a:solidFill>
                  <a:schemeClr val="lt1"/>
                </a:solidFill>
                <a:uFill>
                  <a:noFill/>
                </a:uFill>
                <a:latin typeface="Montserrat"/>
                <a:ea typeface="Montserrat"/>
                <a:cs typeface="Montserrat"/>
                <a:sym typeface="Montserrat"/>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a:solidFill>
                  <a:schemeClr val="lt1"/>
                </a:solidFill>
                <a:latin typeface="Montserrat"/>
                <a:ea typeface="Montserrat"/>
                <a:cs typeface="Montserrat"/>
                <a:sym typeface="Montserrat"/>
              </a:rPr>
              <a:t>, and infographics &amp; images by </a:t>
            </a:r>
            <a:r>
              <a:rPr lang="en" sz="1000" b="1">
                <a:solidFill>
                  <a:schemeClr val="lt1"/>
                </a:solidFill>
                <a:uFill>
                  <a:noFill/>
                </a:uFill>
                <a:latin typeface="Montserrat"/>
                <a:ea typeface="Montserrat"/>
                <a:cs typeface="Montserrat"/>
                <a:sym typeface="Montserrat"/>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a:t>
            </a:r>
            <a:r>
              <a:rPr lang="en" sz="1000" b="1">
                <a:solidFill>
                  <a:schemeClr val="lt1"/>
                </a:solidFill>
                <a:latin typeface="Montserrat"/>
                <a:ea typeface="Montserrat"/>
                <a:cs typeface="Montserrat"/>
                <a:sym typeface="Montserrat"/>
              </a:rPr>
              <a:t>k</a:t>
            </a:r>
            <a:endParaRPr sz="1000" b="1">
              <a:solidFill>
                <a:schemeClr val="lt1"/>
              </a:solidFill>
              <a:latin typeface="Montserrat"/>
              <a:ea typeface="Montserrat"/>
              <a:cs typeface="Montserrat"/>
              <a:sym typeface="Montserrat"/>
            </a:endParaRPr>
          </a:p>
        </p:txBody>
      </p:sp>
      <p:sp>
        <p:nvSpPr>
          <p:cNvPr id="315" name="Google Shape;315;p50"/>
          <p:cNvSpPr txBox="1">
            <a:spLocks noGrp="1"/>
          </p:cNvSpPr>
          <p:nvPr>
            <p:ph type="title"/>
          </p:nvPr>
        </p:nvSpPr>
        <p:spPr>
          <a:xfrm>
            <a:off x="713225" y="1357500"/>
            <a:ext cx="3904500" cy="10443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7500"/>
              <a:buFont typeface="Playfair Display"/>
              <a:buNone/>
              <a:defRPr sz="7500">
                <a:solidFill>
                  <a:schemeClr val="lt1"/>
                </a:solidFill>
                <a:latin typeface="Playfair Display"/>
                <a:ea typeface="Playfair Display"/>
                <a:cs typeface="Playfair Display"/>
                <a:sym typeface="Playfair Display"/>
              </a:defRPr>
            </a:lvl1pPr>
            <a:lvl2pPr lvl="1" algn="ctr" rtl="0">
              <a:spcBef>
                <a:spcPts val="0"/>
              </a:spcBef>
              <a:spcAft>
                <a:spcPts val="0"/>
              </a:spcAft>
              <a:buSzPts val="7500"/>
              <a:buFont typeface="Playfair Display"/>
              <a:buNone/>
              <a:defRPr sz="7500">
                <a:latin typeface="Playfair Display"/>
                <a:ea typeface="Playfair Display"/>
                <a:cs typeface="Playfair Display"/>
                <a:sym typeface="Playfair Display"/>
              </a:defRPr>
            </a:lvl2pPr>
            <a:lvl3pPr lvl="2" algn="ctr" rtl="0">
              <a:spcBef>
                <a:spcPts val="0"/>
              </a:spcBef>
              <a:spcAft>
                <a:spcPts val="0"/>
              </a:spcAft>
              <a:buSzPts val="7500"/>
              <a:buFont typeface="Playfair Display"/>
              <a:buNone/>
              <a:defRPr sz="7500">
                <a:latin typeface="Playfair Display"/>
                <a:ea typeface="Playfair Display"/>
                <a:cs typeface="Playfair Display"/>
                <a:sym typeface="Playfair Display"/>
              </a:defRPr>
            </a:lvl3pPr>
            <a:lvl4pPr lvl="3" algn="ctr" rtl="0">
              <a:spcBef>
                <a:spcPts val="0"/>
              </a:spcBef>
              <a:spcAft>
                <a:spcPts val="0"/>
              </a:spcAft>
              <a:buSzPts val="7500"/>
              <a:buFont typeface="Playfair Display"/>
              <a:buNone/>
              <a:defRPr sz="7500">
                <a:latin typeface="Playfair Display"/>
                <a:ea typeface="Playfair Display"/>
                <a:cs typeface="Playfair Display"/>
                <a:sym typeface="Playfair Display"/>
              </a:defRPr>
            </a:lvl4pPr>
            <a:lvl5pPr lvl="4" algn="ctr" rtl="0">
              <a:spcBef>
                <a:spcPts val="0"/>
              </a:spcBef>
              <a:spcAft>
                <a:spcPts val="0"/>
              </a:spcAft>
              <a:buSzPts val="7500"/>
              <a:buFont typeface="Playfair Display"/>
              <a:buNone/>
              <a:defRPr sz="7500">
                <a:latin typeface="Playfair Display"/>
                <a:ea typeface="Playfair Display"/>
                <a:cs typeface="Playfair Display"/>
                <a:sym typeface="Playfair Display"/>
              </a:defRPr>
            </a:lvl5pPr>
            <a:lvl6pPr lvl="5" algn="ctr" rtl="0">
              <a:spcBef>
                <a:spcPts val="0"/>
              </a:spcBef>
              <a:spcAft>
                <a:spcPts val="0"/>
              </a:spcAft>
              <a:buSzPts val="7500"/>
              <a:buFont typeface="Playfair Display"/>
              <a:buNone/>
              <a:defRPr sz="7500">
                <a:latin typeface="Playfair Display"/>
                <a:ea typeface="Playfair Display"/>
                <a:cs typeface="Playfair Display"/>
                <a:sym typeface="Playfair Display"/>
              </a:defRPr>
            </a:lvl6pPr>
            <a:lvl7pPr lvl="6" algn="ctr" rtl="0">
              <a:spcBef>
                <a:spcPts val="0"/>
              </a:spcBef>
              <a:spcAft>
                <a:spcPts val="0"/>
              </a:spcAft>
              <a:buSzPts val="7500"/>
              <a:buFont typeface="Playfair Display"/>
              <a:buNone/>
              <a:defRPr sz="7500">
                <a:latin typeface="Playfair Display"/>
                <a:ea typeface="Playfair Display"/>
                <a:cs typeface="Playfair Display"/>
                <a:sym typeface="Playfair Display"/>
              </a:defRPr>
            </a:lvl7pPr>
            <a:lvl8pPr lvl="7" algn="ctr" rtl="0">
              <a:spcBef>
                <a:spcPts val="0"/>
              </a:spcBef>
              <a:spcAft>
                <a:spcPts val="0"/>
              </a:spcAft>
              <a:buSzPts val="7500"/>
              <a:buFont typeface="Playfair Display"/>
              <a:buNone/>
              <a:defRPr sz="7500">
                <a:latin typeface="Playfair Display"/>
                <a:ea typeface="Playfair Display"/>
                <a:cs typeface="Playfair Display"/>
                <a:sym typeface="Playfair Display"/>
              </a:defRPr>
            </a:lvl8pPr>
            <a:lvl9pPr lvl="8" algn="ctr" rtl="0">
              <a:spcBef>
                <a:spcPts val="0"/>
              </a:spcBef>
              <a:spcAft>
                <a:spcPts val="0"/>
              </a:spcAft>
              <a:buSzPts val="7500"/>
              <a:buFont typeface="Playfair Display"/>
              <a:buNone/>
              <a:defRPr sz="7500">
                <a:latin typeface="Playfair Display"/>
                <a:ea typeface="Playfair Display"/>
                <a:cs typeface="Playfair Display"/>
                <a:sym typeface="Playfair Display"/>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p:cSld name="CUSTOM_3_2">
    <p:spTree>
      <p:nvGrpSpPr>
        <p:cNvPr id="1" name="Shape 316"/>
        <p:cNvGrpSpPr/>
        <p:nvPr/>
      </p:nvGrpSpPr>
      <p:grpSpPr>
        <a:xfrm>
          <a:off x="0" y="0"/>
          <a:ext cx="0" cy="0"/>
          <a:chOff x="0" y="0"/>
          <a:chExt cx="0" cy="0"/>
        </a:xfrm>
      </p:grpSpPr>
      <p:sp>
        <p:nvSpPr>
          <p:cNvPr id="317" name="Google Shape;317;p51"/>
          <p:cNvSpPr/>
          <p:nvPr/>
        </p:nvSpPr>
        <p:spPr>
          <a:xfrm>
            <a:off x="0" y="0"/>
            <a:ext cx="2461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51"/>
          <p:cNvSpPr/>
          <p:nvPr/>
        </p:nvSpPr>
        <p:spPr>
          <a:xfrm flipH="1">
            <a:off x="2326200" y="1459050"/>
            <a:ext cx="6817800" cy="2225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1">
  <p:cSld name="CUSTOM_3_2_1">
    <p:spTree>
      <p:nvGrpSpPr>
        <p:cNvPr id="1" name="Shape 319"/>
        <p:cNvGrpSpPr/>
        <p:nvPr/>
      </p:nvGrpSpPr>
      <p:grpSpPr>
        <a:xfrm>
          <a:off x="0" y="0"/>
          <a:ext cx="0" cy="0"/>
          <a:chOff x="0" y="0"/>
          <a:chExt cx="0" cy="0"/>
        </a:xfrm>
      </p:grpSpPr>
      <p:sp>
        <p:nvSpPr>
          <p:cNvPr id="320" name="Google Shape;320;p52"/>
          <p:cNvSpPr/>
          <p:nvPr/>
        </p:nvSpPr>
        <p:spPr>
          <a:xfrm flipH="1">
            <a:off x="177" y="0"/>
            <a:ext cx="4846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52"/>
          <p:cNvSpPr/>
          <p:nvPr/>
        </p:nvSpPr>
        <p:spPr>
          <a:xfrm flipH="1">
            <a:off x="8406475" y="0"/>
            <a:ext cx="737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460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2500"/>
              <a:buFont typeface="Playfair Display"/>
              <a:buNone/>
              <a:defRPr sz="2500">
                <a:solidFill>
                  <a:schemeClr val="dk1"/>
                </a:solidFill>
                <a:latin typeface="Playfair Display"/>
                <a:ea typeface="Playfair Display"/>
                <a:cs typeface="Playfair Display"/>
                <a:sym typeface="Playfair Display"/>
              </a:defRPr>
            </a:lvl1pPr>
            <a:lvl2pPr lvl="1" algn="ctr">
              <a:spcBef>
                <a:spcPts val="0"/>
              </a:spcBef>
              <a:spcAft>
                <a:spcPts val="0"/>
              </a:spcAft>
              <a:buClr>
                <a:schemeClr val="dk1"/>
              </a:buClr>
              <a:buSzPts val="2500"/>
              <a:buNone/>
              <a:defRPr sz="2500">
                <a:solidFill>
                  <a:schemeClr val="dk1"/>
                </a:solidFill>
              </a:defRPr>
            </a:lvl2pPr>
            <a:lvl3pPr lvl="2" algn="ctr">
              <a:spcBef>
                <a:spcPts val="0"/>
              </a:spcBef>
              <a:spcAft>
                <a:spcPts val="0"/>
              </a:spcAft>
              <a:buClr>
                <a:schemeClr val="dk1"/>
              </a:buClr>
              <a:buSzPts val="2500"/>
              <a:buNone/>
              <a:defRPr sz="2500">
                <a:solidFill>
                  <a:schemeClr val="dk1"/>
                </a:solidFill>
              </a:defRPr>
            </a:lvl3pPr>
            <a:lvl4pPr lvl="3" algn="ctr">
              <a:spcBef>
                <a:spcPts val="0"/>
              </a:spcBef>
              <a:spcAft>
                <a:spcPts val="0"/>
              </a:spcAft>
              <a:buClr>
                <a:schemeClr val="dk1"/>
              </a:buClr>
              <a:buSzPts val="2500"/>
              <a:buNone/>
              <a:defRPr sz="2500">
                <a:solidFill>
                  <a:schemeClr val="dk1"/>
                </a:solidFill>
              </a:defRPr>
            </a:lvl4pPr>
            <a:lvl5pPr lvl="4" algn="ctr">
              <a:spcBef>
                <a:spcPts val="0"/>
              </a:spcBef>
              <a:spcAft>
                <a:spcPts val="0"/>
              </a:spcAft>
              <a:buClr>
                <a:schemeClr val="dk1"/>
              </a:buClr>
              <a:buSzPts val="2500"/>
              <a:buNone/>
              <a:defRPr sz="2500">
                <a:solidFill>
                  <a:schemeClr val="dk1"/>
                </a:solidFill>
              </a:defRPr>
            </a:lvl5pPr>
            <a:lvl6pPr lvl="5" algn="ctr">
              <a:spcBef>
                <a:spcPts val="0"/>
              </a:spcBef>
              <a:spcAft>
                <a:spcPts val="0"/>
              </a:spcAft>
              <a:buClr>
                <a:schemeClr val="dk1"/>
              </a:buClr>
              <a:buSzPts val="2500"/>
              <a:buNone/>
              <a:defRPr sz="2500">
                <a:solidFill>
                  <a:schemeClr val="dk1"/>
                </a:solidFill>
              </a:defRPr>
            </a:lvl6pPr>
            <a:lvl7pPr lvl="6" algn="ctr">
              <a:spcBef>
                <a:spcPts val="0"/>
              </a:spcBef>
              <a:spcAft>
                <a:spcPts val="0"/>
              </a:spcAft>
              <a:buClr>
                <a:schemeClr val="dk1"/>
              </a:buClr>
              <a:buSzPts val="2500"/>
              <a:buNone/>
              <a:defRPr sz="2500">
                <a:solidFill>
                  <a:schemeClr val="dk1"/>
                </a:solidFill>
              </a:defRPr>
            </a:lvl7pPr>
            <a:lvl8pPr lvl="7" algn="ctr">
              <a:spcBef>
                <a:spcPts val="0"/>
              </a:spcBef>
              <a:spcAft>
                <a:spcPts val="0"/>
              </a:spcAft>
              <a:buClr>
                <a:schemeClr val="dk1"/>
              </a:buClr>
              <a:buSzPts val="2500"/>
              <a:buNone/>
              <a:defRPr sz="2500">
                <a:solidFill>
                  <a:schemeClr val="dk1"/>
                </a:solidFill>
              </a:defRPr>
            </a:lvl8pPr>
            <a:lvl9pPr lvl="8" algn="ctr">
              <a:spcBef>
                <a:spcPts val="0"/>
              </a:spcBef>
              <a:spcAft>
                <a:spcPts val="0"/>
              </a:spcAft>
              <a:buClr>
                <a:schemeClr val="dk1"/>
              </a:buClr>
              <a:buSzPts val="2500"/>
              <a:buNone/>
              <a:defRPr sz="2500">
                <a:solidFill>
                  <a:schemeClr val="dk1"/>
                </a:solidFill>
              </a:defRPr>
            </a:lvl9pPr>
          </a:lstStyle>
          <a:p>
            <a:endParaRPr/>
          </a:p>
        </p:txBody>
      </p:sp>
      <p:sp>
        <p:nvSpPr>
          <p:cNvPr id="7" name="Google Shape;7;p1"/>
          <p:cNvSpPr txBox="1">
            <a:spLocks noGrp="1"/>
          </p:cNvSpPr>
          <p:nvPr>
            <p:ph type="body" idx="1"/>
          </p:nvPr>
        </p:nvSpPr>
        <p:spPr>
          <a:xfrm>
            <a:off x="713225" y="118302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1pPr>
            <a:lvl2pPr marL="914400" lvl="1"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marL="1371600" lvl="2"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marL="1828800" lvl="3"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marL="2286000" lvl="4"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marL="2743200" lvl="5"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marL="3200400" lvl="6"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marL="3657600" lvl="7"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marL="4114800" lvl="8"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hyperlink" Target="https://testsigma.com/guides/what-is-test-case/" TargetMode="External"/><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5.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41.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41.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41.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1.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41.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53"/>
          <p:cNvSpPr txBox="1">
            <a:spLocks noGrp="1"/>
          </p:cNvSpPr>
          <p:nvPr>
            <p:ph type="ctrTitle"/>
          </p:nvPr>
        </p:nvSpPr>
        <p:spPr>
          <a:xfrm>
            <a:off x="4108375" y="1925750"/>
            <a:ext cx="4822800" cy="1677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Pairwise </a:t>
            </a:r>
            <a:r>
              <a:rPr lang="en" dirty="0" smtClean="0"/>
              <a:t>Testing</a:t>
            </a:r>
            <a:endParaRPr dirty="0"/>
          </a:p>
        </p:txBody>
      </p:sp>
      <p:sp>
        <p:nvSpPr>
          <p:cNvPr id="327" name="Google Shape;327;p53"/>
          <p:cNvSpPr txBox="1">
            <a:spLocks noGrp="1"/>
          </p:cNvSpPr>
          <p:nvPr>
            <p:ph type="subTitle" idx="1"/>
          </p:nvPr>
        </p:nvSpPr>
        <p:spPr>
          <a:xfrm>
            <a:off x="4567525" y="3737425"/>
            <a:ext cx="3999900" cy="104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pic>
        <p:nvPicPr>
          <p:cNvPr id="328" name="Google Shape;328;p53"/>
          <p:cNvPicPr preferRelativeResize="0"/>
          <p:nvPr/>
        </p:nvPicPr>
        <p:blipFill>
          <a:blip r:embed="rId3">
            <a:alphaModFix/>
          </a:blip>
          <a:stretch>
            <a:fillRect/>
          </a:stretch>
        </p:blipFill>
        <p:spPr>
          <a:xfrm>
            <a:off x="42775" y="1514638"/>
            <a:ext cx="3803575" cy="2114235"/>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solidFill>
                  <a:schemeClr val="dk1"/>
                </a:solidFill>
                <a:latin typeface="Montserrat"/>
                <a:ea typeface="Montserrat"/>
                <a:cs typeface="Montserrat"/>
                <a:sym typeface="Montserrat"/>
              </a:rPr>
              <a:t>Consider Situations:</a:t>
            </a:r>
          </a:p>
          <a:p>
            <a:pPr lvl="0"/>
            <a:r>
              <a:rPr lang="en-US" dirty="0"/>
              <a:t>A Web site must operate correctly with different browsers</a:t>
            </a:r>
            <a:r>
              <a:rPr lang="en-US" dirty="0" smtClean="0"/>
              <a:t>—</a:t>
            </a:r>
          </a:p>
          <a:p>
            <a:pPr lvl="0"/>
            <a:r>
              <a:rPr lang="en-US" dirty="0"/>
              <a:t>	</a:t>
            </a:r>
            <a:r>
              <a:rPr lang="en-US" dirty="0" smtClean="0"/>
              <a:t>Internet </a:t>
            </a:r>
            <a:r>
              <a:rPr lang="en-US" dirty="0"/>
              <a:t>Explorer 5.0, 5.5, and 6.0, Netscape 6.0, 6.1, and 7.0, Mozilla 1.1, and </a:t>
            </a:r>
            <a:r>
              <a:rPr lang="en-US" dirty="0" smtClean="0"/>
              <a:t>	Opera </a:t>
            </a:r>
            <a:r>
              <a:rPr lang="en-US" dirty="0"/>
              <a:t>7; </a:t>
            </a:r>
            <a:endParaRPr lang="en-US" dirty="0" smtClean="0"/>
          </a:p>
          <a:p>
            <a:pPr lvl="0"/>
            <a:r>
              <a:rPr lang="en-US" dirty="0" smtClean="0"/>
              <a:t>	using </a:t>
            </a:r>
            <a:r>
              <a:rPr lang="en-US" dirty="0"/>
              <a:t>different plug-ins—RealPlayer, </a:t>
            </a:r>
            <a:r>
              <a:rPr lang="en-US" dirty="0" err="1"/>
              <a:t>MediaPlayer</a:t>
            </a:r>
            <a:r>
              <a:rPr lang="en-US" dirty="0"/>
              <a:t>, or none; </a:t>
            </a:r>
            <a:endParaRPr lang="en-US" dirty="0" smtClean="0"/>
          </a:p>
          <a:p>
            <a:pPr lvl="0"/>
            <a:r>
              <a:rPr lang="en-US" dirty="0"/>
              <a:t>	</a:t>
            </a:r>
            <a:r>
              <a:rPr lang="en-US" dirty="0" smtClean="0"/>
              <a:t>running </a:t>
            </a:r>
            <a:r>
              <a:rPr lang="en-US" dirty="0"/>
              <a:t>on different client operating systems—Windows 95, 98, ME, NT, 2000, </a:t>
            </a:r>
            <a:r>
              <a:rPr lang="en-US" dirty="0" smtClean="0"/>
              <a:t>	and </a:t>
            </a:r>
            <a:r>
              <a:rPr lang="en-US" dirty="0"/>
              <a:t>XP; </a:t>
            </a:r>
            <a:endParaRPr lang="en-US" dirty="0" smtClean="0"/>
          </a:p>
          <a:p>
            <a:pPr lvl="0"/>
            <a:r>
              <a:rPr lang="en-US" dirty="0"/>
              <a:t>	</a:t>
            </a:r>
            <a:r>
              <a:rPr lang="en-US" dirty="0" smtClean="0"/>
              <a:t>receiving </a:t>
            </a:r>
            <a:r>
              <a:rPr lang="en-US" dirty="0"/>
              <a:t>pages from different servers—IIS, Apache, and WebLogic; </a:t>
            </a:r>
            <a:endParaRPr lang="en-US" dirty="0" smtClean="0"/>
          </a:p>
          <a:p>
            <a:pPr lvl="0"/>
            <a:r>
              <a:rPr lang="en-US" dirty="0"/>
              <a:t>	</a:t>
            </a:r>
            <a:r>
              <a:rPr lang="en-US" dirty="0" smtClean="0"/>
              <a:t>running </a:t>
            </a:r>
            <a:r>
              <a:rPr lang="en-US" dirty="0"/>
              <a:t>on different server operating systems—Windows NT, 2000, and Linux</a:t>
            </a:r>
            <a:r>
              <a:rPr lang="en-US" dirty="0" smtClean="0"/>
              <a:t>.</a:t>
            </a:r>
          </a:p>
          <a:p>
            <a:pPr lvl="0"/>
            <a:r>
              <a:rPr lang="en-US" dirty="0" smtClean="0">
                <a:solidFill>
                  <a:schemeClr val="dk1"/>
                </a:solidFill>
                <a:latin typeface="Montserrat"/>
                <a:ea typeface="Montserrat"/>
                <a:cs typeface="Montserrat"/>
                <a:sym typeface="Montserrat"/>
              </a:rPr>
              <a:t>Combinations: 8 x 3 x 6 x 3 x 3 = 1296</a:t>
            </a:r>
          </a:p>
          <a:p>
            <a:pPr lvl="0"/>
            <a:endParaRPr lang="en-US" dirty="0">
              <a:solidFill>
                <a:schemeClr val="dk1"/>
              </a:solidFill>
              <a:latin typeface="Montserrat"/>
              <a:ea typeface="Montserrat"/>
              <a:cs typeface="Montserrat"/>
              <a:sym typeface="Montserrat"/>
            </a:endParaRPr>
          </a:p>
          <a:p>
            <a:pPr lvl="0"/>
            <a:endParaRPr dirty="0">
              <a:solidFill>
                <a:schemeClr val="dk1"/>
              </a:solidFill>
              <a:latin typeface="Montserrat"/>
              <a:ea typeface="Montserrat"/>
              <a:cs typeface="Montserrat"/>
              <a:sym typeface="Montserra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pPr lvl="0"/>
            <a:endParaRPr lang="en-US" dirty="0">
              <a:solidFill>
                <a:schemeClr val="dk1"/>
              </a:solidFill>
              <a:latin typeface="Montserrat"/>
              <a:ea typeface="Montserrat"/>
              <a:cs typeface="Montserrat"/>
              <a:sym typeface="Montserrat"/>
            </a:endParaRPr>
          </a:p>
          <a:p>
            <a:pPr lvl="0"/>
            <a:endParaRPr dirty="0">
              <a:solidFill>
                <a:schemeClr val="dk1"/>
              </a:solidFill>
              <a:latin typeface="Montserrat"/>
              <a:ea typeface="Montserrat"/>
              <a:cs typeface="Montserrat"/>
              <a:sym typeface="Montserrat"/>
            </a:endParaRPr>
          </a:p>
        </p:txBody>
      </p:sp>
      <p:pic>
        <p:nvPicPr>
          <p:cNvPr id="2" name="Picture 1"/>
          <p:cNvPicPr>
            <a:picLocks noChangeAspect="1"/>
          </p:cNvPicPr>
          <p:nvPr/>
        </p:nvPicPr>
        <p:blipFill>
          <a:blip r:embed="rId3"/>
          <a:stretch>
            <a:fillRect/>
          </a:stretch>
        </p:blipFill>
        <p:spPr>
          <a:xfrm>
            <a:off x="988451" y="0"/>
            <a:ext cx="6966897" cy="5143500"/>
          </a:xfrm>
          <a:prstGeom prst="rect">
            <a:avLst/>
          </a:prstGeom>
        </p:spPr>
      </p:pic>
    </p:spTree>
    <p:extLst>
      <p:ext uri="{BB962C8B-B14F-4D97-AF65-F5344CB8AC3E}">
        <p14:creationId xmlns:p14="http://schemas.microsoft.com/office/powerpoint/2010/main" val="39825064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pPr lvl="0"/>
            <a:r>
              <a:rPr lang="en-US" dirty="0"/>
              <a:t>The answer is not to attempt to test all the combinations for all the values for all the variables but to test </a:t>
            </a:r>
            <a:r>
              <a:rPr lang="en-US" b="1" dirty="0"/>
              <a:t>all pairs</a:t>
            </a:r>
            <a:r>
              <a:rPr lang="en-US" dirty="0"/>
              <a:t> of variables</a:t>
            </a:r>
            <a:r>
              <a:rPr lang="en-US" dirty="0" smtClean="0"/>
              <a:t>.</a:t>
            </a:r>
          </a:p>
          <a:p>
            <a:pPr lvl="0"/>
            <a:endParaRPr lang="en-US" dirty="0">
              <a:solidFill>
                <a:schemeClr val="dk1"/>
              </a:solidFill>
              <a:latin typeface="Montserrat"/>
              <a:ea typeface="Montserrat"/>
              <a:cs typeface="Montserrat"/>
              <a:sym typeface="Montserrat"/>
            </a:endParaRPr>
          </a:p>
          <a:p>
            <a:r>
              <a:rPr lang="en-US" dirty="0"/>
              <a:t>If a system had four different input parameters and each one could take on one of three different values, the number of combinations </a:t>
            </a:r>
            <a:r>
              <a:rPr lang="en-US" dirty="0" smtClean="0"/>
              <a:t>is 3^4 which </a:t>
            </a:r>
            <a:r>
              <a:rPr lang="en-US" dirty="0"/>
              <a:t>is 81. It is possible to cover all the pairwise input combinations in only nine tests</a:t>
            </a:r>
            <a:r>
              <a:rPr lang="en-US" dirty="0" smtClean="0"/>
              <a:t>.</a:t>
            </a:r>
          </a:p>
          <a:p>
            <a:endParaRPr lang="en-US" dirty="0"/>
          </a:p>
          <a:p>
            <a:r>
              <a:rPr lang="en-US" dirty="0"/>
              <a:t>If a system had thirteen different input parameters and each one could take on one of three different values, the number of combinations is </a:t>
            </a:r>
            <a:r>
              <a:rPr lang="en-US" dirty="0" smtClean="0"/>
              <a:t>3^13 </a:t>
            </a:r>
            <a:r>
              <a:rPr lang="en-US" dirty="0"/>
              <a:t>which is 1,594,323. It is possible to cover all the pairwise input combinations in only fifteen tests.</a:t>
            </a:r>
          </a:p>
          <a:p>
            <a:endParaRPr lang="en-US" dirty="0" smtClean="0"/>
          </a:p>
          <a:p>
            <a:r>
              <a:rPr lang="en-US" dirty="0" smtClean="0"/>
              <a:t>If </a:t>
            </a:r>
            <a:r>
              <a:rPr lang="en-US" dirty="0"/>
              <a:t>a system had twenty different input parameters and each one could take on one of ten different values, the number of combinations is </a:t>
            </a:r>
            <a:r>
              <a:rPr lang="en-US" dirty="0" smtClean="0"/>
              <a:t>10^20</a:t>
            </a:r>
            <a:r>
              <a:rPr lang="en-US" dirty="0"/>
              <a:t>. It is possible to cover all the pairwise input combinations in only 180 tests.</a:t>
            </a:r>
          </a:p>
          <a:p>
            <a:pPr lvl="0"/>
            <a:endParaRPr dirty="0">
              <a:solidFill>
                <a:schemeClr val="dk1"/>
              </a:solidFill>
              <a:latin typeface="Montserrat"/>
              <a:ea typeface="Montserrat"/>
              <a:cs typeface="Montserrat"/>
              <a:sym typeface="Montserrat"/>
            </a:endParaRPr>
          </a:p>
        </p:txBody>
      </p:sp>
    </p:spTree>
    <p:extLst>
      <p:ext uri="{BB962C8B-B14F-4D97-AF65-F5344CB8AC3E}">
        <p14:creationId xmlns:p14="http://schemas.microsoft.com/office/powerpoint/2010/main" val="30244965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pPr lvl="0"/>
            <a:r>
              <a:rPr lang="en-US" dirty="0"/>
              <a:t>Why does pairwise testing work so well? I don't know. </a:t>
            </a:r>
            <a:endParaRPr lang="en-US" dirty="0" smtClean="0"/>
          </a:p>
          <a:p>
            <a:pPr lvl="0"/>
            <a:endParaRPr lang="en-US" dirty="0"/>
          </a:p>
          <a:p>
            <a:pPr lvl="0"/>
            <a:r>
              <a:rPr lang="en-US" dirty="0" smtClean="0"/>
              <a:t>There </a:t>
            </a:r>
            <a:r>
              <a:rPr lang="en-US" dirty="0"/>
              <a:t>is no underlying "software physics" that requires it. </a:t>
            </a:r>
            <a:endParaRPr lang="en-US" dirty="0" smtClean="0"/>
          </a:p>
          <a:p>
            <a:pPr lvl="0"/>
            <a:endParaRPr lang="en-US" dirty="0"/>
          </a:p>
          <a:p>
            <a:pPr lvl="0"/>
            <a:r>
              <a:rPr lang="en-US" dirty="0" smtClean="0"/>
              <a:t>One </a:t>
            </a:r>
            <a:r>
              <a:rPr lang="en-US" dirty="0"/>
              <a:t>hypothesis is that most defects are either single-mode defects (the function under test simply does not work and any test of that function would find the defect) or they are double-mode defects (it is the pairing of this function/module with that function/module that fails even though all other pairings perform properly). </a:t>
            </a:r>
            <a:endParaRPr lang="en-US" dirty="0" smtClean="0"/>
          </a:p>
          <a:p>
            <a:pPr lvl="0"/>
            <a:endParaRPr lang="en-US" dirty="0"/>
          </a:p>
          <a:p>
            <a:pPr lvl="0"/>
            <a:r>
              <a:rPr lang="en-US" dirty="0" smtClean="0"/>
              <a:t>Pairwise </a:t>
            </a:r>
            <a:r>
              <a:rPr lang="en-US" dirty="0"/>
              <a:t>testing defines a minimal subset that guides us to test for all single-mode and double-mode defects. </a:t>
            </a:r>
            <a:endParaRPr lang="en-US" dirty="0" smtClean="0"/>
          </a:p>
          <a:p>
            <a:pPr lvl="0"/>
            <a:endParaRPr lang="en-US" dirty="0"/>
          </a:p>
          <a:p>
            <a:pPr lvl="0"/>
            <a:r>
              <a:rPr lang="en-US" dirty="0" smtClean="0"/>
              <a:t>The </a:t>
            </a:r>
            <a:r>
              <a:rPr lang="en-US" dirty="0"/>
              <a:t>success of this technique on many projects, both documented and undocumented, is a great motivation for its use</a:t>
            </a:r>
            <a:r>
              <a:rPr lang="en-US" dirty="0" smtClean="0"/>
              <a:t>.</a:t>
            </a:r>
          </a:p>
          <a:p>
            <a:pPr lvl="0"/>
            <a:endParaRPr lang="en-US" dirty="0">
              <a:solidFill>
                <a:schemeClr val="dk1"/>
              </a:solidFill>
              <a:latin typeface="Montserrat"/>
              <a:ea typeface="Montserrat"/>
              <a:cs typeface="Montserrat"/>
              <a:sym typeface="Montserrat"/>
            </a:endParaRPr>
          </a:p>
          <a:p>
            <a:pPr lvl="0"/>
            <a:endParaRPr dirty="0">
              <a:solidFill>
                <a:schemeClr val="dk1"/>
              </a:solidFill>
              <a:latin typeface="Montserrat"/>
              <a:ea typeface="Montserrat"/>
              <a:cs typeface="Montserrat"/>
              <a:sym typeface="Montserrat"/>
            </a:endParaRPr>
          </a:p>
        </p:txBody>
      </p:sp>
    </p:spTree>
    <p:extLst>
      <p:ext uri="{BB962C8B-B14F-4D97-AF65-F5344CB8AC3E}">
        <p14:creationId xmlns:p14="http://schemas.microsoft.com/office/powerpoint/2010/main" val="15775206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pPr lvl="0"/>
            <a:endParaRPr lang="en-US" dirty="0">
              <a:solidFill>
                <a:schemeClr val="dk1"/>
              </a:solidFill>
              <a:latin typeface="Montserrat"/>
              <a:ea typeface="Montserrat"/>
              <a:cs typeface="Montserrat"/>
              <a:sym typeface="Montserrat"/>
            </a:endParaRPr>
          </a:p>
          <a:p>
            <a:pPr lvl="0"/>
            <a:endParaRPr dirty="0">
              <a:solidFill>
                <a:schemeClr val="dk1"/>
              </a:solidFill>
              <a:latin typeface="Montserrat"/>
              <a:ea typeface="Montserrat"/>
              <a:cs typeface="Montserrat"/>
              <a:sym typeface="Montserrat"/>
            </a:endParaRPr>
          </a:p>
        </p:txBody>
      </p:sp>
      <p:pic>
        <p:nvPicPr>
          <p:cNvPr id="2" name="Picture 1"/>
          <p:cNvPicPr>
            <a:picLocks noChangeAspect="1"/>
          </p:cNvPicPr>
          <p:nvPr/>
        </p:nvPicPr>
        <p:blipFill>
          <a:blip r:embed="rId3"/>
          <a:stretch>
            <a:fillRect/>
          </a:stretch>
        </p:blipFill>
        <p:spPr>
          <a:xfrm>
            <a:off x="1157608" y="282325"/>
            <a:ext cx="828675" cy="2619375"/>
          </a:xfrm>
          <a:prstGeom prst="rect">
            <a:avLst/>
          </a:prstGeom>
        </p:spPr>
      </p:pic>
      <p:pic>
        <p:nvPicPr>
          <p:cNvPr id="3" name="Picture 2"/>
          <p:cNvPicPr>
            <a:picLocks noChangeAspect="1"/>
          </p:cNvPicPr>
          <p:nvPr/>
        </p:nvPicPr>
        <p:blipFill>
          <a:blip r:embed="rId4"/>
          <a:stretch>
            <a:fillRect/>
          </a:stretch>
        </p:blipFill>
        <p:spPr>
          <a:xfrm>
            <a:off x="2743200" y="631699"/>
            <a:ext cx="3657600" cy="1743075"/>
          </a:xfrm>
          <a:prstGeom prst="rect">
            <a:avLst/>
          </a:prstGeom>
        </p:spPr>
      </p:pic>
    </p:spTree>
    <p:extLst>
      <p:ext uri="{BB962C8B-B14F-4D97-AF65-F5344CB8AC3E}">
        <p14:creationId xmlns:p14="http://schemas.microsoft.com/office/powerpoint/2010/main" val="39099825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pPr lvl="0"/>
            <a:r>
              <a:rPr lang="en-US" dirty="0">
                <a:solidFill>
                  <a:schemeClr val="dk1"/>
                </a:solidFill>
                <a:latin typeface="Montserrat"/>
                <a:ea typeface="Montserrat"/>
                <a:cs typeface="Montserrat"/>
                <a:sym typeface="Montserrat"/>
              </a:rPr>
              <a:t>The following is an L18(35) orthogonal array. It has five columns, each containing a 1, 2, or 3. Examine columns 1 and 2 for the pair {1,1}. Does that pair exist in those two columns? Wait! Don't look at the array. From the definition of an orthogonal array, what is the answer? Yes, that pair exists along with every other pair of 1, 2, and 3. The pair {1,1} is in row 1. Note that {1,1} also appears in row 6. Returning to the original description of orthogonal arrays,</a:t>
            </a:r>
          </a:p>
          <a:p>
            <a:pPr lvl="0"/>
            <a:endParaRPr lang="en-US" dirty="0">
              <a:solidFill>
                <a:schemeClr val="dk1"/>
              </a:solidFill>
              <a:latin typeface="Montserrat"/>
              <a:ea typeface="Montserrat"/>
              <a:cs typeface="Montserrat"/>
              <a:sym typeface="Montserrat"/>
            </a:endParaRPr>
          </a:p>
          <a:p>
            <a:pPr lvl="0"/>
            <a:r>
              <a:rPr lang="en-US" dirty="0">
                <a:solidFill>
                  <a:schemeClr val="dk1"/>
                </a:solidFill>
                <a:latin typeface="Montserrat"/>
                <a:ea typeface="Montserrat"/>
                <a:cs typeface="Montserrat"/>
                <a:sym typeface="Montserrat"/>
              </a:rPr>
              <a:t>An orthogonal array is a two-dimensional array of numbers that has this interesting property—choose any two columns in the array. All the pairwise combinations of its values will occur in every column pair.</a:t>
            </a:r>
          </a:p>
          <a:p>
            <a:pPr lvl="0"/>
            <a:endParaRPr lang="en-US" dirty="0">
              <a:solidFill>
                <a:schemeClr val="dk1"/>
              </a:solidFill>
              <a:latin typeface="Montserrat"/>
              <a:ea typeface="Montserrat"/>
              <a:cs typeface="Montserrat"/>
              <a:sym typeface="Montserrat"/>
            </a:endParaRPr>
          </a:p>
          <a:p>
            <a:pPr lvl="0"/>
            <a:r>
              <a:rPr lang="en-US" dirty="0">
                <a:solidFill>
                  <a:schemeClr val="dk1"/>
                </a:solidFill>
                <a:latin typeface="Montserrat"/>
                <a:ea typeface="Montserrat"/>
                <a:cs typeface="Montserrat"/>
                <a:sym typeface="Montserrat"/>
              </a:rPr>
              <a:t>This definition is not totally complete. Not only will all the pair combinations occur in the array, but if any pair occurs multiple times, all pairs will occur that same number of times. This is because orthogonal arrays are "balanced." Examine columns 3 and 5—look for {3,2}. That combination appears in rows 6 and 17.</a:t>
            </a:r>
            <a:endParaRPr dirty="0">
              <a:solidFill>
                <a:schemeClr val="dk1"/>
              </a:solidFill>
              <a:latin typeface="Montserrat"/>
              <a:ea typeface="Montserrat"/>
              <a:cs typeface="Montserrat"/>
              <a:sym typeface="Montserrat"/>
            </a:endParaRPr>
          </a:p>
        </p:txBody>
      </p:sp>
    </p:spTree>
    <p:extLst>
      <p:ext uri="{BB962C8B-B14F-4D97-AF65-F5344CB8AC3E}">
        <p14:creationId xmlns:p14="http://schemas.microsoft.com/office/powerpoint/2010/main" val="40797327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917115" y="0"/>
            <a:ext cx="702746" cy="5143500"/>
          </a:xfrm>
          <a:prstGeom prst="rect">
            <a:avLst/>
          </a:prstGeom>
        </p:spPr>
      </p:pic>
      <p:pic>
        <p:nvPicPr>
          <p:cNvPr id="3" name="Picture 2"/>
          <p:cNvPicPr>
            <a:picLocks noChangeAspect="1"/>
          </p:cNvPicPr>
          <p:nvPr/>
        </p:nvPicPr>
        <p:blipFill>
          <a:blip r:embed="rId4"/>
          <a:stretch>
            <a:fillRect/>
          </a:stretch>
        </p:blipFill>
        <p:spPr>
          <a:xfrm>
            <a:off x="4712491" y="735862"/>
            <a:ext cx="1066800" cy="1247775"/>
          </a:xfrm>
          <a:prstGeom prst="rect">
            <a:avLst/>
          </a:prstGeom>
        </p:spPr>
      </p:pic>
    </p:spTree>
    <p:extLst>
      <p:ext uri="{BB962C8B-B14F-4D97-AF65-F5344CB8AC3E}">
        <p14:creationId xmlns:p14="http://schemas.microsoft.com/office/powerpoint/2010/main" val="40425955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r>
              <a:rPr lang="en-US" dirty="0"/>
              <a:t>Using Orthogonal Arrays</a:t>
            </a:r>
          </a:p>
          <a:p>
            <a:r>
              <a:rPr lang="en-US" dirty="0"/>
              <a:t>The process of using orthogonal arrays to select pairwise subsets for testing is:</a:t>
            </a:r>
          </a:p>
          <a:p>
            <a:r>
              <a:rPr lang="en-US" dirty="0"/>
              <a:t>Identify the variables.</a:t>
            </a:r>
          </a:p>
          <a:p>
            <a:endParaRPr lang="en-US" dirty="0" smtClean="0"/>
          </a:p>
          <a:p>
            <a:pPr marL="285750" indent="-285750">
              <a:buFont typeface="Arial" panose="020B0604020202020204" pitchFamily="34" charset="0"/>
              <a:buChar char="•"/>
            </a:pPr>
            <a:r>
              <a:rPr lang="en-US" dirty="0" smtClean="0"/>
              <a:t>Determine </a:t>
            </a:r>
            <a:r>
              <a:rPr lang="en-US" dirty="0"/>
              <a:t>the number of choices for each variable.</a:t>
            </a:r>
          </a:p>
          <a:p>
            <a:pPr marL="285750" indent="-285750">
              <a:buFont typeface="Arial" panose="020B0604020202020204" pitchFamily="34" charset="0"/>
              <a:buChar char="•"/>
            </a:pPr>
            <a:r>
              <a:rPr lang="en-US" dirty="0"/>
              <a:t>Locate an orthogonal array which has a column for each variable and values within the columns that correspond to the choices for each variable.</a:t>
            </a:r>
          </a:p>
          <a:p>
            <a:pPr marL="285750" indent="-285750">
              <a:buFont typeface="Arial" panose="020B0604020202020204" pitchFamily="34" charset="0"/>
              <a:buChar char="•"/>
            </a:pPr>
            <a:r>
              <a:rPr lang="en-US" dirty="0"/>
              <a:t>Map the test problem onto the orthogonal array.</a:t>
            </a:r>
          </a:p>
          <a:p>
            <a:pPr marL="285750" indent="-285750">
              <a:buFont typeface="Arial" panose="020B0604020202020204" pitchFamily="34" charset="0"/>
              <a:buChar char="•"/>
            </a:pPr>
            <a:r>
              <a:rPr lang="en-US" dirty="0"/>
              <a:t>Construct the test cases.</a:t>
            </a:r>
          </a:p>
          <a:p>
            <a:endParaRPr lang="en-US" dirty="0" smtClean="0"/>
          </a:p>
          <a:p>
            <a:r>
              <a:rPr lang="en-US" dirty="0" smtClean="0"/>
              <a:t>Consider </a:t>
            </a:r>
            <a:r>
              <a:rPr lang="en-US" dirty="0"/>
              <a:t>the first example in the introduction describing the software combinations a Web site must operate with.</a:t>
            </a:r>
          </a:p>
        </p:txBody>
      </p:sp>
    </p:spTree>
    <p:extLst>
      <p:ext uri="{BB962C8B-B14F-4D97-AF65-F5344CB8AC3E}">
        <p14:creationId xmlns:p14="http://schemas.microsoft.com/office/powerpoint/2010/main" val="24392084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r>
              <a:rPr lang="en-US" b="1" dirty="0"/>
              <a:t>Identify the variables.</a:t>
            </a:r>
            <a:endParaRPr lang="en-US" dirty="0"/>
          </a:p>
          <a:p>
            <a:r>
              <a:rPr lang="en-US" dirty="0"/>
              <a:t>The variables are Browser, Plug-in, Client operating system, Server, and Server operating system.</a:t>
            </a:r>
          </a:p>
          <a:p>
            <a:r>
              <a:rPr lang="en-US" b="1" dirty="0"/>
              <a:t>Determine the number of choices for each variable.</a:t>
            </a:r>
            <a:endParaRPr lang="en-US" dirty="0"/>
          </a:p>
          <a:p>
            <a:r>
              <a:rPr lang="en-US" dirty="0"/>
              <a:t>Browser - Internet Explorer 5.0, 5.5, and 6.0, Netscape 6.0, 6.1, and 7.0, Mozilla 1.1, and Opera 7 (8 choices).</a:t>
            </a:r>
          </a:p>
          <a:p>
            <a:r>
              <a:rPr lang="en-US" dirty="0"/>
              <a:t>Plug-in - None, RealPlayer, and </a:t>
            </a:r>
            <a:r>
              <a:rPr lang="en-US" dirty="0" err="1"/>
              <a:t>MediaPlayer</a:t>
            </a:r>
            <a:r>
              <a:rPr lang="en-US" dirty="0"/>
              <a:t> (3 choices).</a:t>
            </a:r>
          </a:p>
          <a:p>
            <a:r>
              <a:rPr lang="en-US" dirty="0"/>
              <a:t>Client operating system - Windows 95, 98, ME, NT, 2000, and XP (6 choices).</a:t>
            </a:r>
          </a:p>
          <a:p>
            <a:r>
              <a:rPr lang="en-US" dirty="0"/>
              <a:t>Server - IIS, Apache, and WebLogic (3 choices).</a:t>
            </a:r>
          </a:p>
          <a:p>
            <a:r>
              <a:rPr lang="en-US" dirty="0"/>
              <a:t>Server operating system - Windows NT, 2000, and Linux (3 choices).</a:t>
            </a:r>
          </a:p>
          <a:p>
            <a:r>
              <a:rPr lang="en-US" dirty="0"/>
              <a:t>Multiplying 8 x 3 x 6 x 3 x 3 we find there are 1,296 combinations. For "complete" test coverage, each of these combinations should be tested</a:t>
            </a:r>
            <a:r>
              <a:rPr lang="en-US" dirty="0" smtClean="0"/>
              <a:t>.</a:t>
            </a:r>
          </a:p>
          <a:p>
            <a:r>
              <a:rPr lang="en-US" b="1" dirty="0"/>
              <a:t>Locate an orthogonal array that has a column for each variable and values within the columns that correspond to the choices of each variable.</a:t>
            </a:r>
          </a:p>
          <a:p>
            <a:r>
              <a:rPr lang="en-US" dirty="0"/>
              <a:t>What size array is needed? First, it must have five columns, one for each variable in this example. The first column must support eight different levels (1 through 8). The second column must support three levels (1 through 3). The third requires six levels. The fourth and the fifth each require three levels. The perfect size orthogonal array would be 816133 (one column of 1 through 8, one column of 1 through 6, and three columns of 1 through 3). Unfortunately, one of this exact size does not exist. When this occurs, we simply pick the next larger array.</a:t>
            </a:r>
          </a:p>
          <a:p>
            <a:endParaRPr lang="en-US" dirty="0"/>
          </a:p>
          <a:p>
            <a:r>
              <a:rPr lang="en-US" dirty="0"/>
              <a:t> 		</a:t>
            </a:r>
          </a:p>
        </p:txBody>
      </p:sp>
    </p:spTree>
    <p:extLst>
      <p:ext uri="{BB962C8B-B14F-4D97-AF65-F5344CB8AC3E}">
        <p14:creationId xmlns:p14="http://schemas.microsoft.com/office/powerpoint/2010/main" val="2565890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r>
              <a:rPr lang="en-US" b="1" dirty="0"/>
              <a:t>Map the test problem onto the orthogonal array.</a:t>
            </a:r>
            <a:endParaRPr lang="en-US" dirty="0"/>
          </a:p>
          <a:p>
            <a:r>
              <a:rPr lang="en-US" dirty="0"/>
              <a:t>The Browser choices will be mapped onto column 1 of the orthogonal array. Cells containing a 1 will represent IE 5.0; cells with a 2 will represent IE5.5; cells with a 3 will represent IE 6.0; etc. The mapping is:</a:t>
            </a:r>
          </a:p>
          <a:p>
            <a:r>
              <a:rPr lang="en-US" dirty="0"/>
              <a:t>1 ↔ IE 5.0</a:t>
            </a:r>
          </a:p>
          <a:p>
            <a:r>
              <a:rPr lang="en-US" dirty="0"/>
              <a:t>2 ↔ IE 5.5</a:t>
            </a:r>
          </a:p>
          <a:p>
            <a:r>
              <a:rPr lang="en-US" dirty="0"/>
              <a:t>3 ↔ IE 6.0</a:t>
            </a:r>
          </a:p>
          <a:p>
            <a:r>
              <a:rPr lang="en-US" dirty="0"/>
              <a:t>4 ↔ Netscape 6.0</a:t>
            </a:r>
          </a:p>
          <a:p>
            <a:r>
              <a:rPr lang="en-US" dirty="0"/>
              <a:t>5 ↔ Netscape 6.1</a:t>
            </a:r>
          </a:p>
          <a:p>
            <a:r>
              <a:rPr lang="en-US" dirty="0"/>
              <a:t>6 ↔ Netscape 7.0</a:t>
            </a:r>
          </a:p>
          <a:p>
            <a:r>
              <a:rPr lang="en-US" dirty="0"/>
              <a:t>7 ↔ Mozilla 1.1</a:t>
            </a:r>
          </a:p>
          <a:p>
            <a:r>
              <a:rPr lang="en-US" dirty="0"/>
              <a:t>8 ↔ Opera 7</a:t>
            </a:r>
          </a:p>
          <a:p>
            <a:endParaRPr lang="en-US" dirty="0"/>
          </a:p>
          <a:p>
            <a:r>
              <a:rPr lang="en-US" dirty="0"/>
              <a:t> 		</a:t>
            </a:r>
          </a:p>
        </p:txBody>
      </p:sp>
    </p:spTree>
    <p:extLst>
      <p:ext uri="{BB962C8B-B14F-4D97-AF65-F5344CB8AC3E}">
        <p14:creationId xmlns:p14="http://schemas.microsoft.com/office/powerpoint/2010/main" val="40096708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r>
              <a:rPr lang="en-US" dirty="0"/>
              <a:t>If the perfect size array does not exist, choose one that is slightly bigger and apply these two rules to deal with the "excess." The first rule deals with extra columns. If the orthogonal array chosen has more columns than needed for a particular test scenario, simply delete them. The array will remain orthogonal</a:t>
            </a:r>
            <a:r>
              <a:rPr lang="en-US" dirty="0" smtClean="0"/>
              <a:t>.</a:t>
            </a:r>
          </a:p>
          <a:p>
            <a:endParaRPr lang="en-US" dirty="0"/>
          </a:p>
          <a:p>
            <a:r>
              <a:rPr lang="en-US" dirty="0"/>
              <a:t>The second rule deals with extra values for a variable. In the current example, column 3 runs from 1 to 8 but only 1 through 6 is needed. It is tempting to delete the rows that contain these cells but DON'T. The "</a:t>
            </a:r>
            <a:r>
              <a:rPr lang="en-US" dirty="0" err="1"/>
              <a:t>orthogonalness</a:t>
            </a:r>
            <a:r>
              <a:rPr lang="en-US" dirty="0"/>
              <a:t>" may be lost</a:t>
            </a:r>
            <a:r>
              <a:rPr lang="en-US" dirty="0" smtClean="0"/>
              <a:t>.</a:t>
            </a:r>
          </a:p>
          <a:p>
            <a:endParaRPr lang="en-US" dirty="0"/>
          </a:p>
          <a:p>
            <a:r>
              <a:rPr lang="en-US" dirty="0"/>
              <a:t> If you delete a row, you lose that test case. Instead of deleting them, simply convert the extra cells to valid values. Some automated tools randomly choose from the set of valid values for each cell while others choose one valid value and use it in every cell within a column.</a:t>
            </a:r>
          </a:p>
        </p:txBody>
      </p:sp>
    </p:spTree>
    <p:extLst>
      <p:ext uri="{BB962C8B-B14F-4D97-AF65-F5344CB8AC3E}">
        <p14:creationId xmlns:p14="http://schemas.microsoft.com/office/powerpoint/2010/main" val="34170272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r>
              <a:rPr lang="en-US" b="1" dirty="0" err="1"/>
              <a:t>Allpairs</a:t>
            </a:r>
            <a:r>
              <a:rPr lang="en-US" b="1" dirty="0"/>
              <a:t> Algorithm</a:t>
            </a:r>
          </a:p>
          <a:p>
            <a:r>
              <a:rPr lang="en-US" dirty="0"/>
              <a:t/>
            </a:r>
            <a:br>
              <a:rPr lang="en-US" dirty="0"/>
            </a:br>
            <a:r>
              <a:rPr lang="en-US" dirty="0"/>
              <a:t>Using orthogonal arrays is one way to identify all the pairs. A second way is to use an algorithm that generates the pairs directly without resorting to an "external" device like an orthogonal array</a:t>
            </a:r>
            <a:r>
              <a:rPr lang="en-US" dirty="0" smtClean="0"/>
              <a:t>.</a:t>
            </a:r>
          </a:p>
          <a:p>
            <a:endParaRPr lang="en-US" dirty="0" smtClean="0"/>
          </a:p>
          <a:p>
            <a:r>
              <a:rPr lang="en-US" dirty="0"/>
              <a:t>All-Pairs Testing is a method where the test set is designed to ensure that for every combination of any two input parameters, all possible pairings of their values appear at least once</a:t>
            </a:r>
            <a:r>
              <a:rPr lang="en-US" dirty="0" smtClean="0"/>
              <a:t>.</a:t>
            </a:r>
          </a:p>
          <a:p>
            <a:endParaRPr lang="en-US" dirty="0"/>
          </a:p>
          <a:p>
            <a:r>
              <a:rPr lang="en-US" dirty="0"/>
              <a:t>James Bach presents an algorithm to generate all pairs in </a:t>
            </a:r>
            <a:r>
              <a:rPr lang="en-US" i="1" dirty="0"/>
              <a:t>Lessons Learned in Software Testing</a:t>
            </a:r>
            <a:r>
              <a:rPr lang="en-US" dirty="0"/>
              <a:t>. In addition, he provides a program called "</a:t>
            </a:r>
            <a:r>
              <a:rPr lang="en-US" dirty="0" err="1"/>
              <a:t>Allpairs</a:t>
            </a:r>
            <a:r>
              <a:rPr lang="en-US" dirty="0"/>
              <a:t>" that will generate the all pairs combinations. It is available at http://www.satisfice.com. Click on "Test Methodology" and look for </a:t>
            </a:r>
            <a:r>
              <a:rPr lang="en-US" dirty="0" err="1"/>
              <a:t>Allpairs</a:t>
            </a:r>
            <a:r>
              <a:rPr lang="en-US" dirty="0" smtClean="0"/>
              <a:t>.</a:t>
            </a:r>
          </a:p>
          <a:p>
            <a:endParaRPr lang="en-US" dirty="0"/>
          </a:p>
          <a:p>
            <a:endParaRPr lang="en-US" dirty="0"/>
          </a:p>
        </p:txBody>
      </p:sp>
    </p:spTree>
    <p:extLst>
      <p:ext uri="{BB962C8B-B14F-4D97-AF65-F5344CB8AC3E}">
        <p14:creationId xmlns:p14="http://schemas.microsoft.com/office/powerpoint/2010/main" val="38848245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r>
              <a:rPr lang="en-US" b="1" dirty="0" smtClean="0"/>
              <a:t>Final Comments</a:t>
            </a:r>
            <a:endParaRPr lang="en-US" b="1" dirty="0"/>
          </a:p>
          <a:p>
            <a:r>
              <a:rPr lang="en-US" dirty="0"/>
              <a:t/>
            </a:r>
            <a:br>
              <a:rPr lang="en-US" dirty="0"/>
            </a:br>
            <a:r>
              <a:rPr lang="en-US" dirty="0"/>
              <a:t>In some situations, constraints exist between certain choices of some of the variables. For example, Microsoft's IIS and Apple's </a:t>
            </a:r>
            <a:r>
              <a:rPr lang="en-US" dirty="0" err="1"/>
              <a:t>MacOS</a:t>
            </a:r>
            <a:r>
              <a:rPr lang="en-US" dirty="0"/>
              <a:t> are not compatible. It is certain that the pairwise techniques will choose that combination for test. (Remember, it does select </a:t>
            </a:r>
            <a:r>
              <a:rPr lang="en-US" b="1" dirty="0"/>
              <a:t>all</a:t>
            </a:r>
            <a:r>
              <a:rPr lang="en-US" dirty="0"/>
              <a:t> the pairs.) When creating pairwise subsets by hand, honoring these various constraints can be difficult. Both the </a:t>
            </a:r>
            <a:r>
              <a:rPr lang="en-US" dirty="0" err="1"/>
              <a:t>rdExpert</a:t>
            </a:r>
            <a:r>
              <a:rPr lang="en-US" dirty="0"/>
              <a:t> and AETG tools have this ability. You define the constraints and the tool selects pairs meeting those </a:t>
            </a:r>
            <a:r>
              <a:rPr lang="en-US" dirty="0" smtClean="0"/>
              <a:t>constraints</a:t>
            </a:r>
          </a:p>
          <a:p>
            <a:endParaRPr lang="en-US" dirty="0"/>
          </a:p>
          <a:p>
            <a:r>
              <a:rPr lang="en-US" dirty="0"/>
              <a:t>Given the two approaches to pairwise testing, orthogonal arrays and the </a:t>
            </a:r>
            <a:r>
              <a:rPr lang="en-US" dirty="0" err="1"/>
              <a:t>Allpairs</a:t>
            </a:r>
            <a:r>
              <a:rPr lang="en-US" dirty="0"/>
              <a:t> algorithm, which is more effective? One expert, who favors orthogonal arrays, believes that the coverage provided by </a:t>
            </a:r>
            <a:r>
              <a:rPr lang="en-US" dirty="0" err="1"/>
              <a:t>Allpairs</a:t>
            </a:r>
            <a:r>
              <a:rPr lang="en-US" dirty="0"/>
              <a:t> is substantially inferior. He notes that the uniform distribution of test points in the domain offers some coverage against faults that are more complex than double-mode </a:t>
            </a:r>
            <a:r>
              <a:rPr lang="en-US" dirty="0" smtClean="0"/>
              <a:t>faults</a:t>
            </a:r>
          </a:p>
          <a:p>
            <a:endParaRPr lang="en-US" dirty="0"/>
          </a:p>
          <a:p>
            <a:r>
              <a:rPr lang="en-US" dirty="0"/>
              <a:t>Another expert, who favors the </a:t>
            </a:r>
            <a:r>
              <a:rPr lang="en-US" dirty="0" err="1"/>
              <a:t>Allpairs</a:t>
            </a:r>
            <a:r>
              <a:rPr lang="en-US" dirty="0"/>
              <a:t> approach, notes that </a:t>
            </a:r>
            <a:r>
              <a:rPr lang="en-US" dirty="0" err="1"/>
              <a:t>Allpairs</a:t>
            </a:r>
            <a:r>
              <a:rPr lang="en-US" dirty="0"/>
              <a:t> does, in fact, test all the pairs, which is the goal. He claims there is no evidence that the orthogonal array approach detects more defects</a:t>
            </a:r>
            <a:r>
              <a:rPr lang="en-US" dirty="0" smtClean="0"/>
              <a:t>.</a:t>
            </a:r>
          </a:p>
          <a:p>
            <a:endParaRPr lang="en-US" dirty="0"/>
          </a:p>
          <a:p>
            <a:r>
              <a:rPr lang="en-US" dirty="0"/>
              <a:t>What both experts acknowledge is that no documented studies exist comparing the efficacy of one approach over the other.</a:t>
            </a:r>
          </a:p>
          <a:p>
            <a:endParaRPr lang="en-US" dirty="0"/>
          </a:p>
        </p:txBody>
      </p:sp>
    </p:spTree>
    <p:extLst>
      <p:ext uri="{BB962C8B-B14F-4D97-AF65-F5344CB8AC3E}">
        <p14:creationId xmlns:p14="http://schemas.microsoft.com/office/powerpoint/2010/main" val="24847237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4"/>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Montserrat"/>
                <a:ea typeface="Montserrat"/>
                <a:cs typeface="Montserrat"/>
                <a:sym typeface="Montserrat"/>
              </a:rPr>
              <a:t>What is Pairwise Testing?</a:t>
            </a:r>
            <a:endParaRPr b="1">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Also referred to as “all-pair/two-way testing”.</a:t>
            </a: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It is a special case of </a:t>
            </a:r>
            <a:r>
              <a:rPr lang="en" u="sng">
                <a:solidFill>
                  <a:schemeClr val="dk1"/>
                </a:solidFill>
                <a:latin typeface="Montserrat"/>
                <a:ea typeface="Montserrat"/>
                <a:cs typeface="Montserrat"/>
                <a:sym typeface="Montserrat"/>
              </a:rPr>
              <a:t>all-combination testing</a:t>
            </a:r>
            <a:r>
              <a:rPr lang="en">
                <a:solidFill>
                  <a:schemeClr val="dk1"/>
                </a:solidFill>
                <a:latin typeface="Montserrat"/>
                <a:ea typeface="Montserrat"/>
                <a:cs typeface="Montserrat"/>
                <a:sym typeface="Montserrat"/>
              </a:rPr>
              <a:t> of a system with n input variables.</a:t>
            </a: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r>
              <a:rPr lang="en" b="1">
                <a:solidFill>
                  <a:schemeClr val="dk1"/>
                </a:solidFill>
                <a:latin typeface="Montserrat"/>
                <a:ea typeface="Montserrat"/>
                <a:cs typeface="Montserrat"/>
                <a:sym typeface="Montserrat"/>
              </a:rPr>
              <a:t>-&gt;</a:t>
            </a:r>
            <a:r>
              <a:rPr lang="en">
                <a:solidFill>
                  <a:schemeClr val="dk1"/>
                </a:solidFill>
                <a:latin typeface="Montserrat"/>
                <a:ea typeface="Montserrat"/>
                <a:cs typeface="Montserrat"/>
                <a:sym typeface="Montserrat"/>
              </a:rPr>
              <a:t> Let us consider n input variables denoted by {v1,v2,...,vi,...,vn}.</a:t>
            </a: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r>
              <a:rPr lang="en">
                <a:solidFill>
                  <a:schemeClr val="dk1"/>
                </a:solidFill>
                <a:latin typeface="Montserrat"/>
                <a:ea typeface="Montserrat"/>
                <a:cs typeface="Montserrat"/>
                <a:sym typeface="Montserrat"/>
              </a:rPr>
              <a:t>     Eg. Browser, OS</a:t>
            </a:r>
            <a:endParaRPr>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r>
              <a:rPr lang="en" b="1">
                <a:solidFill>
                  <a:schemeClr val="dk1"/>
                </a:solidFill>
                <a:latin typeface="Montserrat"/>
                <a:ea typeface="Montserrat"/>
                <a:cs typeface="Montserrat"/>
                <a:sym typeface="Montserrat"/>
              </a:rPr>
              <a:t>-&gt;</a:t>
            </a:r>
            <a:r>
              <a:rPr lang="en">
                <a:solidFill>
                  <a:schemeClr val="dk1"/>
                </a:solidFill>
                <a:latin typeface="Montserrat"/>
                <a:ea typeface="Montserrat"/>
                <a:cs typeface="Montserrat"/>
                <a:sym typeface="Montserrat"/>
              </a:rPr>
              <a:t> For each variable vi, 1≤ i ≤ n, we choose k values of interest.</a:t>
            </a: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r>
              <a:rPr lang="en">
                <a:solidFill>
                  <a:schemeClr val="dk1"/>
                </a:solidFill>
                <a:latin typeface="Montserrat"/>
                <a:ea typeface="Montserrat"/>
                <a:cs typeface="Montserrat"/>
                <a:sym typeface="Montserrat"/>
              </a:rPr>
              <a:t>     Eg. For Browser: Mozilla and Internet Explorer</a:t>
            </a: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r>
              <a:rPr lang="en">
                <a:solidFill>
                  <a:schemeClr val="dk1"/>
                </a:solidFill>
                <a:latin typeface="Montserrat"/>
                <a:ea typeface="Montserrat"/>
                <a:cs typeface="Montserrat"/>
                <a:sym typeface="Montserrat"/>
              </a:rPr>
              <a:t>            For OS: Linux and Windows</a:t>
            </a: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An </a:t>
            </a:r>
            <a:r>
              <a:rPr lang="en" u="sng">
                <a:solidFill>
                  <a:schemeClr val="dk1"/>
                </a:solidFill>
                <a:latin typeface="Montserrat"/>
                <a:ea typeface="Montserrat"/>
                <a:cs typeface="Montserrat"/>
                <a:sym typeface="Montserrat"/>
              </a:rPr>
              <a:t>all-combination testing</a:t>
            </a:r>
            <a:r>
              <a:rPr lang="en">
                <a:solidFill>
                  <a:schemeClr val="dk1"/>
                </a:solidFill>
                <a:latin typeface="Montserrat"/>
                <a:ea typeface="Montserrat"/>
                <a:cs typeface="Montserrat"/>
                <a:sym typeface="Montserrat"/>
              </a:rPr>
              <a:t> means considering all the k</a:t>
            </a:r>
            <a:r>
              <a:rPr lang="en" baseline="30000">
                <a:solidFill>
                  <a:schemeClr val="dk1"/>
                </a:solidFill>
                <a:latin typeface="Montserrat"/>
                <a:ea typeface="Montserrat"/>
                <a:cs typeface="Montserrat"/>
                <a:sym typeface="Montserrat"/>
              </a:rPr>
              <a:t>n</a:t>
            </a:r>
            <a:r>
              <a:rPr lang="en">
                <a:solidFill>
                  <a:schemeClr val="dk1"/>
                </a:solidFill>
                <a:latin typeface="Montserrat"/>
                <a:ea typeface="Montserrat"/>
                <a:cs typeface="Montserrat"/>
                <a:sym typeface="Montserrat"/>
              </a:rPr>
              <a:t> different test vectors. (where k are the values of interest for each variable and n is the total number of variables)</a:t>
            </a: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r>
              <a:rPr lang="en">
                <a:solidFill>
                  <a:schemeClr val="dk1"/>
                </a:solidFill>
                <a:latin typeface="Montserrat"/>
                <a:ea typeface="Montserrat"/>
                <a:cs typeface="Montserrat"/>
                <a:sym typeface="Montserrat"/>
              </a:rPr>
              <a:t>In this case: 2</a:t>
            </a:r>
            <a:r>
              <a:rPr lang="en" baseline="30000">
                <a:solidFill>
                  <a:schemeClr val="dk1"/>
                </a:solidFill>
                <a:latin typeface="Montserrat"/>
                <a:ea typeface="Montserrat"/>
                <a:cs typeface="Montserrat"/>
                <a:sym typeface="Montserrat"/>
              </a:rPr>
              <a:t>2</a:t>
            </a:r>
            <a:r>
              <a:rPr lang="en">
                <a:solidFill>
                  <a:schemeClr val="dk1"/>
                </a:solidFill>
                <a:latin typeface="Montserrat"/>
                <a:ea typeface="Montserrat"/>
                <a:cs typeface="Montserrat"/>
                <a:sym typeface="Montserrat"/>
              </a:rPr>
              <a:t> different test vectors</a:t>
            </a:r>
            <a:endParaRPr>
              <a:solidFill>
                <a:schemeClr val="dk1"/>
              </a:solidFill>
              <a:latin typeface="Montserrat"/>
              <a:ea typeface="Montserrat"/>
              <a:cs typeface="Montserrat"/>
              <a:sym typeface="Montserrat"/>
            </a:endParaRPr>
          </a:p>
        </p:txBody>
      </p:sp>
    </p:spTree>
    <p:extLst>
      <p:ext uri="{BB962C8B-B14F-4D97-AF65-F5344CB8AC3E}">
        <p14:creationId xmlns:p14="http://schemas.microsoft.com/office/powerpoint/2010/main" val="40833016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55"/>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chemeClr val="dk1"/>
                </a:solidFill>
                <a:latin typeface="Montserrat"/>
                <a:ea typeface="Montserrat"/>
                <a:cs typeface="Montserrat"/>
                <a:sym typeface="Montserrat"/>
              </a:rPr>
              <a:t>What is Pairwise Testing?</a:t>
            </a:r>
            <a:endParaRPr b="1" dirty="0">
              <a:solidFill>
                <a:schemeClr val="dk1"/>
              </a:solidFill>
              <a:latin typeface="Montserrat"/>
              <a:ea typeface="Montserrat"/>
              <a:cs typeface="Montserrat"/>
              <a:sym typeface="Montserrat"/>
            </a:endParaRPr>
          </a:p>
          <a:p>
            <a:pPr marL="0" lvl="0" indent="0" algn="l" rtl="0">
              <a:spcBef>
                <a:spcPts val="0"/>
              </a:spcBef>
              <a:spcAft>
                <a:spcPts val="0"/>
              </a:spcAft>
              <a:buNone/>
            </a:pPr>
            <a:endParaRPr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On the other hand, </a:t>
            </a:r>
            <a:r>
              <a:rPr lang="en" u="sng" dirty="0">
                <a:solidFill>
                  <a:schemeClr val="dk1"/>
                </a:solidFill>
                <a:latin typeface="Montserrat"/>
                <a:ea typeface="Montserrat"/>
                <a:cs typeface="Montserrat"/>
                <a:sym typeface="Montserrat"/>
              </a:rPr>
              <a:t>pairwise testing</a:t>
            </a:r>
            <a:r>
              <a:rPr lang="en" dirty="0">
                <a:solidFill>
                  <a:schemeClr val="dk1"/>
                </a:solidFill>
                <a:latin typeface="Montserrat"/>
                <a:ea typeface="Montserrat"/>
                <a:cs typeface="Montserrat"/>
                <a:sym typeface="Montserrat"/>
              </a:rPr>
              <a:t> means covering all possible discrete combinations of input parameters by using a minimum set of test </a:t>
            </a:r>
            <a:r>
              <a:rPr lang="en" dirty="0">
                <a:solidFill>
                  <a:schemeClr val="dk1"/>
                </a:solidFill>
                <a:uFill>
                  <a:noFill/>
                </a:uFill>
                <a:latin typeface="Montserrat"/>
                <a:ea typeface="Montserrat"/>
                <a:cs typeface="Montserrat"/>
                <a:sym typeface="Montserrat"/>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cases</a:t>
            </a:r>
            <a:r>
              <a:rPr lang="en" dirty="0">
                <a:solidFill>
                  <a:schemeClr val="dk1"/>
                </a:solidFill>
                <a:latin typeface="Montserrat"/>
                <a:ea typeface="Montserrat"/>
                <a:cs typeface="Montserrat"/>
                <a:sym typeface="Montserrat"/>
              </a:rPr>
              <a:t>.</a:t>
            </a:r>
            <a:endParaRPr dirty="0">
              <a:solidFill>
                <a:schemeClr val="dk1"/>
              </a:solidFill>
              <a:latin typeface="Montserrat"/>
              <a:ea typeface="Montserrat"/>
              <a:cs typeface="Montserrat"/>
              <a:sym typeface="Montserrat"/>
            </a:endParaRPr>
          </a:p>
          <a:p>
            <a:pPr marL="457200" lvl="0" indent="0" algn="l" rtl="0">
              <a:spcBef>
                <a:spcPts val="0"/>
              </a:spcBef>
              <a:spcAft>
                <a:spcPts val="0"/>
              </a:spcAft>
              <a:buNone/>
            </a:pPr>
            <a:endParaRPr dirty="0">
              <a:solidFill>
                <a:schemeClr val="dk1"/>
              </a:solidFill>
              <a:latin typeface="Montserrat"/>
              <a:ea typeface="Montserrat"/>
              <a:cs typeface="Montserrat"/>
              <a:sym typeface="Montserrat"/>
            </a:endParaRPr>
          </a:p>
          <a:p>
            <a:pPr marL="457200" lvl="0" indent="0" algn="l" rtl="0">
              <a:spcBef>
                <a:spcPts val="0"/>
              </a:spcBef>
              <a:spcAft>
                <a:spcPts val="0"/>
              </a:spcAft>
              <a:buNone/>
            </a:pPr>
            <a:r>
              <a:rPr lang="en" b="1" dirty="0">
                <a:solidFill>
                  <a:schemeClr val="dk1"/>
                </a:solidFill>
                <a:latin typeface="Montserrat"/>
                <a:ea typeface="Montserrat"/>
                <a:cs typeface="Montserrat"/>
                <a:sym typeface="Montserrat"/>
              </a:rPr>
              <a:t>Example:</a:t>
            </a:r>
            <a:endParaRPr b="1"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For the three given variables X, Y, and Z, their value sets are as follows: D(X)={True, False}, D(Y) ={0,5}, and D(Z) ={Q,R}.</a:t>
            </a:r>
            <a:endParaRPr dirty="0">
              <a:solidFill>
                <a:schemeClr val="dk1"/>
              </a:solidFill>
              <a:latin typeface="Montserrat"/>
              <a:ea typeface="Montserrat"/>
              <a:cs typeface="Montserrat"/>
              <a:sym typeface="Montserrat"/>
            </a:endParaRPr>
          </a:p>
          <a:p>
            <a:pPr marL="0" lvl="0" indent="0" algn="l" rtl="0">
              <a:spcBef>
                <a:spcPts val="0"/>
              </a:spcBef>
              <a:spcAft>
                <a:spcPts val="0"/>
              </a:spcAft>
              <a:buNone/>
            </a:pPr>
            <a:endParaRPr dirty="0">
              <a:solidFill>
                <a:schemeClr val="dk1"/>
              </a:solidFill>
              <a:latin typeface="Montserrat"/>
              <a:ea typeface="Montserrat"/>
              <a:cs typeface="Montserrat"/>
              <a:sym typeface="Montserrat"/>
            </a:endParaRPr>
          </a:p>
          <a:p>
            <a:pPr marL="0" lvl="0" indent="0" algn="l" rtl="0">
              <a:spcBef>
                <a:spcPts val="0"/>
              </a:spcBef>
              <a:spcAft>
                <a:spcPts val="0"/>
              </a:spcAft>
              <a:buNone/>
            </a:pPr>
            <a:endParaRPr dirty="0">
              <a:solidFill>
                <a:schemeClr val="dk1"/>
              </a:solidFill>
              <a:latin typeface="Montserrat"/>
              <a:ea typeface="Montserrat"/>
              <a:cs typeface="Montserrat"/>
              <a:sym typeface="Montserrat"/>
            </a:endParaRPr>
          </a:p>
          <a:p>
            <a:pPr marL="0" lvl="0" indent="0" algn="l" rtl="0">
              <a:spcBef>
                <a:spcPts val="0"/>
              </a:spcBef>
              <a:spcAft>
                <a:spcPts val="0"/>
              </a:spcAft>
              <a:buNone/>
            </a:pPr>
            <a:endParaRPr dirty="0">
              <a:solidFill>
                <a:schemeClr val="dk1"/>
              </a:solidFill>
              <a:latin typeface="Montserrat"/>
              <a:ea typeface="Montserrat"/>
              <a:cs typeface="Montserrat"/>
              <a:sym typeface="Montserrat"/>
            </a:endParaRPr>
          </a:p>
          <a:p>
            <a:pPr marL="0" lvl="0" indent="0" algn="l" rtl="0">
              <a:spcBef>
                <a:spcPts val="0"/>
              </a:spcBef>
              <a:spcAft>
                <a:spcPts val="0"/>
              </a:spcAft>
              <a:buNone/>
            </a:pPr>
            <a:endParaRPr dirty="0">
              <a:solidFill>
                <a:schemeClr val="dk1"/>
              </a:solidFill>
              <a:latin typeface="Montserrat"/>
              <a:ea typeface="Montserrat"/>
              <a:cs typeface="Montserrat"/>
              <a:sym typeface="Montserrat"/>
            </a:endParaRPr>
          </a:p>
          <a:p>
            <a:pPr marL="457200" lvl="0" indent="0" algn="l" rtl="0">
              <a:spcBef>
                <a:spcPts val="0"/>
              </a:spcBef>
              <a:spcAft>
                <a:spcPts val="0"/>
              </a:spcAft>
              <a:buClr>
                <a:schemeClr val="dk1"/>
              </a:buClr>
              <a:buSzPts val="1100"/>
              <a:buFont typeface="Arial"/>
              <a:buNone/>
            </a:pPr>
            <a:endParaRPr dirty="0">
              <a:solidFill>
                <a:schemeClr val="dk1"/>
              </a:solidFill>
              <a:latin typeface="Montserrat"/>
              <a:ea typeface="Montserrat"/>
              <a:cs typeface="Montserrat"/>
              <a:sym typeface="Montserrat"/>
            </a:endParaRPr>
          </a:p>
          <a:p>
            <a:pPr marL="457200" lvl="0" indent="0" algn="l" rtl="0">
              <a:spcBef>
                <a:spcPts val="0"/>
              </a:spcBef>
              <a:spcAft>
                <a:spcPts val="0"/>
              </a:spcAft>
              <a:buNone/>
            </a:pPr>
            <a:endParaRPr dirty="0">
              <a:solidFill>
                <a:schemeClr val="dk1"/>
              </a:solidFill>
              <a:latin typeface="Montserrat"/>
              <a:ea typeface="Montserrat"/>
              <a:cs typeface="Montserrat"/>
              <a:sym typeface="Montserrat"/>
            </a:endParaRPr>
          </a:p>
        </p:txBody>
      </p:sp>
      <p:pic>
        <p:nvPicPr>
          <p:cNvPr id="339" name="Google Shape;339;p55"/>
          <p:cNvPicPr preferRelativeResize="0"/>
          <p:nvPr/>
        </p:nvPicPr>
        <p:blipFill>
          <a:blip r:embed="rId4">
            <a:alphaModFix/>
          </a:blip>
          <a:stretch>
            <a:fillRect/>
          </a:stretch>
        </p:blipFill>
        <p:spPr>
          <a:xfrm>
            <a:off x="1603676" y="2384225"/>
            <a:ext cx="6161849" cy="1710300"/>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A6BFA5"/>
        </a:solidFill>
        <a:effectLst/>
      </p:bgPr>
    </p:bg>
    <p:spTree>
      <p:nvGrpSpPr>
        <p:cNvPr id="1" name="Shape 343"/>
        <p:cNvGrpSpPr/>
        <p:nvPr/>
      </p:nvGrpSpPr>
      <p:grpSpPr>
        <a:xfrm>
          <a:off x="0" y="0"/>
          <a:ext cx="0" cy="0"/>
          <a:chOff x="0" y="0"/>
          <a:chExt cx="0" cy="0"/>
        </a:xfrm>
      </p:grpSpPr>
      <p:pic>
        <p:nvPicPr>
          <p:cNvPr id="344" name="Google Shape;344;p56"/>
          <p:cNvPicPr preferRelativeResize="0"/>
          <p:nvPr/>
        </p:nvPicPr>
        <p:blipFill>
          <a:blip r:embed="rId3">
            <a:alphaModFix/>
          </a:blip>
          <a:stretch>
            <a:fillRect/>
          </a:stretch>
        </p:blipFill>
        <p:spPr>
          <a:xfrm>
            <a:off x="510388" y="967100"/>
            <a:ext cx="8294325" cy="3541075"/>
          </a:xfrm>
          <a:prstGeom prst="rect">
            <a:avLst/>
          </a:prstGeom>
          <a:noFill/>
          <a:ln>
            <a:noFill/>
          </a:ln>
        </p:spPr>
      </p:pic>
      <p:sp>
        <p:nvSpPr>
          <p:cNvPr id="345" name="Google Shape;345;p56"/>
          <p:cNvSpPr txBox="1"/>
          <p:nvPr/>
        </p:nvSpPr>
        <p:spPr>
          <a:xfrm>
            <a:off x="1898725" y="357150"/>
            <a:ext cx="5132700" cy="47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lt1"/>
                </a:solidFill>
                <a:latin typeface="Montserrat"/>
                <a:ea typeface="Montserrat"/>
                <a:cs typeface="Montserrat"/>
                <a:sym typeface="Montserrat"/>
              </a:rPr>
              <a:t>All-Combination Test Cases: 2 x 2 x 2 = 2^3 = (k</a:t>
            </a:r>
            <a:r>
              <a:rPr lang="en" b="1" baseline="30000">
                <a:solidFill>
                  <a:schemeClr val="lt1"/>
                </a:solidFill>
                <a:latin typeface="Montserrat"/>
                <a:ea typeface="Montserrat"/>
                <a:cs typeface="Montserrat"/>
                <a:sym typeface="Montserrat"/>
              </a:rPr>
              <a:t>n</a:t>
            </a:r>
            <a:r>
              <a:rPr lang="en" b="1">
                <a:solidFill>
                  <a:schemeClr val="lt1"/>
                </a:solidFill>
                <a:latin typeface="Montserrat"/>
                <a:ea typeface="Montserrat"/>
                <a:cs typeface="Montserrat"/>
                <a:sym typeface="Montserrat"/>
              </a:rPr>
              <a:t>) = 8 </a:t>
            </a:r>
            <a:endParaRPr b="1">
              <a:solidFill>
                <a:schemeClr val="lt1"/>
              </a:solidFill>
              <a:latin typeface="Montserrat"/>
              <a:ea typeface="Montserrat"/>
              <a:cs typeface="Montserrat"/>
              <a:sym typeface="Montserrat"/>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A6BFA5"/>
        </a:solidFill>
        <a:effectLst/>
      </p:bgPr>
    </p:bg>
    <p:spTree>
      <p:nvGrpSpPr>
        <p:cNvPr id="1" name="Shape 349"/>
        <p:cNvGrpSpPr/>
        <p:nvPr/>
      </p:nvGrpSpPr>
      <p:grpSpPr>
        <a:xfrm>
          <a:off x="0" y="0"/>
          <a:ext cx="0" cy="0"/>
          <a:chOff x="0" y="0"/>
          <a:chExt cx="0" cy="0"/>
        </a:xfrm>
      </p:grpSpPr>
      <p:pic>
        <p:nvPicPr>
          <p:cNvPr id="350" name="Google Shape;350;p57"/>
          <p:cNvPicPr preferRelativeResize="0"/>
          <p:nvPr/>
        </p:nvPicPr>
        <p:blipFill>
          <a:blip r:embed="rId3">
            <a:alphaModFix/>
          </a:blip>
          <a:stretch>
            <a:fillRect/>
          </a:stretch>
        </p:blipFill>
        <p:spPr>
          <a:xfrm>
            <a:off x="66300" y="1382938"/>
            <a:ext cx="4469825" cy="3338150"/>
          </a:xfrm>
          <a:prstGeom prst="rect">
            <a:avLst/>
          </a:prstGeom>
          <a:noFill/>
          <a:ln>
            <a:noFill/>
          </a:ln>
        </p:spPr>
      </p:pic>
      <p:sp>
        <p:nvSpPr>
          <p:cNvPr id="351" name="Google Shape;351;p57"/>
          <p:cNvSpPr txBox="1"/>
          <p:nvPr/>
        </p:nvSpPr>
        <p:spPr>
          <a:xfrm>
            <a:off x="3288825" y="186050"/>
            <a:ext cx="2231100" cy="47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lt1"/>
                </a:solidFill>
                <a:latin typeface="Montserrat"/>
                <a:ea typeface="Montserrat"/>
                <a:cs typeface="Montserrat"/>
                <a:sym typeface="Montserrat"/>
              </a:rPr>
              <a:t>Pairwise Test Cases: 4 </a:t>
            </a:r>
            <a:endParaRPr b="1">
              <a:solidFill>
                <a:schemeClr val="lt1"/>
              </a:solidFill>
              <a:latin typeface="Montserrat"/>
              <a:ea typeface="Montserrat"/>
              <a:cs typeface="Montserrat"/>
              <a:sym typeface="Montserrat"/>
            </a:endParaRPr>
          </a:p>
        </p:txBody>
      </p:sp>
      <p:sp>
        <p:nvSpPr>
          <p:cNvPr id="352" name="Google Shape;352;p57"/>
          <p:cNvSpPr txBox="1"/>
          <p:nvPr/>
        </p:nvSpPr>
        <p:spPr>
          <a:xfrm>
            <a:off x="1541975" y="1169850"/>
            <a:ext cx="705900" cy="37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latin typeface="Montserrat"/>
              <a:ea typeface="Montserrat"/>
              <a:cs typeface="Montserrat"/>
              <a:sym typeface="Montserrat"/>
            </a:endParaRPr>
          </a:p>
        </p:txBody>
      </p:sp>
      <p:sp>
        <p:nvSpPr>
          <p:cNvPr id="353" name="Google Shape;353;p57"/>
          <p:cNvSpPr/>
          <p:nvPr/>
        </p:nvSpPr>
        <p:spPr>
          <a:xfrm>
            <a:off x="1400250" y="2103175"/>
            <a:ext cx="2042450" cy="374400"/>
          </a:xfrm>
          <a:prstGeom prst="flowChartProcess">
            <a:avLst/>
          </a:prstGeom>
          <a:noFill/>
          <a:ln w="38100" cap="flat" cmpd="sng">
            <a:solidFill>
              <a:srgbClr val="FF6B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pic>
        <p:nvPicPr>
          <p:cNvPr id="354" name="Google Shape;354;p57"/>
          <p:cNvPicPr preferRelativeResize="0"/>
          <p:nvPr/>
        </p:nvPicPr>
        <p:blipFill rotWithShape="1">
          <a:blip r:embed="rId4">
            <a:alphaModFix/>
          </a:blip>
          <a:srcRect r="9214"/>
          <a:stretch/>
        </p:blipFill>
        <p:spPr>
          <a:xfrm>
            <a:off x="4643050" y="1382950"/>
            <a:ext cx="4352199" cy="2489625"/>
          </a:xfrm>
          <a:prstGeom prst="rect">
            <a:avLst/>
          </a:prstGeom>
          <a:noFill/>
          <a:ln>
            <a:noFill/>
          </a:ln>
        </p:spPr>
      </p:pic>
      <p:sp>
        <p:nvSpPr>
          <p:cNvPr id="355" name="Google Shape;355;p57"/>
          <p:cNvSpPr/>
          <p:nvPr/>
        </p:nvSpPr>
        <p:spPr>
          <a:xfrm rot="10800000" flipH="1">
            <a:off x="589375" y="2143075"/>
            <a:ext cx="227700" cy="294600"/>
          </a:xfrm>
          <a:prstGeom prst="mathMultiply">
            <a:avLst>
              <a:gd name="adj1" fmla="val 2352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56" name="Google Shape;356;p57"/>
          <p:cNvSpPr/>
          <p:nvPr/>
        </p:nvSpPr>
        <p:spPr>
          <a:xfrm>
            <a:off x="1400250" y="1768675"/>
            <a:ext cx="2042450" cy="374400"/>
          </a:xfrm>
          <a:prstGeom prst="flowChartProcess">
            <a:avLst/>
          </a:prstGeom>
          <a:noFill/>
          <a:ln w="38100" cap="flat" cmpd="sng">
            <a:solidFill>
              <a:srgbClr val="FF6B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57" name="Google Shape;357;p57"/>
          <p:cNvSpPr/>
          <p:nvPr/>
        </p:nvSpPr>
        <p:spPr>
          <a:xfrm>
            <a:off x="2493675" y="3608425"/>
            <a:ext cx="2042450" cy="374400"/>
          </a:xfrm>
          <a:prstGeom prst="flowChartProcess">
            <a:avLst/>
          </a:prstGeom>
          <a:no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58" name="Google Shape;358;p57"/>
          <p:cNvSpPr/>
          <p:nvPr/>
        </p:nvSpPr>
        <p:spPr>
          <a:xfrm>
            <a:off x="133063" y="912550"/>
            <a:ext cx="4576800" cy="470400"/>
          </a:xfrm>
          <a:prstGeom prst="rect">
            <a:avLst/>
          </a:prstGeom>
          <a:solidFill>
            <a:srgbClr val="A6BFA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59" name="Google Shape;359;p57"/>
          <p:cNvSpPr/>
          <p:nvPr/>
        </p:nvSpPr>
        <p:spPr>
          <a:xfrm>
            <a:off x="2493675" y="2103175"/>
            <a:ext cx="2042450" cy="374400"/>
          </a:xfrm>
          <a:prstGeom prst="flowChartProcess">
            <a:avLst/>
          </a:prstGeom>
          <a:no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60" name="Google Shape;360;p57"/>
          <p:cNvSpPr/>
          <p:nvPr/>
        </p:nvSpPr>
        <p:spPr>
          <a:xfrm>
            <a:off x="66300" y="2055175"/>
            <a:ext cx="4576800" cy="470400"/>
          </a:xfrm>
          <a:prstGeom prst="rect">
            <a:avLst/>
          </a:prstGeom>
          <a:solidFill>
            <a:srgbClr val="A6BFA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61" name="Google Shape;361;p57"/>
          <p:cNvSpPr/>
          <p:nvPr/>
        </p:nvSpPr>
        <p:spPr>
          <a:xfrm>
            <a:off x="1400250" y="2528800"/>
            <a:ext cx="2042450" cy="374400"/>
          </a:xfrm>
          <a:prstGeom prst="flowChartProcess">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62" name="Google Shape;362;p57"/>
          <p:cNvSpPr/>
          <p:nvPr/>
        </p:nvSpPr>
        <p:spPr>
          <a:xfrm>
            <a:off x="1400250" y="2879800"/>
            <a:ext cx="2042450" cy="374400"/>
          </a:xfrm>
          <a:prstGeom prst="flowChartProcess">
            <a:avLst/>
          </a:prstGeom>
          <a:noFill/>
          <a:ln w="38100"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63" name="Google Shape;363;p57"/>
          <p:cNvSpPr/>
          <p:nvPr/>
        </p:nvSpPr>
        <p:spPr>
          <a:xfrm>
            <a:off x="2493675" y="2528800"/>
            <a:ext cx="2042450" cy="374400"/>
          </a:xfrm>
          <a:prstGeom prst="flowChartProcess">
            <a:avLst/>
          </a:prstGeom>
          <a:noFill/>
          <a:ln w="381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64" name="Google Shape;364;p57"/>
          <p:cNvSpPr/>
          <p:nvPr/>
        </p:nvSpPr>
        <p:spPr>
          <a:xfrm>
            <a:off x="2493675" y="3990925"/>
            <a:ext cx="2042450" cy="374400"/>
          </a:xfrm>
          <a:prstGeom prst="flowChartProcess">
            <a:avLst/>
          </a:prstGeom>
          <a:noFill/>
          <a:ln w="38100" cap="flat" cmpd="sng">
            <a:solidFill>
              <a:srgbClr val="FF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65" name="Google Shape;365;p57"/>
          <p:cNvSpPr/>
          <p:nvPr/>
        </p:nvSpPr>
        <p:spPr>
          <a:xfrm>
            <a:off x="902250" y="2568700"/>
            <a:ext cx="370500" cy="294600"/>
          </a:xfrm>
          <a:prstGeom prst="mathMultiply">
            <a:avLst>
              <a:gd name="adj1" fmla="val 2352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66" name="Google Shape;366;p57"/>
          <p:cNvSpPr/>
          <p:nvPr/>
        </p:nvSpPr>
        <p:spPr>
          <a:xfrm>
            <a:off x="66300" y="2477575"/>
            <a:ext cx="4576800" cy="470400"/>
          </a:xfrm>
          <a:prstGeom prst="rect">
            <a:avLst/>
          </a:prstGeom>
          <a:solidFill>
            <a:srgbClr val="A6BFA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67" name="Google Shape;367;p57"/>
          <p:cNvSpPr/>
          <p:nvPr/>
        </p:nvSpPr>
        <p:spPr>
          <a:xfrm>
            <a:off x="1400250" y="2906425"/>
            <a:ext cx="2042450" cy="374400"/>
          </a:xfrm>
          <a:prstGeom prst="flowChartProcess">
            <a:avLst/>
          </a:prstGeom>
          <a:noFill/>
          <a:ln w="3810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68" name="Google Shape;368;p57"/>
          <p:cNvSpPr/>
          <p:nvPr/>
        </p:nvSpPr>
        <p:spPr>
          <a:xfrm>
            <a:off x="1400250" y="3282250"/>
            <a:ext cx="2042450" cy="374400"/>
          </a:xfrm>
          <a:prstGeom prst="flowChartProcess">
            <a:avLst/>
          </a:prstGeom>
          <a:noFill/>
          <a:ln w="38100"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69" name="Google Shape;369;p57"/>
          <p:cNvSpPr/>
          <p:nvPr/>
        </p:nvSpPr>
        <p:spPr>
          <a:xfrm>
            <a:off x="1400250" y="3661675"/>
            <a:ext cx="2042450" cy="374400"/>
          </a:xfrm>
          <a:prstGeom prst="flowChartProcess">
            <a:avLst/>
          </a:prstGeom>
          <a:noFill/>
          <a:ln w="38100"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70" name="Google Shape;370;p57"/>
          <p:cNvSpPr/>
          <p:nvPr/>
        </p:nvSpPr>
        <p:spPr>
          <a:xfrm>
            <a:off x="2493675" y="3284050"/>
            <a:ext cx="2042450" cy="374400"/>
          </a:xfrm>
          <a:prstGeom prst="flowChartProcess">
            <a:avLst/>
          </a:prstGeom>
          <a:noFill/>
          <a:ln w="38100"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71" name="Google Shape;371;p57"/>
          <p:cNvSpPr/>
          <p:nvPr/>
        </p:nvSpPr>
        <p:spPr>
          <a:xfrm>
            <a:off x="2493675" y="1743063"/>
            <a:ext cx="2042450" cy="374400"/>
          </a:xfrm>
          <a:prstGeom prst="flowChartProcess">
            <a:avLst/>
          </a:prstGeom>
          <a:noFill/>
          <a:ln w="38100"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72" name="Google Shape;372;p57"/>
          <p:cNvSpPr/>
          <p:nvPr/>
        </p:nvSpPr>
        <p:spPr>
          <a:xfrm>
            <a:off x="776875" y="3308450"/>
            <a:ext cx="227700" cy="227700"/>
          </a:xfrm>
          <a:prstGeom prst="mathMultiply">
            <a:avLst>
              <a:gd name="adj1" fmla="val 2352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73" name="Google Shape;373;p57"/>
          <p:cNvSpPr/>
          <p:nvPr/>
        </p:nvSpPr>
        <p:spPr>
          <a:xfrm>
            <a:off x="66300" y="3211863"/>
            <a:ext cx="4576800" cy="470400"/>
          </a:xfrm>
          <a:prstGeom prst="rect">
            <a:avLst/>
          </a:prstGeom>
          <a:solidFill>
            <a:srgbClr val="A6BFA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74" name="Google Shape;374;p57"/>
          <p:cNvSpPr/>
          <p:nvPr/>
        </p:nvSpPr>
        <p:spPr>
          <a:xfrm>
            <a:off x="1400250" y="3661675"/>
            <a:ext cx="2042450" cy="374400"/>
          </a:xfrm>
          <a:prstGeom prst="flowChartProcess">
            <a:avLst/>
          </a:prstGeom>
          <a:noFill/>
          <a:ln w="38100"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75" name="Google Shape;375;p57"/>
          <p:cNvSpPr/>
          <p:nvPr/>
        </p:nvSpPr>
        <p:spPr>
          <a:xfrm>
            <a:off x="1400250" y="4039300"/>
            <a:ext cx="2042450" cy="374400"/>
          </a:xfrm>
          <a:prstGeom prst="flowChartProcess">
            <a:avLst/>
          </a:prstGeom>
          <a:noFill/>
          <a:ln w="38100" cap="flat" cmpd="sng">
            <a:solidFill>
              <a:srgbClr val="A61C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76" name="Google Shape;376;p57"/>
          <p:cNvSpPr/>
          <p:nvPr/>
        </p:nvSpPr>
        <p:spPr>
          <a:xfrm>
            <a:off x="1400250" y="4337050"/>
            <a:ext cx="2042450" cy="374400"/>
          </a:xfrm>
          <a:prstGeom prst="flowChartProcess">
            <a:avLst/>
          </a:prstGeom>
          <a:noFill/>
          <a:ln w="38100" cap="flat" cmpd="sng">
            <a:solidFill>
              <a:srgbClr val="A61C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77" name="Google Shape;377;p57"/>
          <p:cNvSpPr/>
          <p:nvPr/>
        </p:nvSpPr>
        <p:spPr>
          <a:xfrm>
            <a:off x="2493675" y="4039300"/>
            <a:ext cx="2042450" cy="374400"/>
          </a:xfrm>
          <a:prstGeom prst="flowChartProcess">
            <a:avLst/>
          </a:prstGeom>
          <a:noFill/>
          <a:ln w="38100" cap="flat" cmpd="sng">
            <a:solidFill>
              <a:srgbClr val="00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78" name="Google Shape;378;p57"/>
          <p:cNvSpPr/>
          <p:nvPr/>
        </p:nvSpPr>
        <p:spPr>
          <a:xfrm>
            <a:off x="1400250" y="4310425"/>
            <a:ext cx="2042450" cy="374400"/>
          </a:xfrm>
          <a:prstGeom prst="flowChartProcess">
            <a:avLst/>
          </a:prstGeom>
          <a:noFill/>
          <a:ln w="3810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79" name="Google Shape;379;p57"/>
          <p:cNvSpPr/>
          <p:nvPr/>
        </p:nvSpPr>
        <p:spPr>
          <a:xfrm>
            <a:off x="1400250" y="4039300"/>
            <a:ext cx="2042450" cy="374400"/>
          </a:xfrm>
          <a:prstGeom prst="flowChartProcess">
            <a:avLst/>
          </a:prstGeom>
          <a:noFill/>
          <a:ln w="3810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80" name="Google Shape;380;p57"/>
          <p:cNvSpPr/>
          <p:nvPr/>
        </p:nvSpPr>
        <p:spPr>
          <a:xfrm>
            <a:off x="2493675" y="4310425"/>
            <a:ext cx="2042450" cy="374400"/>
          </a:xfrm>
          <a:prstGeom prst="flowChartProcess">
            <a:avLst/>
          </a:prstGeom>
          <a:noFill/>
          <a:ln w="3810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81" name="Google Shape;381;p57"/>
          <p:cNvSpPr/>
          <p:nvPr/>
        </p:nvSpPr>
        <p:spPr>
          <a:xfrm>
            <a:off x="696525" y="4446975"/>
            <a:ext cx="227700" cy="227700"/>
          </a:xfrm>
          <a:prstGeom prst="mathMultiply">
            <a:avLst>
              <a:gd name="adj1" fmla="val 23520"/>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82" name="Google Shape;382;p57"/>
          <p:cNvSpPr/>
          <p:nvPr/>
        </p:nvSpPr>
        <p:spPr>
          <a:xfrm>
            <a:off x="2493675" y="2879800"/>
            <a:ext cx="2042450" cy="374400"/>
          </a:xfrm>
          <a:prstGeom prst="flowChartProcess">
            <a:avLst/>
          </a:prstGeom>
          <a:noFill/>
          <a:ln w="3810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383" name="Google Shape;383;p57"/>
          <p:cNvSpPr/>
          <p:nvPr/>
        </p:nvSpPr>
        <p:spPr>
          <a:xfrm>
            <a:off x="12825" y="4246077"/>
            <a:ext cx="4576800" cy="534600"/>
          </a:xfrm>
          <a:prstGeom prst="rect">
            <a:avLst/>
          </a:prstGeom>
          <a:solidFill>
            <a:srgbClr val="A6BFA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8"/>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357"/>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35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6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6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6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6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66"/>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362"/>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36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6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367"/>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6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6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7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7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7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73"/>
                                        </p:tgtEl>
                                        <p:attrNameLst>
                                          <p:attrName>style.visibility</p:attrName>
                                        </p:attrNameLst>
                                      </p:cBhvr>
                                      <p:to>
                                        <p:strVal val="visible"/>
                                      </p:to>
                                    </p:set>
                                  </p:childTnLst>
                                </p:cTn>
                              </p:par>
                            </p:childTnLst>
                          </p:cTn>
                        </p:par>
                        <p:par>
                          <p:cTn id="95" fill="hold">
                            <p:stCondLst>
                              <p:cond delay="0"/>
                            </p:stCondLst>
                            <p:childTnLst>
                              <p:par>
                                <p:cTn id="96" presetID="1" presetClass="exit" presetSubtype="0" fill="hold" nodeType="afterEffect">
                                  <p:stCondLst>
                                    <p:cond delay="0"/>
                                  </p:stCondLst>
                                  <p:childTnLst>
                                    <p:set>
                                      <p:cBhvr>
                                        <p:cTn id="97" dur="1" fill="hold">
                                          <p:stCondLst>
                                            <p:cond delay="0"/>
                                          </p:stCondLst>
                                        </p:cTn>
                                        <p:tgtEl>
                                          <p:spTgt spid="371"/>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1" presetClass="exit" presetSubtype="0" fill="hold" nodeType="clickEffect">
                                  <p:stCondLst>
                                    <p:cond delay="0"/>
                                  </p:stCondLst>
                                  <p:childTnLst>
                                    <p:set>
                                      <p:cBhvr>
                                        <p:cTn id="101" dur="1" fill="hold">
                                          <p:stCondLst>
                                            <p:cond delay="0"/>
                                          </p:stCondLst>
                                        </p:cTn>
                                        <p:tgtEl>
                                          <p:spTgt spid="369"/>
                                        </p:tgtEl>
                                        <p:attrNameLst>
                                          <p:attrName>style.visibility</p:attrName>
                                        </p:attrNameLst>
                                      </p:cBhvr>
                                      <p:to>
                                        <p:strVal val="hidden"/>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374"/>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xit" presetSubtype="0" fill="hold" nodeType="clickEffect">
                                  <p:stCondLst>
                                    <p:cond delay="0"/>
                                  </p:stCondLst>
                                  <p:childTnLst>
                                    <p:set>
                                      <p:cBhvr>
                                        <p:cTn id="109" dur="1" fill="hold">
                                          <p:stCondLst>
                                            <p:cond delay="0"/>
                                          </p:stCondLst>
                                        </p:cTn>
                                        <p:tgtEl>
                                          <p:spTgt spid="374"/>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375"/>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0"/>
                                          </p:stCondLst>
                                        </p:cTn>
                                        <p:tgtEl>
                                          <p:spTgt spid="376"/>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377"/>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xit" presetSubtype="0" fill="hold" nodeType="clickEffect">
                                  <p:stCondLst>
                                    <p:cond delay="0"/>
                                  </p:stCondLst>
                                  <p:childTnLst>
                                    <p:set>
                                      <p:cBhvr>
                                        <p:cTn id="125" dur="1" fill="hold">
                                          <p:stCondLst>
                                            <p:cond delay="0"/>
                                          </p:stCondLst>
                                        </p:cTn>
                                        <p:tgtEl>
                                          <p:spTgt spid="377"/>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nodeType="clickEffect">
                                  <p:stCondLst>
                                    <p:cond delay="0"/>
                                  </p:stCondLst>
                                  <p:childTnLst>
                                    <p:set>
                                      <p:cBhvr>
                                        <p:cTn id="129" dur="1" fill="hold">
                                          <p:stCondLst>
                                            <p:cond delay="0"/>
                                          </p:stCondLst>
                                        </p:cTn>
                                        <p:tgtEl>
                                          <p:spTgt spid="375"/>
                                        </p:tgtEl>
                                        <p:attrNameLst>
                                          <p:attrName>style.visibility</p:attrName>
                                        </p:attrNameLst>
                                      </p:cBhvr>
                                      <p:to>
                                        <p:strVal val="visible"/>
                                      </p:to>
                                    </p:set>
                                  </p:childTnLst>
                                </p:cTn>
                              </p:par>
                              <p:par>
                                <p:cTn id="130" presetID="1" presetClass="exit" presetSubtype="0" fill="hold" nodeType="withEffect">
                                  <p:stCondLst>
                                    <p:cond delay="0"/>
                                  </p:stCondLst>
                                  <p:childTnLst>
                                    <p:set>
                                      <p:cBhvr>
                                        <p:cTn id="131" dur="1" fill="hold">
                                          <p:stCondLst>
                                            <p:cond delay="0"/>
                                          </p:stCondLst>
                                        </p:cTn>
                                        <p:tgtEl>
                                          <p:spTgt spid="375"/>
                                        </p:tgtEl>
                                        <p:attrNameLst>
                                          <p:attrName>style.visibility</p:attrName>
                                        </p:attrNameLst>
                                      </p:cBhvr>
                                      <p:to>
                                        <p:strVal val="hidden"/>
                                      </p:to>
                                    </p:set>
                                  </p:childTnLst>
                                </p:cTn>
                              </p:par>
                              <p:par>
                                <p:cTn id="132" presetID="1" presetClass="exit" presetSubtype="0" fill="hold" nodeType="withEffect">
                                  <p:stCondLst>
                                    <p:cond delay="0"/>
                                  </p:stCondLst>
                                  <p:childTnLst>
                                    <p:set>
                                      <p:cBhvr>
                                        <p:cTn id="133" dur="1" fill="hold">
                                          <p:stCondLst>
                                            <p:cond delay="0"/>
                                          </p:stCondLst>
                                        </p:cTn>
                                        <p:tgtEl>
                                          <p:spTgt spid="376"/>
                                        </p:tgtEl>
                                        <p:attrNameLst>
                                          <p:attrName>style.visibility</p:attrName>
                                        </p:attrNameLst>
                                      </p:cBhvr>
                                      <p:to>
                                        <p:strVal val="hidden"/>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nodeType="clickEffect">
                                  <p:stCondLst>
                                    <p:cond delay="0"/>
                                  </p:stCondLst>
                                  <p:childTnLst>
                                    <p:set>
                                      <p:cBhvr>
                                        <p:cTn id="137" dur="1" fill="hold">
                                          <p:stCondLst>
                                            <p:cond delay="0"/>
                                          </p:stCondLst>
                                        </p:cTn>
                                        <p:tgtEl>
                                          <p:spTgt spid="378"/>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nodeType="clickEffect">
                                  <p:stCondLst>
                                    <p:cond delay="0"/>
                                  </p:stCondLst>
                                  <p:childTnLst>
                                    <p:set>
                                      <p:cBhvr>
                                        <p:cTn id="141" dur="1" fill="hold">
                                          <p:stCondLst>
                                            <p:cond delay="0"/>
                                          </p:stCondLst>
                                        </p:cTn>
                                        <p:tgtEl>
                                          <p:spTgt spid="379"/>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nodeType="clickEffect">
                                  <p:stCondLst>
                                    <p:cond delay="0"/>
                                  </p:stCondLst>
                                  <p:childTnLst>
                                    <p:set>
                                      <p:cBhvr>
                                        <p:cTn id="145" dur="1" fill="hold">
                                          <p:stCondLst>
                                            <p:cond delay="0"/>
                                          </p:stCondLst>
                                        </p:cTn>
                                        <p:tgtEl>
                                          <p:spTgt spid="380"/>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nodeType="clickEffect">
                                  <p:stCondLst>
                                    <p:cond delay="0"/>
                                  </p:stCondLst>
                                  <p:childTnLst>
                                    <p:set>
                                      <p:cBhvr>
                                        <p:cTn id="149" dur="1" fill="hold">
                                          <p:stCondLst>
                                            <p:cond delay="0"/>
                                          </p:stCondLst>
                                        </p:cTn>
                                        <p:tgtEl>
                                          <p:spTgt spid="382"/>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nodeType="clickEffect">
                                  <p:stCondLst>
                                    <p:cond delay="0"/>
                                  </p:stCondLst>
                                  <p:childTnLst>
                                    <p:set>
                                      <p:cBhvr>
                                        <p:cTn id="153" dur="1" fill="hold">
                                          <p:stCondLst>
                                            <p:cond delay="0"/>
                                          </p:stCondLst>
                                        </p:cTn>
                                        <p:tgtEl>
                                          <p:spTgt spid="382"/>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nodeType="clickEffect">
                                  <p:stCondLst>
                                    <p:cond delay="0"/>
                                  </p:stCondLst>
                                  <p:childTnLst>
                                    <p:set>
                                      <p:cBhvr>
                                        <p:cTn id="157" dur="1" fill="hold">
                                          <p:stCondLst>
                                            <p:cond delay="0"/>
                                          </p:stCondLst>
                                        </p:cTn>
                                        <p:tgtEl>
                                          <p:spTgt spid="381"/>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nodeType="clickEffect">
                                  <p:stCondLst>
                                    <p:cond delay="0"/>
                                  </p:stCondLst>
                                  <p:childTnLst>
                                    <p:set>
                                      <p:cBhvr>
                                        <p:cTn id="161" dur="1" fill="hold">
                                          <p:stCondLst>
                                            <p:cond delay="0"/>
                                          </p:stCondLst>
                                        </p:cTn>
                                        <p:tgtEl>
                                          <p:spTgt spid="383"/>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1" presetClass="exit" presetSubtype="0" fill="hold" nodeType="clickEffect">
                                  <p:stCondLst>
                                    <p:cond delay="0"/>
                                  </p:stCondLst>
                                  <p:childTnLst>
                                    <p:set>
                                      <p:cBhvr>
                                        <p:cTn id="165" dur="1" fill="hold">
                                          <p:stCondLst>
                                            <p:cond delay="0"/>
                                          </p:stCondLst>
                                        </p:cTn>
                                        <p:tgtEl>
                                          <p:spTgt spid="382"/>
                                        </p:tgtEl>
                                        <p:attrNameLst>
                                          <p:attrName>style.visibility</p:attrName>
                                        </p:attrNameLst>
                                      </p:cBhvr>
                                      <p:to>
                                        <p:strVal val="hidden"/>
                                      </p:to>
                                    </p:set>
                                  </p:childTnLst>
                                </p:cTn>
                              </p:par>
                              <p:par>
                                <p:cTn id="166" presetID="2" presetClass="exit" presetSubtype="2" fill="hold" nodeType="withEffect">
                                  <p:stCondLst>
                                    <p:cond delay="0"/>
                                  </p:stCondLst>
                                  <p:childTnLst>
                                    <p:anim calcmode="lin" valueType="num">
                                      <p:cBhvr additive="base">
                                        <p:cTn id="167" dur="1000"/>
                                        <p:tgtEl>
                                          <p:spTgt spid="379"/>
                                        </p:tgtEl>
                                        <p:attrNameLst>
                                          <p:attrName>ppt_x</p:attrName>
                                        </p:attrNameLst>
                                      </p:cBhvr>
                                      <p:tavLst>
                                        <p:tav tm="0">
                                          <p:val>
                                            <p:strVal val="#ppt_x"/>
                                          </p:val>
                                        </p:tav>
                                        <p:tav tm="100000">
                                          <p:val>
                                            <p:strVal val="#ppt_x+1"/>
                                          </p:val>
                                        </p:tav>
                                      </p:tavLst>
                                    </p:anim>
                                    <p:set>
                                      <p:cBhvr>
                                        <p:cTn id="168" dur="1" fill="hold">
                                          <p:stCondLst>
                                            <p:cond delay="1000"/>
                                          </p:stCondLst>
                                        </p:cTn>
                                        <p:tgtEl>
                                          <p:spTgt spid="379"/>
                                        </p:tgtEl>
                                        <p:attrNameLst>
                                          <p:attrName>style.visibility</p:attrName>
                                        </p:attrNameLst>
                                      </p:cBhvr>
                                      <p:to>
                                        <p:strVal val="hidden"/>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354"/>
                                        </p:tgtEl>
                                        <p:attrNameLst>
                                          <p:attrName>style.visibility</p:attrName>
                                        </p:attrNameLst>
                                      </p:cBhvr>
                                      <p:to>
                                        <p:strVal val="visible"/>
                                      </p:to>
                                    </p:set>
                                  </p:childTnLst>
                                </p:cTn>
                              </p:par>
                            </p:childTnLst>
                          </p:cTn>
                        </p:par>
                        <p:par>
                          <p:cTn id="173" fill="hold">
                            <p:stCondLst>
                              <p:cond delay="0"/>
                            </p:stCondLst>
                            <p:childTnLst>
                              <p:par>
                                <p:cTn id="174" presetID="1" presetClass="exit" presetSubtype="0" fill="hold" nodeType="afterEffect">
                                  <p:stCondLst>
                                    <p:cond delay="0"/>
                                  </p:stCondLst>
                                  <p:childTnLst>
                                    <p:set>
                                      <p:cBhvr>
                                        <p:cTn id="175" dur="1" fill="hold">
                                          <p:stCondLst>
                                            <p:cond delay="0"/>
                                          </p:stCondLst>
                                        </p:cTn>
                                        <p:tgtEl>
                                          <p:spTgt spid="3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58"/>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Montserrat"/>
                <a:ea typeface="Montserrat"/>
                <a:cs typeface="Montserrat"/>
                <a:sym typeface="Montserrat"/>
              </a:rPr>
              <a:t>What is Pairwise Testing?</a:t>
            </a:r>
            <a:endParaRPr b="1">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 </a:t>
            </a:r>
            <a:r>
              <a:rPr lang="en" u="sng">
                <a:solidFill>
                  <a:schemeClr val="dk1"/>
                </a:solidFill>
                <a:latin typeface="Montserrat"/>
                <a:ea typeface="Montserrat"/>
                <a:cs typeface="Montserrat"/>
                <a:sym typeface="Montserrat"/>
              </a:rPr>
              <a:t>Pairwise testing </a:t>
            </a:r>
            <a:r>
              <a:rPr lang="en">
                <a:solidFill>
                  <a:schemeClr val="dk1"/>
                </a:solidFill>
                <a:latin typeface="Montserrat"/>
                <a:ea typeface="Montserrat"/>
                <a:cs typeface="Montserrat"/>
                <a:sym typeface="Montserrat"/>
              </a:rPr>
              <a:t>would detect approximately </a:t>
            </a:r>
            <a:r>
              <a:rPr lang="en" u="sng">
                <a:solidFill>
                  <a:schemeClr val="dk1"/>
                </a:solidFill>
                <a:latin typeface="Montserrat"/>
                <a:ea typeface="Montserrat"/>
                <a:cs typeface="Montserrat"/>
                <a:sym typeface="Montserrat"/>
              </a:rPr>
              <a:t>70%</a:t>
            </a:r>
            <a:r>
              <a:rPr lang="en">
                <a:solidFill>
                  <a:schemeClr val="dk1"/>
                </a:solidFill>
                <a:latin typeface="Montserrat"/>
                <a:ea typeface="Montserrat"/>
                <a:cs typeface="Montserrat"/>
                <a:sym typeface="Montserrat"/>
              </a:rPr>
              <a:t> of the defects, whereas </a:t>
            </a:r>
            <a:r>
              <a:rPr lang="en" u="sng">
                <a:solidFill>
                  <a:schemeClr val="dk1"/>
                </a:solidFill>
                <a:latin typeface="Montserrat"/>
                <a:ea typeface="Montserrat"/>
                <a:cs typeface="Montserrat"/>
                <a:sym typeface="Montserrat"/>
              </a:rPr>
              <a:t>six-way testing</a:t>
            </a:r>
            <a:r>
              <a:rPr lang="en">
                <a:solidFill>
                  <a:schemeClr val="dk1"/>
                </a:solidFill>
                <a:latin typeface="Montserrat"/>
                <a:ea typeface="Montserrat"/>
                <a:cs typeface="Montserrat"/>
                <a:sym typeface="Montserrat"/>
              </a:rPr>
              <a:t> would detect </a:t>
            </a:r>
            <a:r>
              <a:rPr lang="en" u="sng">
                <a:solidFill>
                  <a:schemeClr val="dk1"/>
                </a:solidFill>
                <a:latin typeface="Montserrat"/>
                <a:ea typeface="Montserrat"/>
                <a:cs typeface="Montserrat"/>
                <a:sym typeface="Montserrat"/>
              </a:rPr>
              <a:t>100%</a:t>
            </a:r>
            <a:r>
              <a:rPr lang="en">
                <a:solidFill>
                  <a:schemeClr val="dk1"/>
                </a:solidFill>
                <a:latin typeface="Montserrat"/>
                <a:ea typeface="Montserrat"/>
                <a:cs typeface="Montserrat"/>
                <a:sym typeface="Montserrat"/>
              </a:rPr>
              <a:t> of defects for browser and server applications.</a:t>
            </a: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Pairwise testing is helpful when testing complex systems that have multiple input parameters and multiple possible values for each parameter.</a:t>
            </a: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If a system has only a few parameters and a small number of possible values for each parameter, pairwise testing may be unnecessary.</a:t>
            </a:r>
            <a:endParaRPr>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a:p>
            <a:pPr marL="0" lvl="0" indent="0" algn="l" rtl="0">
              <a:spcBef>
                <a:spcPts val="0"/>
              </a:spcBef>
              <a:spcAft>
                <a:spcPts val="0"/>
              </a:spcAft>
              <a:buNone/>
            </a:pPr>
            <a:r>
              <a:rPr lang="en" b="1" u="sng">
                <a:solidFill>
                  <a:schemeClr val="dk1"/>
                </a:solidFill>
                <a:latin typeface="Montserrat"/>
                <a:ea typeface="Montserrat"/>
                <a:cs typeface="Montserrat"/>
                <a:sym typeface="Montserrat"/>
              </a:rPr>
              <a:t>Advantages:</a:t>
            </a:r>
            <a:endParaRPr b="1" u="sng">
              <a:solidFill>
                <a:schemeClr val="dk1"/>
              </a:solidFill>
              <a:latin typeface="Montserrat"/>
              <a:ea typeface="Montserrat"/>
              <a:cs typeface="Montserrat"/>
              <a:sym typeface="Montserrat"/>
            </a:endParaRPr>
          </a:p>
          <a:p>
            <a:pPr marL="0" lvl="0" indent="0" algn="l" rtl="0">
              <a:spcBef>
                <a:spcPts val="0"/>
              </a:spcBef>
              <a:spcAft>
                <a:spcPts val="0"/>
              </a:spcAft>
              <a:buNone/>
            </a:pPr>
            <a:r>
              <a:rPr lang="en">
                <a:solidFill>
                  <a:schemeClr val="dk1"/>
                </a:solidFill>
                <a:latin typeface="Montserrat"/>
                <a:ea typeface="Montserrat"/>
                <a:cs typeface="Montserrat"/>
                <a:sym typeface="Montserrat"/>
              </a:rPr>
              <a:t>-&gt; Help identify bugs which would be difficult to otherwise.</a:t>
            </a:r>
            <a:endParaRPr>
              <a:solidFill>
                <a:schemeClr val="dk1"/>
              </a:solidFill>
              <a:latin typeface="Montserrat"/>
              <a:ea typeface="Montserrat"/>
              <a:cs typeface="Montserrat"/>
              <a:sym typeface="Montserrat"/>
            </a:endParaRPr>
          </a:p>
          <a:p>
            <a:pPr marL="0" lvl="0" indent="0" algn="l" rtl="0">
              <a:spcBef>
                <a:spcPts val="0"/>
              </a:spcBef>
              <a:spcAft>
                <a:spcPts val="0"/>
              </a:spcAft>
              <a:buNone/>
            </a:pPr>
            <a:r>
              <a:rPr lang="en">
                <a:solidFill>
                  <a:schemeClr val="dk1"/>
                </a:solidFill>
                <a:latin typeface="Montserrat"/>
                <a:ea typeface="Montserrat"/>
                <a:cs typeface="Montserrat"/>
                <a:sym typeface="Montserrat"/>
              </a:rPr>
              <a:t>-&gt; Reduce number of test cases.</a:t>
            </a:r>
            <a:endParaRPr>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a:p>
            <a:pPr marL="0" lvl="0" indent="0" algn="l" rtl="0">
              <a:spcBef>
                <a:spcPts val="0"/>
              </a:spcBef>
              <a:spcAft>
                <a:spcPts val="0"/>
              </a:spcAft>
              <a:buNone/>
            </a:pPr>
            <a:r>
              <a:rPr lang="en" b="1" u="sng">
                <a:solidFill>
                  <a:schemeClr val="dk1"/>
                </a:solidFill>
                <a:latin typeface="Montserrat"/>
                <a:ea typeface="Montserrat"/>
                <a:cs typeface="Montserrat"/>
                <a:sym typeface="Montserrat"/>
              </a:rPr>
              <a:t>Disadvantages:</a:t>
            </a:r>
            <a:endParaRPr b="1" u="sng">
              <a:solidFill>
                <a:schemeClr val="dk1"/>
              </a:solidFill>
              <a:latin typeface="Montserrat"/>
              <a:ea typeface="Montserrat"/>
              <a:cs typeface="Montserrat"/>
              <a:sym typeface="Montserrat"/>
            </a:endParaRPr>
          </a:p>
          <a:p>
            <a:pPr marL="0" lvl="0" indent="0" algn="l" rtl="0">
              <a:spcBef>
                <a:spcPts val="0"/>
              </a:spcBef>
              <a:spcAft>
                <a:spcPts val="0"/>
              </a:spcAft>
              <a:buNone/>
            </a:pPr>
            <a:r>
              <a:rPr lang="en">
                <a:solidFill>
                  <a:schemeClr val="dk1"/>
                </a:solidFill>
                <a:latin typeface="Montserrat"/>
                <a:ea typeface="Montserrat"/>
                <a:cs typeface="Montserrat"/>
                <a:sym typeface="Montserrat"/>
              </a:rPr>
              <a:t>-&gt;Time Consuming</a:t>
            </a:r>
            <a:endParaRPr>
              <a:solidFill>
                <a:schemeClr val="dk1"/>
              </a:solidFill>
              <a:latin typeface="Montserrat"/>
              <a:ea typeface="Montserrat"/>
              <a:cs typeface="Montserrat"/>
              <a:sym typeface="Montserrat"/>
            </a:endParaRPr>
          </a:p>
          <a:p>
            <a:pPr marL="0" lvl="0" indent="0" algn="l" rtl="0">
              <a:spcBef>
                <a:spcPts val="0"/>
              </a:spcBef>
              <a:spcAft>
                <a:spcPts val="0"/>
              </a:spcAft>
              <a:buNone/>
            </a:pPr>
            <a:r>
              <a:rPr lang="en">
                <a:solidFill>
                  <a:schemeClr val="dk1"/>
                </a:solidFill>
                <a:latin typeface="Montserrat"/>
                <a:ea typeface="Montserrat"/>
                <a:cs typeface="Montserrat"/>
                <a:sym typeface="Montserrat"/>
              </a:rPr>
              <a:t>-&gt; May miss defects if input variables not chosen accurately.</a:t>
            </a:r>
            <a:endParaRPr>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a:p>
            <a:pPr marL="457200" lvl="0" indent="0" algn="l" rtl="0">
              <a:spcBef>
                <a:spcPts val="0"/>
              </a:spcBef>
              <a:spcAft>
                <a:spcPts val="0"/>
              </a:spcAft>
              <a:buClr>
                <a:schemeClr val="dk1"/>
              </a:buClr>
              <a:buSzPts val="1100"/>
              <a:buFont typeface="Arial"/>
              <a:buNone/>
            </a:pP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endParaRPr>
              <a:solidFill>
                <a:schemeClr val="dk1"/>
              </a:solidFill>
              <a:latin typeface="Montserrat"/>
              <a:ea typeface="Montserrat"/>
              <a:cs typeface="Montserrat"/>
              <a:sym typeface="Montserra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9"/>
          <p:cNvSpPr txBox="1">
            <a:spLocks noGrp="1"/>
          </p:cNvSpPr>
          <p:nvPr>
            <p:ph type="title" idx="2"/>
          </p:nvPr>
        </p:nvSpPr>
        <p:spPr>
          <a:xfrm>
            <a:off x="2026025" y="1491888"/>
            <a:ext cx="5091900" cy="1634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Orthogonal Testing</a:t>
            </a:r>
            <a:endParaRPr/>
          </a:p>
        </p:txBody>
      </p:sp>
      <p:sp>
        <p:nvSpPr>
          <p:cNvPr id="394" name="Google Shape;394;p59">
            <a:hlinkClick r:id="" action="ppaction://hlinkshowjump?jump=previousslide"/>
          </p:cNvPr>
          <p:cNvSpPr/>
          <p:nvPr/>
        </p:nvSpPr>
        <p:spPr>
          <a:xfrm>
            <a:off x="8557408" y="4700050"/>
            <a:ext cx="202800" cy="207600"/>
          </a:xfrm>
          <a:prstGeom prst="leftArrow">
            <a:avLst>
              <a:gd name="adj1" fmla="val 50000"/>
              <a:gd name="adj2"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59">
            <a:hlinkClick r:id="" action="ppaction://hlinkshowjump?jump=nextslide"/>
          </p:cNvPr>
          <p:cNvSpPr/>
          <p:nvPr/>
        </p:nvSpPr>
        <p:spPr>
          <a:xfrm rot="10800000">
            <a:off x="8819533" y="4700050"/>
            <a:ext cx="202800" cy="207600"/>
          </a:xfrm>
          <a:prstGeom prst="leftArrow">
            <a:avLst>
              <a:gd name="adj1" fmla="val 50000"/>
              <a:gd name="adj2" fmla="val 5000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59">
            <a:hlinkClick r:id=""/>
          </p:cNvPr>
          <p:cNvSpPr/>
          <p:nvPr/>
        </p:nvSpPr>
        <p:spPr>
          <a:xfrm>
            <a:off x="180899" y="4625800"/>
            <a:ext cx="356100" cy="3561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59">
            <a:hlinkClick r:id=""/>
          </p:cNvPr>
          <p:cNvSpPr/>
          <p:nvPr/>
        </p:nvSpPr>
        <p:spPr>
          <a:xfrm>
            <a:off x="233824" y="4688491"/>
            <a:ext cx="250251" cy="230730"/>
          </a:xfrm>
          <a:custGeom>
            <a:avLst/>
            <a:gdLst/>
            <a:ahLst/>
            <a:cxnLst/>
            <a:rect l="l" t="t" r="r" b="b"/>
            <a:pathLst>
              <a:path w="11217" h="10342" extrusionOk="0">
                <a:moveTo>
                  <a:pt x="3394" y="1186"/>
                </a:moveTo>
                <a:lnTo>
                  <a:pt x="3394" y="1507"/>
                </a:lnTo>
                <a:lnTo>
                  <a:pt x="1668" y="1507"/>
                </a:lnTo>
                <a:lnTo>
                  <a:pt x="1668" y="1186"/>
                </a:lnTo>
                <a:close/>
                <a:moveTo>
                  <a:pt x="3096" y="1829"/>
                </a:moveTo>
                <a:lnTo>
                  <a:pt x="3096" y="2090"/>
                </a:lnTo>
                <a:lnTo>
                  <a:pt x="2013" y="3043"/>
                </a:lnTo>
                <a:lnTo>
                  <a:pt x="2013" y="1829"/>
                </a:lnTo>
                <a:close/>
                <a:moveTo>
                  <a:pt x="6740" y="5948"/>
                </a:moveTo>
                <a:cubicBezTo>
                  <a:pt x="6775" y="5948"/>
                  <a:pt x="6799" y="5972"/>
                  <a:pt x="6799" y="6008"/>
                </a:cubicBezTo>
                <a:lnTo>
                  <a:pt x="6799" y="10020"/>
                </a:lnTo>
                <a:lnTo>
                  <a:pt x="4644" y="10020"/>
                </a:lnTo>
                <a:lnTo>
                  <a:pt x="4644" y="6008"/>
                </a:lnTo>
                <a:cubicBezTo>
                  <a:pt x="4644" y="5972"/>
                  <a:pt x="4668" y="5948"/>
                  <a:pt x="4704" y="5948"/>
                </a:cubicBezTo>
                <a:close/>
                <a:moveTo>
                  <a:pt x="5601" y="1"/>
                </a:moveTo>
                <a:cubicBezTo>
                  <a:pt x="5543" y="1"/>
                  <a:pt x="5484" y="19"/>
                  <a:pt x="5430" y="55"/>
                </a:cubicBezTo>
                <a:lnTo>
                  <a:pt x="3692" y="1567"/>
                </a:lnTo>
                <a:lnTo>
                  <a:pt x="3692" y="1126"/>
                </a:lnTo>
                <a:cubicBezTo>
                  <a:pt x="3692" y="995"/>
                  <a:pt x="3573" y="876"/>
                  <a:pt x="3442" y="876"/>
                </a:cubicBezTo>
                <a:lnTo>
                  <a:pt x="1596" y="876"/>
                </a:lnTo>
                <a:cubicBezTo>
                  <a:pt x="1453" y="876"/>
                  <a:pt x="1334" y="995"/>
                  <a:pt x="1334" y="1126"/>
                </a:cubicBezTo>
                <a:lnTo>
                  <a:pt x="1334" y="1590"/>
                </a:lnTo>
                <a:cubicBezTo>
                  <a:pt x="1334" y="1721"/>
                  <a:pt x="1453" y="1840"/>
                  <a:pt x="1596" y="1840"/>
                </a:cubicBezTo>
                <a:lnTo>
                  <a:pt x="1691" y="1840"/>
                </a:lnTo>
                <a:lnTo>
                  <a:pt x="1691" y="3329"/>
                </a:lnTo>
                <a:lnTo>
                  <a:pt x="108" y="4710"/>
                </a:lnTo>
                <a:cubicBezTo>
                  <a:pt x="25" y="4781"/>
                  <a:pt x="1" y="4888"/>
                  <a:pt x="25" y="4984"/>
                </a:cubicBezTo>
                <a:cubicBezTo>
                  <a:pt x="60" y="5079"/>
                  <a:pt x="167" y="5138"/>
                  <a:pt x="251" y="5138"/>
                </a:cubicBezTo>
                <a:lnTo>
                  <a:pt x="1322" y="5138"/>
                </a:lnTo>
                <a:lnTo>
                  <a:pt x="1322" y="7972"/>
                </a:lnTo>
                <a:cubicBezTo>
                  <a:pt x="1322" y="8056"/>
                  <a:pt x="1394" y="8139"/>
                  <a:pt x="1489" y="8139"/>
                </a:cubicBezTo>
                <a:cubicBezTo>
                  <a:pt x="1572" y="8139"/>
                  <a:pt x="1656" y="8056"/>
                  <a:pt x="1656" y="7972"/>
                </a:cubicBezTo>
                <a:lnTo>
                  <a:pt x="1656" y="5055"/>
                </a:lnTo>
                <a:lnTo>
                  <a:pt x="5609" y="1614"/>
                </a:lnTo>
                <a:lnTo>
                  <a:pt x="9561" y="5055"/>
                </a:lnTo>
                <a:lnTo>
                  <a:pt x="9561" y="9937"/>
                </a:lnTo>
                <a:cubicBezTo>
                  <a:pt x="9561" y="9984"/>
                  <a:pt x="9526" y="10020"/>
                  <a:pt x="9478" y="10020"/>
                </a:cubicBezTo>
                <a:lnTo>
                  <a:pt x="7109" y="10020"/>
                </a:lnTo>
                <a:lnTo>
                  <a:pt x="7109" y="6008"/>
                </a:lnTo>
                <a:cubicBezTo>
                  <a:pt x="7109" y="5793"/>
                  <a:pt x="6930" y="5615"/>
                  <a:pt x="6728" y="5615"/>
                </a:cubicBezTo>
                <a:lnTo>
                  <a:pt x="4680" y="5615"/>
                </a:lnTo>
                <a:cubicBezTo>
                  <a:pt x="4478" y="5615"/>
                  <a:pt x="4299" y="5793"/>
                  <a:pt x="4299" y="6008"/>
                </a:cubicBezTo>
                <a:lnTo>
                  <a:pt x="4299" y="10020"/>
                </a:lnTo>
                <a:lnTo>
                  <a:pt x="1739" y="10020"/>
                </a:lnTo>
                <a:cubicBezTo>
                  <a:pt x="1691" y="10020"/>
                  <a:pt x="1656" y="9984"/>
                  <a:pt x="1656" y="9937"/>
                </a:cubicBezTo>
                <a:lnTo>
                  <a:pt x="1656" y="8734"/>
                </a:lnTo>
                <a:cubicBezTo>
                  <a:pt x="1656" y="8639"/>
                  <a:pt x="1572" y="8567"/>
                  <a:pt x="1489" y="8567"/>
                </a:cubicBezTo>
                <a:cubicBezTo>
                  <a:pt x="1394" y="8567"/>
                  <a:pt x="1322" y="8639"/>
                  <a:pt x="1322" y="8734"/>
                </a:cubicBezTo>
                <a:lnTo>
                  <a:pt x="1322" y="9937"/>
                </a:lnTo>
                <a:cubicBezTo>
                  <a:pt x="1322" y="10163"/>
                  <a:pt x="1501" y="10342"/>
                  <a:pt x="1727" y="10342"/>
                </a:cubicBezTo>
                <a:lnTo>
                  <a:pt x="9466" y="10342"/>
                </a:lnTo>
                <a:cubicBezTo>
                  <a:pt x="9692" y="10342"/>
                  <a:pt x="9871" y="10163"/>
                  <a:pt x="9871" y="9937"/>
                </a:cubicBezTo>
                <a:lnTo>
                  <a:pt x="9871" y="5127"/>
                </a:lnTo>
                <a:lnTo>
                  <a:pt x="10943" y="5127"/>
                </a:lnTo>
                <a:cubicBezTo>
                  <a:pt x="11038" y="5127"/>
                  <a:pt x="11133" y="5067"/>
                  <a:pt x="11157" y="4960"/>
                </a:cubicBezTo>
                <a:cubicBezTo>
                  <a:pt x="11216" y="4877"/>
                  <a:pt x="11205" y="4769"/>
                  <a:pt x="11121" y="4698"/>
                </a:cubicBezTo>
                <a:lnTo>
                  <a:pt x="8811" y="2686"/>
                </a:lnTo>
                <a:cubicBezTo>
                  <a:pt x="8785" y="2659"/>
                  <a:pt x="8748" y="2647"/>
                  <a:pt x="8711" y="2647"/>
                </a:cubicBezTo>
                <a:cubicBezTo>
                  <a:pt x="8665" y="2647"/>
                  <a:pt x="8618" y="2665"/>
                  <a:pt x="8585" y="2698"/>
                </a:cubicBezTo>
                <a:cubicBezTo>
                  <a:pt x="8526" y="2757"/>
                  <a:pt x="8538" y="2864"/>
                  <a:pt x="8597" y="2924"/>
                </a:cubicBezTo>
                <a:lnTo>
                  <a:pt x="10764" y="4805"/>
                </a:lnTo>
                <a:lnTo>
                  <a:pt x="9776" y="4805"/>
                </a:lnTo>
                <a:lnTo>
                  <a:pt x="5763" y="1305"/>
                </a:lnTo>
                <a:cubicBezTo>
                  <a:pt x="5716" y="1269"/>
                  <a:pt x="5659" y="1251"/>
                  <a:pt x="5601" y="1251"/>
                </a:cubicBezTo>
                <a:cubicBezTo>
                  <a:pt x="5543" y="1251"/>
                  <a:pt x="5484" y="1269"/>
                  <a:pt x="5430" y="1305"/>
                </a:cubicBezTo>
                <a:lnTo>
                  <a:pt x="1418" y="4805"/>
                </a:lnTo>
                <a:lnTo>
                  <a:pt x="429" y="4805"/>
                </a:lnTo>
                <a:lnTo>
                  <a:pt x="1918" y="3507"/>
                </a:lnTo>
                <a:lnTo>
                  <a:pt x="3335" y="2281"/>
                </a:lnTo>
                <a:lnTo>
                  <a:pt x="5609" y="340"/>
                </a:lnTo>
                <a:lnTo>
                  <a:pt x="8026" y="2436"/>
                </a:lnTo>
                <a:cubicBezTo>
                  <a:pt x="8052" y="2463"/>
                  <a:pt x="8086" y="2475"/>
                  <a:pt x="8121" y="2475"/>
                </a:cubicBezTo>
                <a:cubicBezTo>
                  <a:pt x="8164" y="2475"/>
                  <a:pt x="8207" y="2457"/>
                  <a:pt x="8240" y="2424"/>
                </a:cubicBezTo>
                <a:cubicBezTo>
                  <a:pt x="8299" y="2364"/>
                  <a:pt x="8288" y="2257"/>
                  <a:pt x="8228" y="2198"/>
                </a:cubicBezTo>
                <a:lnTo>
                  <a:pt x="5763" y="55"/>
                </a:lnTo>
                <a:cubicBezTo>
                  <a:pt x="5716" y="19"/>
                  <a:pt x="5659" y="1"/>
                  <a:pt x="5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60"/>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chemeClr val="dk1"/>
                </a:solidFill>
                <a:latin typeface="Montserrat"/>
                <a:ea typeface="Montserrat"/>
                <a:cs typeface="Montserrat"/>
                <a:sym typeface="Montserrat"/>
              </a:rPr>
              <a:t>What is Orthogonal testing?</a:t>
            </a:r>
            <a:endParaRPr b="1" dirty="0">
              <a:solidFill>
                <a:schemeClr val="dk1"/>
              </a:solidFill>
              <a:latin typeface="Montserrat"/>
              <a:ea typeface="Montserrat"/>
              <a:cs typeface="Montserrat"/>
              <a:sym typeface="Montserrat"/>
            </a:endParaRPr>
          </a:p>
          <a:p>
            <a:pPr marL="0" lvl="0" indent="0" algn="l" rtl="0">
              <a:spcBef>
                <a:spcPts val="0"/>
              </a:spcBef>
              <a:spcAft>
                <a:spcPts val="0"/>
              </a:spcAft>
              <a:buNone/>
            </a:pPr>
            <a:endParaRPr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Statistical approach for testing pair-wise interactions that efficiently explores the interaction between different input parameters</a:t>
            </a:r>
            <a:endParaRPr dirty="0">
              <a:solidFill>
                <a:schemeClr val="dk1"/>
              </a:solidFill>
              <a:latin typeface="Montserrat"/>
              <a:ea typeface="Montserrat"/>
              <a:cs typeface="Montserrat"/>
              <a:sym typeface="Montserrat"/>
            </a:endParaRPr>
          </a:p>
          <a:p>
            <a:pPr marL="457200" lvl="0" indent="0" algn="l" rtl="0">
              <a:spcBef>
                <a:spcPts val="0"/>
              </a:spcBef>
              <a:spcAft>
                <a:spcPts val="0"/>
              </a:spcAft>
              <a:buNone/>
            </a:pPr>
            <a:endParaRPr dirty="0">
              <a:solidFill>
                <a:schemeClr val="dk1"/>
              </a:solidFill>
              <a:latin typeface="Montserrat"/>
              <a:ea typeface="Montserrat"/>
              <a:cs typeface="Montserrat"/>
              <a:sym typeface="Montserrat"/>
            </a:endParaRPr>
          </a:p>
          <a:p>
            <a:pPr marL="457200" lvl="0" indent="0" algn="l" rtl="0">
              <a:spcBef>
                <a:spcPts val="0"/>
              </a:spcBef>
              <a:spcAft>
                <a:spcPts val="0"/>
              </a:spcAft>
              <a:buNone/>
            </a:pPr>
            <a:endParaRPr dirty="0">
              <a:solidFill>
                <a:schemeClr val="dk1"/>
              </a:solidFill>
              <a:latin typeface="Montserrat"/>
              <a:ea typeface="Montserrat"/>
              <a:cs typeface="Montserrat"/>
              <a:sym typeface="Montserrat"/>
            </a:endParaRPr>
          </a:p>
          <a:p>
            <a:pPr marL="0" lvl="0" indent="0" algn="l" rtl="0">
              <a:spcBef>
                <a:spcPts val="0"/>
              </a:spcBef>
              <a:spcAft>
                <a:spcPts val="0"/>
              </a:spcAft>
              <a:buNone/>
            </a:pPr>
            <a:r>
              <a:rPr lang="en" b="1" dirty="0">
                <a:solidFill>
                  <a:schemeClr val="dk1"/>
                </a:solidFill>
                <a:latin typeface="Montserrat"/>
                <a:ea typeface="Montserrat"/>
                <a:cs typeface="Montserrat"/>
                <a:sym typeface="Montserrat"/>
              </a:rPr>
              <a:t>Orthogonal vs pairwise? </a:t>
            </a:r>
            <a:endParaRPr b="1" dirty="0">
              <a:solidFill>
                <a:schemeClr val="dk1"/>
              </a:solidFill>
              <a:latin typeface="Montserrat"/>
              <a:ea typeface="Montserrat"/>
              <a:cs typeface="Montserrat"/>
              <a:sym typeface="Montserrat"/>
            </a:endParaRPr>
          </a:p>
          <a:p>
            <a:pPr marL="0" lvl="0" indent="0" algn="l" rtl="0">
              <a:spcBef>
                <a:spcPts val="0"/>
              </a:spcBef>
              <a:spcAft>
                <a:spcPts val="0"/>
              </a:spcAft>
              <a:buNone/>
            </a:pPr>
            <a:endParaRPr b="1" dirty="0">
              <a:solidFill>
                <a:schemeClr val="dk1"/>
              </a:solidFill>
              <a:latin typeface="Montserrat"/>
              <a:ea typeface="Montserrat"/>
              <a:cs typeface="Montserrat"/>
              <a:sym typeface="Montserrat"/>
            </a:endParaRPr>
          </a:p>
          <a:p>
            <a:pPr marL="457200" lvl="0" indent="0" algn="l" rtl="0">
              <a:spcBef>
                <a:spcPts val="0"/>
              </a:spcBef>
              <a:spcAft>
                <a:spcPts val="0"/>
              </a:spcAft>
              <a:buNone/>
            </a:pPr>
            <a:endParaRPr dirty="0">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Orthogonal arrays ensure </a:t>
            </a:r>
            <a:r>
              <a:rPr lang="en" b="1" dirty="0">
                <a:solidFill>
                  <a:schemeClr val="dk1"/>
                </a:solidFill>
                <a:latin typeface="Montserrat"/>
                <a:ea typeface="Montserrat"/>
                <a:cs typeface="Montserrat"/>
                <a:sym typeface="Montserrat"/>
              </a:rPr>
              <a:t>balanced distribution</a:t>
            </a:r>
            <a:r>
              <a:rPr lang="en" dirty="0">
                <a:solidFill>
                  <a:schemeClr val="dk1"/>
                </a:solidFill>
                <a:latin typeface="Montserrat"/>
                <a:ea typeface="Montserrat"/>
                <a:cs typeface="Montserrat"/>
                <a:sym typeface="Montserrat"/>
              </a:rPr>
              <a:t> of data across columns and rows.</a:t>
            </a:r>
            <a:endParaRPr dirty="0">
              <a:solidFill>
                <a:schemeClr val="dk1"/>
              </a:solidFill>
              <a:latin typeface="Montserrat"/>
              <a:ea typeface="Montserrat"/>
              <a:cs typeface="Montserrat"/>
              <a:sym typeface="Montserrat"/>
            </a:endParaRPr>
          </a:p>
          <a:p>
            <a:pPr marL="457200" lvl="0" indent="0" algn="l" rtl="0">
              <a:spcBef>
                <a:spcPts val="0"/>
              </a:spcBef>
              <a:spcAft>
                <a:spcPts val="0"/>
              </a:spcAft>
              <a:buNone/>
            </a:pPr>
            <a:endParaRPr dirty="0">
              <a:solidFill>
                <a:schemeClr val="dk1"/>
              </a:solidFill>
              <a:latin typeface="Montserrat"/>
              <a:ea typeface="Montserrat"/>
              <a:cs typeface="Montserrat"/>
              <a:sym typeface="Montserrat"/>
            </a:endParaRPr>
          </a:p>
          <a:p>
            <a:pPr marL="457200" lvl="0" indent="0" algn="l" rtl="0">
              <a:spcBef>
                <a:spcPts val="0"/>
              </a:spcBef>
              <a:spcAft>
                <a:spcPts val="0"/>
              </a:spcAft>
              <a:buNone/>
            </a:pPr>
            <a:endParaRPr dirty="0">
              <a:solidFill>
                <a:schemeClr val="dk1"/>
              </a:solidFill>
              <a:latin typeface="Montserrat"/>
              <a:ea typeface="Montserrat"/>
              <a:cs typeface="Montserrat"/>
              <a:sym typeface="Montserra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62"/>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a:solidFill>
                <a:schemeClr val="dk1"/>
              </a:solidFill>
              <a:latin typeface="Montserrat"/>
              <a:ea typeface="Montserrat"/>
              <a:cs typeface="Montserrat"/>
              <a:sym typeface="Montserrat"/>
            </a:endParaRPr>
          </a:p>
        </p:txBody>
      </p:sp>
      <p:pic>
        <p:nvPicPr>
          <p:cNvPr id="421" name="Google Shape;421;p62"/>
          <p:cNvPicPr preferRelativeResize="0"/>
          <p:nvPr/>
        </p:nvPicPr>
        <p:blipFill>
          <a:blip r:embed="rId3">
            <a:alphaModFix/>
          </a:blip>
          <a:stretch>
            <a:fillRect/>
          </a:stretch>
        </p:blipFill>
        <p:spPr>
          <a:xfrm>
            <a:off x="6313375" y="346750"/>
            <a:ext cx="1645925" cy="261125"/>
          </a:xfrm>
          <a:prstGeom prst="rect">
            <a:avLst/>
          </a:prstGeom>
          <a:noFill/>
          <a:ln>
            <a:noFill/>
          </a:ln>
        </p:spPr>
      </p:pic>
      <p:sp>
        <p:nvSpPr>
          <p:cNvPr id="422" name="Google Shape;422;p62"/>
          <p:cNvSpPr txBox="1"/>
          <p:nvPr/>
        </p:nvSpPr>
        <p:spPr>
          <a:xfrm>
            <a:off x="6201575" y="1014850"/>
            <a:ext cx="2322000" cy="34830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Runs (N): Number of rows, determines test cases.</a:t>
            </a: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Factors (K): Number of columns, limits variables.</a:t>
            </a: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endParaRPr>
              <a:solidFill>
                <a:schemeClr val="dk1"/>
              </a:solidFill>
              <a:latin typeface="Montserrat"/>
              <a:ea typeface="Montserrat"/>
              <a:cs typeface="Montserrat"/>
              <a:sym typeface="Montserrat"/>
            </a:endParaRPr>
          </a:p>
          <a:p>
            <a:pPr marL="457200" lvl="0" indent="-317500" algn="l" rtl="0">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Levels (V): Max values per factor.</a:t>
            </a:r>
            <a:endParaRPr>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p:txBody>
      </p:sp>
      <p:pic>
        <p:nvPicPr>
          <p:cNvPr id="423" name="Google Shape;423;p62"/>
          <p:cNvPicPr preferRelativeResize="0"/>
          <p:nvPr/>
        </p:nvPicPr>
        <p:blipFill>
          <a:blip r:embed="rId4">
            <a:alphaModFix/>
          </a:blip>
          <a:stretch>
            <a:fillRect/>
          </a:stretch>
        </p:blipFill>
        <p:spPr>
          <a:xfrm>
            <a:off x="1116575" y="346743"/>
            <a:ext cx="3865250" cy="1260775"/>
          </a:xfrm>
          <a:prstGeom prst="rect">
            <a:avLst/>
          </a:prstGeom>
          <a:noFill/>
          <a:ln>
            <a:noFill/>
          </a:ln>
        </p:spPr>
      </p:pic>
      <p:pic>
        <p:nvPicPr>
          <p:cNvPr id="424" name="Google Shape;424;p62"/>
          <p:cNvPicPr preferRelativeResize="0"/>
          <p:nvPr/>
        </p:nvPicPr>
        <p:blipFill>
          <a:blip r:embed="rId5">
            <a:alphaModFix/>
          </a:blip>
          <a:stretch>
            <a:fillRect/>
          </a:stretch>
        </p:blipFill>
        <p:spPr>
          <a:xfrm>
            <a:off x="984320" y="1905225"/>
            <a:ext cx="4596801" cy="2592618"/>
          </a:xfrm>
          <a:prstGeom prst="rect">
            <a:avLst/>
          </a:prstGeom>
          <a:noFill/>
          <a:ln>
            <a:noFill/>
          </a:ln>
        </p:spPr>
      </p:pic>
      <p:sp>
        <p:nvSpPr>
          <p:cNvPr id="425" name="Google Shape;425;p62"/>
          <p:cNvSpPr txBox="1"/>
          <p:nvPr/>
        </p:nvSpPr>
        <p:spPr>
          <a:xfrm>
            <a:off x="6689700" y="3949150"/>
            <a:ext cx="2454300" cy="54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100">
                <a:solidFill>
                  <a:schemeClr val="dk1"/>
                </a:solidFill>
              </a:rPr>
              <a:t>No of Factors: 4</a:t>
            </a:r>
            <a:endParaRPr sz="1100">
              <a:solidFill>
                <a:schemeClr val="dk1"/>
              </a:solidFill>
            </a:endParaRPr>
          </a:p>
          <a:p>
            <a:pPr marL="0" lvl="0" indent="0" algn="l" rtl="0">
              <a:lnSpc>
                <a:spcPct val="115000"/>
              </a:lnSpc>
              <a:spcBef>
                <a:spcPts val="0"/>
              </a:spcBef>
              <a:spcAft>
                <a:spcPts val="0"/>
              </a:spcAft>
              <a:buNone/>
            </a:pPr>
            <a:r>
              <a:rPr lang="en" sz="1100">
                <a:solidFill>
                  <a:schemeClr val="dk1"/>
                </a:solidFill>
              </a:rPr>
              <a:t>Maximum Levels: 3</a:t>
            </a:r>
            <a:endParaRPr sz="1100">
              <a:solidFill>
                <a:schemeClr val="dk1"/>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63"/>
          <p:cNvSpPr txBox="1"/>
          <p:nvPr/>
        </p:nvSpPr>
        <p:spPr>
          <a:xfrm>
            <a:off x="793450" y="282325"/>
            <a:ext cx="7356900" cy="44484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sz="1800" b="1">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1800" b="1">
              <a:solidFill>
                <a:schemeClr val="dk1"/>
              </a:solidFill>
              <a:latin typeface="Montserrat"/>
              <a:ea typeface="Montserrat"/>
              <a:cs typeface="Montserrat"/>
              <a:sym typeface="Montserrat"/>
            </a:endParaRPr>
          </a:p>
          <a:p>
            <a:pPr marL="457200" lvl="0" indent="0" algn="l" rtl="0">
              <a:spcBef>
                <a:spcPts val="0"/>
              </a:spcBef>
              <a:spcAft>
                <a:spcPts val="0"/>
              </a:spcAft>
              <a:buNone/>
            </a:pPr>
            <a:r>
              <a:rPr lang="en" sz="1800" b="1">
                <a:solidFill>
                  <a:schemeClr val="dk1"/>
                </a:solidFill>
                <a:latin typeface="Montserrat"/>
                <a:ea typeface="Montserrat"/>
                <a:cs typeface="Montserrat"/>
                <a:sym typeface="Montserrat"/>
              </a:rPr>
              <a:t>Orthogonal technique: </a:t>
            </a:r>
            <a:endParaRPr sz="1800" b="1">
              <a:solidFill>
                <a:schemeClr val="dk1"/>
              </a:solidFill>
              <a:latin typeface="Montserrat"/>
              <a:ea typeface="Montserrat"/>
              <a:cs typeface="Montserrat"/>
              <a:sym typeface="Montserrat"/>
            </a:endParaRPr>
          </a:p>
        </p:txBody>
      </p:sp>
      <p:sp>
        <p:nvSpPr>
          <p:cNvPr id="431" name="Google Shape;431;p63"/>
          <p:cNvSpPr txBox="1"/>
          <p:nvPr/>
        </p:nvSpPr>
        <p:spPr>
          <a:xfrm>
            <a:off x="942150" y="1529200"/>
            <a:ext cx="7259700" cy="34830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Montserrat"/>
              <a:buChar char="●"/>
            </a:pPr>
            <a:r>
              <a:rPr lang="en" sz="1600">
                <a:solidFill>
                  <a:schemeClr val="dk1"/>
                </a:solidFill>
                <a:latin typeface="Montserrat"/>
                <a:ea typeface="Montserrat"/>
                <a:cs typeface="Montserrat"/>
                <a:sym typeface="Montserrat"/>
              </a:rPr>
              <a:t>Ensures testing all possible pairs of selected variables.</a:t>
            </a:r>
            <a:endParaRPr sz="16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1600">
              <a:solidFill>
                <a:schemeClr val="dk1"/>
              </a:solidFill>
              <a:latin typeface="Montserrat"/>
              <a:ea typeface="Montserrat"/>
              <a:cs typeface="Montserrat"/>
              <a:sym typeface="Montserrat"/>
            </a:endParaRPr>
          </a:p>
          <a:p>
            <a:pPr marL="457200" lvl="0" indent="-330200" algn="l" rtl="0">
              <a:spcBef>
                <a:spcPts val="0"/>
              </a:spcBef>
              <a:spcAft>
                <a:spcPts val="0"/>
              </a:spcAft>
              <a:buClr>
                <a:schemeClr val="dk1"/>
              </a:buClr>
              <a:buSzPts val="1600"/>
              <a:buFont typeface="Montserrat"/>
              <a:buChar char="●"/>
            </a:pPr>
            <a:r>
              <a:rPr lang="en" sz="1600">
                <a:solidFill>
                  <a:schemeClr val="dk1"/>
                </a:solidFill>
                <a:latin typeface="Montserrat"/>
                <a:ea typeface="Montserrat"/>
                <a:cs typeface="Montserrat"/>
                <a:sym typeface="Montserrat"/>
              </a:rPr>
              <a:t>Produces fewer test cases compared to testing all combinations.</a:t>
            </a:r>
            <a:endParaRPr sz="16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1600">
              <a:solidFill>
                <a:schemeClr val="dk1"/>
              </a:solidFill>
              <a:latin typeface="Montserrat"/>
              <a:ea typeface="Montserrat"/>
              <a:cs typeface="Montserrat"/>
              <a:sym typeface="Montserrat"/>
            </a:endParaRPr>
          </a:p>
          <a:p>
            <a:pPr marL="457200" lvl="0" indent="-330200" algn="l" rtl="0">
              <a:spcBef>
                <a:spcPts val="0"/>
              </a:spcBef>
              <a:spcAft>
                <a:spcPts val="0"/>
              </a:spcAft>
              <a:buClr>
                <a:schemeClr val="dk1"/>
              </a:buClr>
              <a:buSzPts val="1600"/>
              <a:buFont typeface="Montserrat"/>
              <a:buChar char="●"/>
            </a:pPr>
            <a:r>
              <a:rPr lang="en" sz="1600">
                <a:solidFill>
                  <a:schemeClr val="dk1"/>
                </a:solidFill>
                <a:latin typeface="Montserrat"/>
                <a:ea typeface="Montserrat"/>
                <a:cs typeface="Montserrat"/>
                <a:sym typeface="Montserrat"/>
              </a:rPr>
              <a:t>Creates a test suite with an equal spread of all pairs of variables.</a:t>
            </a:r>
            <a:endParaRPr sz="16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1600">
              <a:solidFill>
                <a:schemeClr val="dk1"/>
              </a:solidFill>
              <a:latin typeface="Montserrat"/>
              <a:ea typeface="Montserrat"/>
              <a:cs typeface="Montserrat"/>
              <a:sym typeface="Montserrat"/>
            </a:endParaRPr>
          </a:p>
          <a:p>
            <a:pPr marL="457200" lvl="0" indent="-330200" algn="l" rtl="0">
              <a:spcBef>
                <a:spcPts val="0"/>
              </a:spcBef>
              <a:spcAft>
                <a:spcPts val="0"/>
              </a:spcAft>
              <a:buClr>
                <a:schemeClr val="dk1"/>
              </a:buClr>
              <a:buSzPts val="1600"/>
              <a:buFont typeface="Montserrat"/>
              <a:buChar char="●"/>
            </a:pPr>
            <a:r>
              <a:rPr lang="en" sz="1600">
                <a:solidFill>
                  <a:schemeClr val="dk1"/>
                </a:solidFill>
                <a:latin typeface="Montserrat"/>
                <a:ea typeface="Montserrat"/>
                <a:cs typeface="Montserrat"/>
                <a:sym typeface="Montserrat"/>
              </a:rPr>
              <a:t>Can be automated for efficient execution.</a:t>
            </a:r>
            <a:endParaRPr sz="16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a:solidFill>
                <a:schemeClr val="dk1"/>
              </a:solidFill>
              <a:latin typeface="Montserrat"/>
              <a:ea typeface="Montserrat"/>
              <a:cs typeface="Montserrat"/>
              <a:sym typeface="Montserrat"/>
            </a:endParaRPr>
          </a:p>
          <a:p>
            <a:pPr marL="457200" lvl="0" indent="0" algn="l" rtl="0">
              <a:spcBef>
                <a:spcPts val="0"/>
              </a:spcBef>
              <a:spcAft>
                <a:spcPts val="0"/>
              </a:spcAft>
              <a:buNone/>
            </a:pPr>
            <a:endParaRPr>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65"/>
          <p:cNvSpPr txBox="1">
            <a:spLocks noGrp="1"/>
          </p:cNvSpPr>
          <p:nvPr>
            <p:ph type="title"/>
          </p:nvPr>
        </p:nvSpPr>
        <p:spPr>
          <a:xfrm>
            <a:off x="606075" y="3161201"/>
            <a:ext cx="3262500" cy="721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Steps of a technique to generate orthogonal arrays</a:t>
            </a:r>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66"/>
          <p:cNvSpPr txBox="1">
            <a:spLocks noGrp="1"/>
          </p:cNvSpPr>
          <p:nvPr>
            <p:ph type="title"/>
          </p:nvPr>
        </p:nvSpPr>
        <p:spPr>
          <a:xfrm>
            <a:off x="121825" y="678825"/>
            <a:ext cx="8585700" cy="54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Montserrat"/>
                <a:ea typeface="Montserrat"/>
                <a:cs typeface="Montserrat"/>
                <a:sym typeface="Montserrat"/>
              </a:rPr>
              <a:t>1) Identify the maximum number of independent input variables with which a system will be tested. This will map to the factors of the array—each input variable maps to a different factor.</a:t>
            </a:r>
            <a:endParaRPr sz="1500">
              <a:latin typeface="Montserrat"/>
              <a:ea typeface="Montserrat"/>
              <a:cs typeface="Montserrat"/>
              <a:sym typeface="Montserrat"/>
            </a:endParaRPr>
          </a:p>
          <a:p>
            <a:pPr marL="0" lvl="0" indent="0" algn="l" rtl="0">
              <a:spcBef>
                <a:spcPts val="0"/>
              </a:spcBef>
              <a:spcAft>
                <a:spcPts val="0"/>
              </a:spcAft>
              <a:buNone/>
            </a:pPr>
            <a:endParaRPr>
              <a:solidFill>
                <a:srgbClr val="434343"/>
              </a:solidFill>
            </a:endParaRPr>
          </a:p>
        </p:txBody>
      </p:sp>
      <p:pic>
        <p:nvPicPr>
          <p:cNvPr id="452" name="Google Shape;452;p66"/>
          <p:cNvPicPr preferRelativeResize="0"/>
          <p:nvPr/>
        </p:nvPicPr>
        <p:blipFill rotWithShape="1">
          <a:blip r:embed="rId3">
            <a:alphaModFix/>
          </a:blip>
          <a:srcRect t="12135" r="5123" b="5424"/>
          <a:stretch/>
        </p:blipFill>
        <p:spPr>
          <a:xfrm>
            <a:off x="436475" y="2042050"/>
            <a:ext cx="8271050" cy="2291375"/>
          </a:xfrm>
          <a:prstGeom prst="rect">
            <a:avLst/>
          </a:prstGeom>
          <a:noFill/>
          <a:ln>
            <a:noFill/>
          </a:ln>
        </p:spPr>
      </p:pic>
      <p:sp>
        <p:nvSpPr>
          <p:cNvPr id="453" name="Google Shape;453;p66"/>
          <p:cNvSpPr/>
          <p:nvPr/>
        </p:nvSpPr>
        <p:spPr>
          <a:xfrm>
            <a:off x="267900" y="1982400"/>
            <a:ext cx="2290500" cy="2679000"/>
          </a:xfrm>
          <a:prstGeom prst="rect">
            <a:avLst/>
          </a:prstGeom>
          <a:noFill/>
          <a:ln w="762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pic>
        <p:nvPicPr>
          <p:cNvPr id="454" name="Google Shape;454;p66"/>
          <p:cNvPicPr preferRelativeResize="0"/>
          <p:nvPr/>
        </p:nvPicPr>
        <p:blipFill>
          <a:blip r:embed="rId4">
            <a:alphaModFix/>
          </a:blip>
          <a:stretch>
            <a:fillRect/>
          </a:stretch>
        </p:blipFill>
        <p:spPr>
          <a:xfrm>
            <a:off x="6775600" y="1451750"/>
            <a:ext cx="1645925" cy="261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67"/>
          <p:cNvSpPr txBox="1">
            <a:spLocks noGrp="1"/>
          </p:cNvSpPr>
          <p:nvPr>
            <p:ph type="title"/>
          </p:nvPr>
        </p:nvSpPr>
        <p:spPr>
          <a:xfrm>
            <a:off x="87125" y="560600"/>
            <a:ext cx="8585700" cy="54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500">
                <a:latin typeface="Montserrat"/>
                <a:ea typeface="Montserrat"/>
                <a:cs typeface="Montserrat"/>
                <a:sym typeface="Montserrat"/>
              </a:rPr>
              <a:t>2) Identify the maximum number of values that each independent variable will take. This will map to the levels of the array.</a:t>
            </a:r>
            <a:endParaRPr sz="1500">
              <a:latin typeface="Montserrat"/>
              <a:ea typeface="Montserrat"/>
              <a:cs typeface="Montserrat"/>
              <a:sym typeface="Montserrat"/>
            </a:endParaRPr>
          </a:p>
          <a:p>
            <a:pPr marL="0" lvl="0" indent="0" algn="l" rtl="0">
              <a:spcBef>
                <a:spcPts val="0"/>
              </a:spcBef>
              <a:spcAft>
                <a:spcPts val="0"/>
              </a:spcAft>
              <a:buNone/>
            </a:pPr>
            <a:endParaRPr>
              <a:solidFill>
                <a:srgbClr val="434343"/>
              </a:solidFill>
            </a:endParaRPr>
          </a:p>
          <a:p>
            <a:pPr marL="0" lvl="0" indent="0" algn="l" rtl="0">
              <a:spcBef>
                <a:spcPts val="0"/>
              </a:spcBef>
              <a:spcAft>
                <a:spcPts val="0"/>
              </a:spcAft>
              <a:buNone/>
            </a:pPr>
            <a:endParaRPr>
              <a:solidFill>
                <a:srgbClr val="434343"/>
              </a:solidFill>
            </a:endParaRPr>
          </a:p>
        </p:txBody>
      </p:sp>
      <p:pic>
        <p:nvPicPr>
          <p:cNvPr id="460" name="Google Shape;460;p67"/>
          <p:cNvPicPr preferRelativeResize="0"/>
          <p:nvPr/>
        </p:nvPicPr>
        <p:blipFill rotWithShape="1">
          <a:blip r:embed="rId3">
            <a:alphaModFix/>
          </a:blip>
          <a:srcRect t="12135" r="-4515" b="5424"/>
          <a:stretch/>
        </p:blipFill>
        <p:spPr>
          <a:xfrm>
            <a:off x="247875" y="2019425"/>
            <a:ext cx="8793450" cy="2311200"/>
          </a:xfrm>
          <a:prstGeom prst="rect">
            <a:avLst/>
          </a:prstGeom>
          <a:noFill/>
          <a:ln>
            <a:noFill/>
          </a:ln>
        </p:spPr>
      </p:pic>
      <p:sp>
        <p:nvSpPr>
          <p:cNvPr id="461" name="Google Shape;461;p67"/>
          <p:cNvSpPr/>
          <p:nvPr/>
        </p:nvSpPr>
        <p:spPr>
          <a:xfrm>
            <a:off x="3589750" y="2019425"/>
            <a:ext cx="4795200" cy="2679000"/>
          </a:xfrm>
          <a:prstGeom prst="rect">
            <a:avLst/>
          </a:prstGeom>
          <a:noFill/>
          <a:ln w="762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pic>
        <p:nvPicPr>
          <p:cNvPr id="462" name="Google Shape;462;p67"/>
          <p:cNvPicPr preferRelativeResize="0"/>
          <p:nvPr/>
        </p:nvPicPr>
        <p:blipFill>
          <a:blip r:embed="rId4">
            <a:alphaModFix/>
          </a:blip>
          <a:stretch>
            <a:fillRect/>
          </a:stretch>
        </p:blipFill>
        <p:spPr>
          <a:xfrm>
            <a:off x="6739025" y="1333525"/>
            <a:ext cx="1645925" cy="261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68"/>
          <p:cNvSpPr txBox="1">
            <a:spLocks noGrp="1"/>
          </p:cNvSpPr>
          <p:nvPr>
            <p:ph type="title"/>
          </p:nvPr>
        </p:nvSpPr>
        <p:spPr>
          <a:xfrm>
            <a:off x="180900" y="705425"/>
            <a:ext cx="4478400" cy="115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Montserrat"/>
                <a:ea typeface="Montserrat"/>
                <a:cs typeface="Montserrat"/>
                <a:sym typeface="Montserrat"/>
              </a:rPr>
              <a:t>3) Find a suitable orthogonal array with the smallest number of runs L</a:t>
            </a:r>
            <a:r>
              <a:rPr lang="en" sz="1500" baseline="-25000">
                <a:latin typeface="Montserrat"/>
                <a:ea typeface="Montserrat"/>
                <a:cs typeface="Montserrat"/>
                <a:sym typeface="Montserrat"/>
              </a:rPr>
              <a:t>Runs</a:t>
            </a:r>
            <a:r>
              <a:rPr lang="en" sz="1500">
                <a:latin typeface="Montserrat"/>
                <a:ea typeface="Montserrat"/>
                <a:cs typeface="Montserrat"/>
                <a:sym typeface="Montserrat"/>
              </a:rPr>
              <a:t>(X</a:t>
            </a:r>
            <a:r>
              <a:rPr lang="en" sz="1500" baseline="30000">
                <a:latin typeface="Montserrat"/>
                <a:ea typeface="Montserrat"/>
                <a:cs typeface="Montserrat"/>
                <a:sym typeface="Montserrat"/>
              </a:rPr>
              <a:t>Y</a:t>
            </a:r>
            <a:r>
              <a:rPr lang="en" sz="1500">
                <a:latin typeface="Montserrat"/>
                <a:ea typeface="Montserrat"/>
                <a:cs typeface="Montserrat"/>
                <a:sym typeface="Montserrat"/>
              </a:rPr>
              <a:t>), where X is the number of levels and Y is the number of factors</a:t>
            </a:r>
            <a:endParaRPr sz="1500">
              <a:latin typeface="Montserrat"/>
              <a:ea typeface="Montserrat"/>
              <a:cs typeface="Montserrat"/>
              <a:sym typeface="Montserrat"/>
            </a:endParaRPr>
          </a:p>
          <a:p>
            <a:pPr marL="0" lvl="0" indent="0" algn="l" rtl="0">
              <a:spcBef>
                <a:spcPts val="0"/>
              </a:spcBef>
              <a:spcAft>
                <a:spcPts val="0"/>
              </a:spcAft>
              <a:buNone/>
            </a:pPr>
            <a:endParaRPr sz="1800">
              <a:solidFill>
                <a:srgbClr val="434343"/>
              </a:solidFill>
            </a:endParaRPr>
          </a:p>
          <a:p>
            <a:pPr marL="0" lvl="0" indent="0" algn="l" rtl="0">
              <a:spcBef>
                <a:spcPts val="0"/>
              </a:spcBef>
              <a:spcAft>
                <a:spcPts val="0"/>
              </a:spcAft>
              <a:buNone/>
            </a:pPr>
            <a:endParaRPr sz="1800">
              <a:solidFill>
                <a:srgbClr val="434343"/>
              </a:solidFill>
            </a:endParaRPr>
          </a:p>
          <a:p>
            <a:pPr marL="0" lvl="0" indent="0" algn="l" rtl="0">
              <a:spcBef>
                <a:spcPts val="0"/>
              </a:spcBef>
              <a:spcAft>
                <a:spcPts val="0"/>
              </a:spcAft>
              <a:buNone/>
            </a:pPr>
            <a:endParaRPr sz="1800">
              <a:solidFill>
                <a:srgbClr val="434343"/>
              </a:solidFill>
            </a:endParaRPr>
          </a:p>
        </p:txBody>
      </p:sp>
      <p:sp>
        <p:nvSpPr>
          <p:cNvPr id="468" name="Google Shape;468;p68"/>
          <p:cNvSpPr/>
          <p:nvPr/>
        </p:nvSpPr>
        <p:spPr>
          <a:xfrm>
            <a:off x="233825" y="2902250"/>
            <a:ext cx="4579200" cy="1402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900" b="1">
                <a:solidFill>
                  <a:srgbClr val="434343"/>
                </a:solidFill>
                <a:latin typeface="Playfair Display"/>
                <a:ea typeface="Playfair Display"/>
                <a:cs typeface="Playfair Display"/>
                <a:sym typeface="Playfair Display"/>
              </a:rPr>
              <a:t>A suitable array is one that has </a:t>
            </a:r>
            <a:r>
              <a:rPr lang="en" sz="1900" b="1" i="1">
                <a:solidFill>
                  <a:srgbClr val="434343"/>
                </a:solidFill>
                <a:latin typeface="Playfair Display"/>
                <a:ea typeface="Playfair Display"/>
                <a:cs typeface="Playfair Display"/>
                <a:sym typeface="Playfair Display"/>
              </a:rPr>
              <a:t>at least </a:t>
            </a:r>
            <a:r>
              <a:rPr lang="en" sz="1900" b="1">
                <a:solidFill>
                  <a:srgbClr val="434343"/>
                </a:solidFill>
                <a:latin typeface="Playfair Display"/>
                <a:ea typeface="Playfair Display"/>
                <a:cs typeface="Playfair Display"/>
                <a:sym typeface="Playfair Display"/>
              </a:rPr>
              <a:t>as many factors as needed from step 1 and has </a:t>
            </a:r>
            <a:r>
              <a:rPr lang="en" sz="1900" b="1" i="1">
                <a:solidFill>
                  <a:srgbClr val="434343"/>
                </a:solidFill>
                <a:latin typeface="Playfair Display"/>
                <a:ea typeface="Playfair Display"/>
                <a:cs typeface="Playfair Display"/>
                <a:sym typeface="Playfair Display"/>
              </a:rPr>
              <a:t>at leas</a:t>
            </a:r>
            <a:r>
              <a:rPr lang="en" sz="1900" b="1">
                <a:solidFill>
                  <a:srgbClr val="434343"/>
                </a:solidFill>
                <a:latin typeface="Playfair Display"/>
                <a:ea typeface="Playfair Display"/>
                <a:cs typeface="Playfair Display"/>
                <a:sym typeface="Playfair Display"/>
              </a:rPr>
              <a:t>t as many levels for each of those factors as identified in step 2.</a:t>
            </a:r>
            <a:endParaRPr>
              <a:solidFill>
                <a:srgbClr val="434343"/>
              </a:solidFill>
              <a:latin typeface="Montserrat"/>
              <a:ea typeface="Montserrat"/>
              <a:cs typeface="Montserrat"/>
              <a:sym typeface="Montserrat"/>
            </a:endParaRPr>
          </a:p>
        </p:txBody>
      </p:sp>
      <p:pic>
        <p:nvPicPr>
          <p:cNvPr id="469" name="Google Shape;469;p68"/>
          <p:cNvPicPr preferRelativeResize="0"/>
          <p:nvPr/>
        </p:nvPicPr>
        <p:blipFill>
          <a:blip r:embed="rId3">
            <a:alphaModFix/>
          </a:blip>
          <a:stretch>
            <a:fillRect/>
          </a:stretch>
        </p:blipFill>
        <p:spPr>
          <a:xfrm>
            <a:off x="5490275" y="599650"/>
            <a:ext cx="3715800" cy="4271984"/>
          </a:xfrm>
          <a:prstGeom prst="rect">
            <a:avLst/>
          </a:prstGeom>
          <a:noFill/>
          <a:ln>
            <a:noFill/>
          </a:ln>
        </p:spPr>
      </p:pic>
      <p:sp>
        <p:nvSpPr>
          <p:cNvPr id="470" name="Google Shape;470;p68"/>
          <p:cNvSpPr/>
          <p:nvPr/>
        </p:nvSpPr>
        <p:spPr>
          <a:xfrm>
            <a:off x="6442775" y="1593950"/>
            <a:ext cx="2437800" cy="401700"/>
          </a:xfrm>
          <a:prstGeom prst="rect">
            <a:avLst/>
          </a:prstGeom>
          <a:noFill/>
          <a:ln w="19050" cap="flat" cmpd="sng">
            <a:solidFill>
              <a:srgbClr val="FF6B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71" name="Google Shape;471;p68"/>
          <p:cNvSpPr/>
          <p:nvPr/>
        </p:nvSpPr>
        <p:spPr>
          <a:xfrm>
            <a:off x="6536525" y="2129725"/>
            <a:ext cx="201000" cy="8304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72" name="Google Shape;472;p68"/>
          <p:cNvSpPr/>
          <p:nvPr/>
        </p:nvSpPr>
        <p:spPr>
          <a:xfrm>
            <a:off x="6536525" y="3849225"/>
            <a:ext cx="201000" cy="8304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73" name="Google Shape;473;p68"/>
          <p:cNvSpPr/>
          <p:nvPr/>
        </p:nvSpPr>
        <p:spPr>
          <a:xfrm>
            <a:off x="6536525" y="2989475"/>
            <a:ext cx="201000" cy="8304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69"/>
          <p:cNvSpPr txBox="1">
            <a:spLocks noGrp="1"/>
          </p:cNvSpPr>
          <p:nvPr>
            <p:ph type="title"/>
          </p:nvPr>
        </p:nvSpPr>
        <p:spPr>
          <a:xfrm>
            <a:off x="180900" y="507000"/>
            <a:ext cx="8585700" cy="54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500">
                <a:latin typeface="Montserrat"/>
                <a:ea typeface="Montserrat"/>
                <a:cs typeface="Montserrat"/>
                <a:sym typeface="Montserrat"/>
              </a:rPr>
              <a:t>4) Map the variables to the factors and values of each variable to the levels on the array.</a:t>
            </a:r>
            <a:endParaRPr sz="1500">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2000">
              <a:solidFill>
                <a:srgbClr val="434343"/>
              </a:solidFill>
            </a:endParaRPr>
          </a:p>
          <a:p>
            <a:pPr marL="0" lvl="0" indent="0" algn="l" rtl="0">
              <a:spcBef>
                <a:spcPts val="0"/>
              </a:spcBef>
              <a:spcAft>
                <a:spcPts val="0"/>
              </a:spcAft>
              <a:buNone/>
            </a:pPr>
            <a:endParaRPr sz="2000">
              <a:solidFill>
                <a:srgbClr val="434343"/>
              </a:solidFill>
            </a:endParaRPr>
          </a:p>
        </p:txBody>
      </p:sp>
      <p:pic>
        <p:nvPicPr>
          <p:cNvPr id="479" name="Google Shape;479;p69"/>
          <p:cNvPicPr preferRelativeResize="0"/>
          <p:nvPr/>
        </p:nvPicPr>
        <p:blipFill>
          <a:blip r:embed="rId3">
            <a:alphaModFix/>
          </a:blip>
          <a:stretch>
            <a:fillRect/>
          </a:stretch>
        </p:blipFill>
        <p:spPr>
          <a:xfrm>
            <a:off x="1752150" y="1290800"/>
            <a:ext cx="6524108" cy="3776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70"/>
          <p:cNvSpPr txBox="1">
            <a:spLocks noGrp="1"/>
          </p:cNvSpPr>
          <p:nvPr>
            <p:ph type="title"/>
          </p:nvPr>
        </p:nvSpPr>
        <p:spPr>
          <a:xfrm>
            <a:off x="180900" y="507000"/>
            <a:ext cx="8585700" cy="54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Montserrat"/>
                <a:ea typeface="Montserrat"/>
                <a:cs typeface="Montserrat"/>
                <a:sym typeface="Montserrat"/>
              </a:rPr>
              <a:t>5)  Check for any “left-over” levels in the array that have not been mapped. Choose valid values for those left-over levels.</a:t>
            </a:r>
            <a:endParaRPr sz="1500">
              <a:latin typeface="Montserrat"/>
              <a:ea typeface="Montserrat"/>
              <a:cs typeface="Montserrat"/>
              <a:sym typeface="Montserrat"/>
            </a:endParaRPr>
          </a:p>
          <a:p>
            <a:pPr marL="457200" lvl="0" indent="-323850" algn="l" rtl="0">
              <a:spcBef>
                <a:spcPts val="0"/>
              </a:spcBef>
              <a:spcAft>
                <a:spcPts val="0"/>
              </a:spcAft>
              <a:buSzPts val="1500"/>
              <a:buAutoNum type="arabicParenR"/>
            </a:pPr>
            <a:r>
              <a:rPr lang="en" sz="1500">
                <a:latin typeface="Montserrat"/>
                <a:ea typeface="Montserrat"/>
                <a:cs typeface="Montserrat"/>
                <a:sym typeface="Montserrat"/>
              </a:rPr>
              <a:t>Arbitrary</a:t>
            </a:r>
            <a:endParaRPr sz="1500">
              <a:latin typeface="Montserrat"/>
              <a:ea typeface="Montserrat"/>
              <a:cs typeface="Montserrat"/>
              <a:sym typeface="Montserrat"/>
            </a:endParaRPr>
          </a:p>
          <a:p>
            <a:pPr marL="457200" lvl="0" indent="-323850" algn="l" rtl="0">
              <a:spcBef>
                <a:spcPts val="0"/>
              </a:spcBef>
              <a:spcAft>
                <a:spcPts val="0"/>
              </a:spcAft>
              <a:buSzPts val="1500"/>
              <a:buAutoNum type="arabicParenR"/>
            </a:pPr>
            <a:r>
              <a:rPr lang="en" sz="1500">
                <a:latin typeface="Montserrat"/>
                <a:ea typeface="Montserrat"/>
                <a:cs typeface="Montserrat"/>
                <a:sym typeface="Montserrat"/>
              </a:rPr>
              <a:t>Cyclic rotation </a:t>
            </a:r>
            <a:endParaRPr sz="1500">
              <a:latin typeface="Montserrat"/>
              <a:ea typeface="Montserrat"/>
              <a:cs typeface="Montserrat"/>
              <a:sym typeface="Montserrat"/>
            </a:endParaRPr>
          </a:p>
          <a:p>
            <a:pPr marL="0" lvl="0" indent="0" algn="l" rtl="0">
              <a:spcBef>
                <a:spcPts val="0"/>
              </a:spcBef>
              <a:spcAft>
                <a:spcPts val="0"/>
              </a:spcAft>
              <a:buNone/>
            </a:pPr>
            <a:endParaRPr sz="1500">
              <a:latin typeface="Montserrat"/>
              <a:ea typeface="Montserrat"/>
              <a:cs typeface="Montserrat"/>
              <a:sym typeface="Montserrat"/>
            </a:endParaRPr>
          </a:p>
          <a:p>
            <a:pPr marL="0" lvl="0" indent="0" algn="l" rtl="0">
              <a:spcBef>
                <a:spcPts val="0"/>
              </a:spcBef>
              <a:spcAft>
                <a:spcPts val="0"/>
              </a:spcAft>
              <a:buNone/>
            </a:pPr>
            <a:endParaRPr sz="2000">
              <a:solidFill>
                <a:srgbClr val="434343"/>
              </a:solidFill>
            </a:endParaRPr>
          </a:p>
          <a:p>
            <a:pPr marL="0" lvl="0" indent="0" algn="l" rtl="0">
              <a:spcBef>
                <a:spcPts val="0"/>
              </a:spcBef>
              <a:spcAft>
                <a:spcPts val="0"/>
              </a:spcAft>
              <a:buNone/>
            </a:pPr>
            <a:endParaRPr sz="2000">
              <a:solidFill>
                <a:srgbClr val="434343"/>
              </a:solidFill>
            </a:endParaRPr>
          </a:p>
        </p:txBody>
      </p:sp>
      <p:pic>
        <p:nvPicPr>
          <p:cNvPr id="485" name="Google Shape;485;p70"/>
          <p:cNvPicPr preferRelativeResize="0"/>
          <p:nvPr/>
        </p:nvPicPr>
        <p:blipFill>
          <a:blip r:embed="rId3">
            <a:alphaModFix/>
          </a:blip>
          <a:stretch>
            <a:fillRect/>
          </a:stretch>
        </p:blipFill>
        <p:spPr>
          <a:xfrm>
            <a:off x="2349603" y="1164000"/>
            <a:ext cx="6966325" cy="3713800"/>
          </a:xfrm>
          <a:prstGeom prst="rect">
            <a:avLst/>
          </a:prstGeom>
          <a:noFill/>
          <a:ln>
            <a:noFill/>
          </a:ln>
        </p:spPr>
      </p:pic>
      <p:sp>
        <p:nvSpPr>
          <p:cNvPr id="486" name="Google Shape;486;p70"/>
          <p:cNvSpPr/>
          <p:nvPr/>
        </p:nvSpPr>
        <p:spPr>
          <a:xfrm>
            <a:off x="4667950" y="2487213"/>
            <a:ext cx="1604000" cy="270600"/>
          </a:xfrm>
          <a:prstGeom prst="flowChartProcess">
            <a:avLst/>
          </a:prstGeom>
          <a:noFill/>
          <a:ln w="3810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87" name="Google Shape;487;p70"/>
          <p:cNvSpPr/>
          <p:nvPr/>
        </p:nvSpPr>
        <p:spPr>
          <a:xfrm>
            <a:off x="4633425" y="3339625"/>
            <a:ext cx="1604000" cy="270600"/>
          </a:xfrm>
          <a:prstGeom prst="flowChartProcess">
            <a:avLst/>
          </a:prstGeom>
          <a:noFill/>
          <a:ln w="3810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488" name="Google Shape;488;p70"/>
          <p:cNvSpPr/>
          <p:nvPr/>
        </p:nvSpPr>
        <p:spPr>
          <a:xfrm>
            <a:off x="4667950" y="4192025"/>
            <a:ext cx="1604000" cy="270600"/>
          </a:xfrm>
          <a:prstGeom prst="flowChartProcess">
            <a:avLst/>
          </a:prstGeom>
          <a:noFill/>
          <a:ln w="3810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71"/>
          <p:cNvSpPr txBox="1">
            <a:spLocks noGrp="1"/>
          </p:cNvSpPr>
          <p:nvPr>
            <p:ph type="title"/>
          </p:nvPr>
        </p:nvSpPr>
        <p:spPr>
          <a:xfrm>
            <a:off x="180900" y="507000"/>
            <a:ext cx="8585700" cy="54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a:latin typeface="Montserrat"/>
                <a:ea typeface="Montserrat"/>
                <a:cs typeface="Montserrat"/>
                <a:sym typeface="Montserrat"/>
              </a:rPr>
              <a:t>6) Transcribe the runs into test cases</a:t>
            </a:r>
            <a:endParaRPr sz="2000">
              <a:solidFill>
                <a:srgbClr val="434343"/>
              </a:solidFill>
            </a:endParaRPr>
          </a:p>
        </p:txBody>
      </p:sp>
      <p:sp>
        <p:nvSpPr>
          <p:cNvPr id="494" name="Google Shape;494;p71"/>
          <p:cNvSpPr txBox="1"/>
          <p:nvPr/>
        </p:nvSpPr>
        <p:spPr>
          <a:xfrm>
            <a:off x="482200" y="1111750"/>
            <a:ext cx="7809000" cy="364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500">
                <a:solidFill>
                  <a:schemeClr val="dk1"/>
                </a:solidFill>
                <a:latin typeface="Montserrat"/>
                <a:ea typeface="Montserrat"/>
                <a:cs typeface="Montserrat"/>
                <a:sym typeface="Montserrat"/>
              </a:rPr>
              <a:t>We generate nine test cases taking the test case values from each run.</a:t>
            </a:r>
            <a:endParaRPr sz="15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500">
                <a:solidFill>
                  <a:schemeClr val="dk1"/>
                </a:solidFill>
                <a:latin typeface="Montserrat"/>
                <a:ea typeface="Montserrat"/>
                <a:cs typeface="Montserrat"/>
                <a:sym typeface="Montserrat"/>
              </a:rPr>
              <a:t> Now let us examine the result:</a:t>
            </a:r>
            <a:endParaRPr sz="15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5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500">
                <a:solidFill>
                  <a:schemeClr val="dk1"/>
                </a:solidFill>
                <a:latin typeface="Montserrat"/>
                <a:ea typeface="Montserrat"/>
                <a:cs typeface="Montserrat"/>
                <a:sym typeface="Montserrat"/>
              </a:rPr>
              <a:t> • Each Browser is tested with every Plug-in, with every OS, and with</a:t>
            </a:r>
            <a:endParaRPr sz="15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500">
                <a:solidFill>
                  <a:schemeClr val="dk1"/>
                </a:solidFill>
                <a:latin typeface="Montserrat"/>
                <a:ea typeface="Montserrat"/>
                <a:cs typeface="Montserrat"/>
                <a:sym typeface="Montserrat"/>
              </a:rPr>
              <a:t> every Connection.</a:t>
            </a:r>
            <a:endParaRPr sz="15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5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500">
                <a:solidFill>
                  <a:schemeClr val="dk1"/>
                </a:solidFill>
                <a:latin typeface="Montserrat"/>
                <a:ea typeface="Montserrat"/>
                <a:cs typeface="Montserrat"/>
                <a:sym typeface="Montserrat"/>
              </a:rPr>
              <a:t> • Each Plug-in is tested with every Browser, with every OS, and with</a:t>
            </a:r>
            <a:endParaRPr sz="15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500">
                <a:solidFill>
                  <a:schemeClr val="dk1"/>
                </a:solidFill>
                <a:latin typeface="Montserrat"/>
                <a:ea typeface="Montserrat"/>
                <a:cs typeface="Montserrat"/>
                <a:sym typeface="Montserrat"/>
              </a:rPr>
              <a:t> every Connection.</a:t>
            </a:r>
            <a:endParaRPr sz="15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5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500">
                <a:solidFill>
                  <a:schemeClr val="dk1"/>
                </a:solidFill>
                <a:latin typeface="Montserrat"/>
                <a:ea typeface="Montserrat"/>
                <a:cs typeface="Montserrat"/>
                <a:sym typeface="Montserrat"/>
              </a:rPr>
              <a:t> • Each OS is tested with every Browser, with every Plug-in, and with</a:t>
            </a:r>
            <a:endParaRPr sz="15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500">
                <a:solidFill>
                  <a:schemeClr val="dk1"/>
                </a:solidFill>
                <a:latin typeface="Montserrat"/>
                <a:ea typeface="Montserrat"/>
                <a:cs typeface="Montserrat"/>
                <a:sym typeface="Montserrat"/>
              </a:rPr>
              <a:t> every Connection.</a:t>
            </a:r>
            <a:endParaRPr sz="15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5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500">
                <a:solidFill>
                  <a:schemeClr val="dk1"/>
                </a:solidFill>
                <a:latin typeface="Montserrat"/>
                <a:ea typeface="Montserrat"/>
                <a:cs typeface="Montserrat"/>
                <a:sym typeface="Montserrat"/>
              </a:rPr>
              <a:t> • Each Connection is tested with every Browser, with every Plug-in, and</a:t>
            </a:r>
            <a:endParaRPr sz="15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1500">
                <a:solidFill>
                  <a:schemeClr val="dk1"/>
                </a:solidFill>
                <a:latin typeface="Montserrat"/>
                <a:ea typeface="Montserrat"/>
                <a:cs typeface="Montserrat"/>
                <a:sym typeface="Montserrat"/>
              </a:rPr>
              <a:t> with every OS</a:t>
            </a:r>
            <a:endParaRPr sz="1500">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72"/>
          <p:cNvSpPr txBox="1">
            <a:spLocks noGrp="1"/>
          </p:cNvSpPr>
          <p:nvPr>
            <p:ph type="title"/>
          </p:nvPr>
        </p:nvSpPr>
        <p:spPr>
          <a:xfrm>
            <a:off x="45075" y="1077500"/>
            <a:ext cx="9099000" cy="126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b="0">
                <a:latin typeface="Montserrat"/>
                <a:ea typeface="Montserrat"/>
                <a:cs typeface="Montserrat"/>
                <a:sym typeface="Montserrat"/>
              </a:rPr>
              <a:t>Total number of test cases using All-Combination Testing: 3*3*3*2 = 54</a:t>
            </a:r>
            <a:endParaRPr sz="1900" b="0">
              <a:latin typeface="Montserrat"/>
              <a:ea typeface="Montserrat"/>
              <a:cs typeface="Montserrat"/>
              <a:sym typeface="Montserrat"/>
            </a:endParaRPr>
          </a:p>
          <a:p>
            <a:pPr marL="0" lvl="0" indent="0" algn="l" rtl="0">
              <a:spcBef>
                <a:spcPts val="0"/>
              </a:spcBef>
              <a:spcAft>
                <a:spcPts val="0"/>
              </a:spcAft>
              <a:buNone/>
            </a:pPr>
            <a:endParaRPr sz="1900" b="0">
              <a:latin typeface="Montserrat"/>
              <a:ea typeface="Montserrat"/>
              <a:cs typeface="Montserrat"/>
              <a:sym typeface="Montserrat"/>
            </a:endParaRPr>
          </a:p>
          <a:p>
            <a:pPr marL="0" lvl="0" indent="0" algn="l" rtl="0">
              <a:spcBef>
                <a:spcPts val="0"/>
              </a:spcBef>
              <a:spcAft>
                <a:spcPts val="0"/>
              </a:spcAft>
              <a:buNone/>
            </a:pPr>
            <a:r>
              <a:rPr lang="en" sz="1900" b="0">
                <a:latin typeface="Montserrat"/>
                <a:ea typeface="Montserrat"/>
                <a:cs typeface="Montserrat"/>
                <a:sym typeface="Montserrat"/>
              </a:rPr>
              <a:t>Total number of test cases using Pairwise Testing = 9</a:t>
            </a:r>
            <a:endParaRPr sz="1900" b="0">
              <a:latin typeface="Montserrat"/>
              <a:ea typeface="Montserrat"/>
              <a:cs typeface="Montserrat"/>
              <a:sym typeface="Montserrat"/>
            </a:endParaRPr>
          </a:p>
          <a:p>
            <a:pPr marL="0" lvl="0" indent="0" algn="l" rtl="0">
              <a:spcBef>
                <a:spcPts val="0"/>
              </a:spcBef>
              <a:spcAft>
                <a:spcPts val="0"/>
              </a:spcAft>
              <a:buNone/>
            </a:pPr>
            <a:endParaRPr sz="1900" b="0">
              <a:latin typeface="Montserrat"/>
              <a:ea typeface="Montserrat"/>
              <a:cs typeface="Montserrat"/>
              <a:sym typeface="Montserrat"/>
            </a:endParaRPr>
          </a:p>
          <a:p>
            <a:pPr marL="0" lvl="0" indent="0" algn="l" rtl="0">
              <a:spcBef>
                <a:spcPts val="0"/>
              </a:spcBef>
              <a:spcAft>
                <a:spcPts val="0"/>
              </a:spcAft>
              <a:buNone/>
            </a:pPr>
            <a:endParaRPr sz="1900" b="0">
              <a:latin typeface="Montserrat"/>
              <a:ea typeface="Montserrat"/>
              <a:cs typeface="Montserrat"/>
              <a:sym typeface="Montserrat"/>
            </a:endParaRPr>
          </a:p>
          <a:p>
            <a:pPr marL="0" lvl="0" indent="0" algn="l" rtl="0">
              <a:spcBef>
                <a:spcPts val="0"/>
              </a:spcBef>
              <a:spcAft>
                <a:spcPts val="0"/>
              </a:spcAft>
              <a:buNone/>
            </a:pPr>
            <a:endParaRPr sz="1900" b="0">
              <a:latin typeface="Montserrat"/>
              <a:ea typeface="Montserrat"/>
              <a:cs typeface="Montserrat"/>
              <a:sym typeface="Montserrat"/>
            </a:endParaRPr>
          </a:p>
          <a:p>
            <a:pPr marL="0" lvl="0" indent="0" algn="l" rtl="0">
              <a:spcBef>
                <a:spcPts val="0"/>
              </a:spcBef>
              <a:spcAft>
                <a:spcPts val="0"/>
              </a:spcAft>
              <a:buNone/>
            </a:pPr>
            <a:endParaRPr sz="1900" b="0">
              <a:latin typeface="Montserrat"/>
              <a:ea typeface="Montserrat"/>
              <a:cs typeface="Montserrat"/>
              <a:sym typeface="Montserrat"/>
            </a:endParaRPr>
          </a:p>
        </p:txBody>
      </p:sp>
      <p:pic>
        <p:nvPicPr>
          <p:cNvPr id="500" name="Google Shape;500;p72"/>
          <p:cNvPicPr preferRelativeResize="0"/>
          <p:nvPr/>
        </p:nvPicPr>
        <p:blipFill rotWithShape="1">
          <a:blip r:embed="rId3">
            <a:alphaModFix/>
          </a:blip>
          <a:srcRect r="9657"/>
          <a:stretch/>
        </p:blipFill>
        <p:spPr>
          <a:xfrm>
            <a:off x="4238950" y="2236075"/>
            <a:ext cx="4688949" cy="2766850"/>
          </a:xfrm>
          <a:prstGeom prst="rect">
            <a:avLst/>
          </a:prstGeom>
          <a:noFill/>
          <a:ln>
            <a:noFill/>
          </a:ln>
        </p:spPr>
      </p:pic>
      <p:pic>
        <p:nvPicPr>
          <p:cNvPr id="501" name="Google Shape;501;p72"/>
          <p:cNvPicPr preferRelativeResize="0"/>
          <p:nvPr/>
        </p:nvPicPr>
        <p:blipFill rotWithShape="1">
          <a:blip r:embed="rId4">
            <a:alphaModFix/>
          </a:blip>
          <a:srcRect l="37097" t="12135" r="7226" b="5424"/>
          <a:stretch/>
        </p:blipFill>
        <p:spPr>
          <a:xfrm>
            <a:off x="78175" y="2744236"/>
            <a:ext cx="3548025" cy="1750550"/>
          </a:xfrm>
          <a:prstGeom prst="rect">
            <a:avLst/>
          </a:prstGeom>
          <a:noFill/>
          <a:ln>
            <a:noFill/>
          </a:ln>
        </p:spPr>
      </p:pic>
      <p:cxnSp>
        <p:nvCxnSpPr>
          <p:cNvPr id="502" name="Google Shape;502;p72"/>
          <p:cNvCxnSpPr/>
          <p:nvPr/>
        </p:nvCxnSpPr>
        <p:spPr>
          <a:xfrm>
            <a:off x="3626200" y="3541313"/>
            <a:ext cx="255900" cy="0"/>
          </a:xfrm>
          <a:prstGeom prst="straightConnector1">
            <a:avLst/>
          </a:prstGeom>
          <a:noFill/>
          <a:ln w="9525" cap="flat" cmpd="sng">
            <a:solidFill>
              <a:schemeClr val="dk2"/>
            </a:solidFill>
            <a:prstDash val="solid"/>
            <a:round/>
            <a:headEnd type="none" w="med" len="med"/>
            <a:tailEnd type="triangle" w="med" len="med"/>
          </a:ln>
        </p:spPr>
      </p:cxnSp>
      <p:sp>
        <p:nvSpPr>
          <p:cNvPr id="503" name="Google Shape;503;p72"/>
          <p:cNvSpPr txBox="1"/>
          <p:nvPr/>
        </p:nvSpPr>
        <p:spPr>
          <a:xfrm>
            <a:off x="3882100" y="3341213"/>
            <a:ext cx="28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Montserrat"/>
                <a:ea typeface="Montserrat"/>
                <a:cs typeface="Montserrat"/>
                <a:sym typeface="Montserrat"/>
              </a:rPr>
              <a:t>3</a:t>
            </a:r>
            <a:endParaRPr sz="300"/>
          </a:p>
        </p:txBody>
      </p:sp>
      <p:cxnSp>
        <p:nvCxnSpPr>
          <p:cNvPr id="504" name="Google Shape;504;p72"/>
          <p:cNvCxnSpPr/>
          <p:nvPr/>
        </p:nvCxnSpPr>
        <p:spPr>
          <a:xfrm>
            <a:off x="2570200" y="4127313"/>
            <a:ext cx="255900" cy="0"/>
          </a:xfrm>
          <a:prstGeom prst="straightConnector1">
            <a:avLst/>
          </a:prstGeom>
          <a:noFill/>
          <a:ln w="9525" cap="flat" cmpd="sng">
            <a:solidFill>
              <a:schemeClr val="dk2"/>
            </a:solidFill>
            <a:prstDash val="solid"/>
            <a:round/>
            <a:headEnd type="none" w="med" len="med"/>
            <a:tailEnd type="triangle" w="med" len="med"/>
          </a:ln>
        </p:spPr>
      </p:cxnSp>
      <p:sp>
        <p:nvSpPr>
          <p:cNvPr id="505" name="Google Shape;505;p72"/>
          <p:cNvSpPr txBox="1"/>
          <p:nvPr/>
        </p:nvSpPr>
        <p:spPr>
          <a:xfrm>
            <a:off x="2826100" y="3927213"/>
            <a:ext cx="28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Montserrat"/>
                <a:ea typeface="Montserrat"/>
                <a:cs typeface="Montserrat"/>
                <a:sym typeface="Montserrat"/>
              </a:rPr>
              <a:t>3</a:t>
            </a:r>
            <a:endParaRPr sz="300"/>
          </a:p>
        </p:txBody>
      </p:sp>
      <p:cxnSp>
        <p:nvCxnSpPr>
          <p:cNvPr id="506" name="Google Shape;506;p72"/>
          <p:cNvCxnSpPr/>
          <p:nvPr/>
        </p:nvCxnSpPr>
        <p:spPr>
          <a:xfrm>
            <a:off x="1755875" y="4384263"/>
            <a:ext cx="255900" cy="0"/>
          </a:xfrm>
          <a:prstGeom prst="straightConnector1">
            <a:avLst/>
          </a:prstGeom>
          <a:noFill/>
          <a:ln w="9525" cap="flat" cmpd="sng">
            <a:solidFill>
              <a:schemeClr val="dk2"/>
            </a:solidFill>
            <a:prstDash val="solid"/>
            <a:round/>
            <a:headEnd type="none" w="med" len="med"/>
            <a:tailEnd type="triangle" w="med" len="med"/>
          </a:ln>
        </p:spPr>
      </p:cxnSp>
      <p:sp>
        <p:nvSpPr>
          <p:cNvPr id="507" name="Google Shape;507;p72"/>
          <p:cNvSpPr txBox="1"/>
          <p:nvPr/>
        </p:nvSpPr>
        <p:spPr>
          <a:xfrm>
            <a:off x="2011775" y="4184163"/>
            <a:ext cx="28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Montserrat"/>
                <a:ea typeface="Montserrat"/>
                <a:cs typeface="Montserrat"/>
                <a:sym typeface="Montserrat"/>
              </a:rPr>
              <a:t>3</a:t>
            </a:r>
            <a:endParaRPr sz="300"/>
          </a:p>
        </p:txBody>
      </p:sp>
      <p:cxnSp>
        <p:nvCxnSpPr>
          <p:cNvPr id="508" name="Google Shape;508;p72"/>
          <p:cNvCxnSpPr/>
          <p:nvPr/>
        </p:nvCxnSpPr>
        <p:spPr>
          <a:xfrm>
            <a:off x="2300075" y="3827913"/>
            <a:ext cx="255900" cy="0"/>
          </a:xfrm>
          <a:prstGeom prst="straightConnector1">
            <a:avLst/>
          </a:prstGeom>
          <a:noFill/>
          <a:ln w="9525" cap="flat" cmpd="sng">
            <a:solidFill>
              <a:schemeClr val="dk2"/>
            </a:solidFill>
            <a:prstDash val="solid"/>
            <a:round/>
            <a:headEnd type="none" w="med" len="med"/>
            <a:tailEnd type="triangle" w="med" len="med"/>
          </a:ln>
        </p:spPr>
      </p:cxnSp>
      <p:sp>
        <p:nvSpPr>
          <p:cNvPr id="509" name="Google Shape;509;p72"/>
          <p:cNvSpPr txBox="1"/>
          <p:nvPr/>
        </p:nvSpPr>
        <p:spPr>
          <a:xfrm>
            <a:off x="2555975" y="3627813"/>
            <a:ext cx="28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Montserrat"/>
                <a:ea typeface="Montserrat"/>
                <a:cs typeface="Montserrat"/>
                <a:sym typeface="Montserrat"/>
              </a:rPr>
              <a:t>2</a:t>
            </a:r>
            <a:endParaRPr sz="30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73"/>
          <p:cNvSpPr txBox="1">
            <a:spLocks noGrp="1"/>
          </p:cNvSpPr>
          <p:nvPr>
            <p:ph type="title"/>
          </p:nvPr>
        </p:nvSpPr>
        <p:spPr>
          <a:xfrm>
            <a:off x="713250" y="2298750"/>
            <a:ext cx="7717500" cy="54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 You</a:t>
            </a:r>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inimalist Green Slides by Slidesgo">
  <a:themeElements>
    <a:clrScheme name="Simple Light">
      <a:dk1>
        <a:srgbClr val="000000"/>
      </a:dk1>
      <a:lt1>
        <a:srgbClr val="FFFFFF"/>
      </a:lt1>
      <a:dk2>
        <a:srgbClr val="A6BFA5"/>
      </a:dk2>
      <a:lt2>
        <a:srgbClr val="C9D8C8"/>
      </a:lt2>
      <a:accent1>
        <a:srgbClr val="161922"/>
      </a:accent1>
      <a:accent2>
        <a:srgbClr val="FFFFFF"/>
      </a:accent2>
      <a:accent3>
        <a:srgbClr val="A6BFA5"/>
      </a:accent3>
      <a:accent4>
        <a:srgbClr val="C9D8C8"/>
      </a:accent4>
      <a:accent5>
        <a:srgbClr val="000000"/>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2818</TotalTime>
  <Words>1865</Words>
  <Application>Microsoft Office PowerPoint</Application>
  <PresentationFormat>On-screen Show (16:9)</PresentationFormat>
  <Paragraphs>201</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Montserrat</vt:lpstr>
      <vt:lpstr>Arial</vt:lpstr>
      <vt:lpstr>Playfair Display</vt:lpstr>
      <vt:lpstr>Roboto Condensed Light</vt:lpstr>
      <vt:lpstr>Playfair Display SemiBold</vt:lpstr>
      <vt:lpstr>Minimalist Green Slides by Slidesgo</vt:lpstr>
      <vt:lpstr>Pairwise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Orthogonal Testing</vt:lpstr>
      <vt:lpstr>PowerPoint Presentation</vt:lpstr>
      <vt:lpstr>PowerPoint Presentation</vt:lpstr>
      <vt:lpstr>PowerPoint Presentation</vt:lpstr>
      <vt:lpstr>Steps of a technique to generate orthogonal arrays</vt:lpstr>
      <vt:lpstr>1) Identify the maximum number of independent input variables with which a system will be tested. This will map to the factors of the array—each input variable maps to a different factor. </vt:lpstr>
      <vt:lpstr>2) Identify the maximum number of values that each independent variable will take. This will map to the levels of the array.  </vt:lpstr>
      <vt:lpstr>3) Find a suitable orthogonal array with the smallest number of runs LRuns(XY), where X is the number of levels and Y is the number of factors   </vt:lpstr>
      <vt:lpstr>4) Map the variables to the factors and values of each variable to the levels on the array.  </vt:lpstr>
      <vt:lpstr>5)  Check for any “left-over” levels in the array that have not been mapped. Choose valid values for those left-over levels. Arbitrary Cyclic rotation    </vt:lpstr>
      <vt:lpstr>6) Transcribe the runs into test cases</vt:lpstr>
      <vt:lpstr>Total number of test cases using All-Combination Testing: 3*3*3*2 = 54  Total number of test cases using Pairwise Testing = 9    </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Pairwise Testing And Orthogonal Array</dc:title>
  <dc:creator>Waqas</dc:creator>
  <cp:lastModifiedBy>Waqas</cp:lastModifiedBy>
  <cp:revision>20</cp:revision>
  <dcterms:modified xsi:type="dcterms:W3CDTF">2026-03-04T17:04:48Z</dcterms:modified>
</cp:coreProperties>
</file>