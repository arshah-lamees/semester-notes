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995-EE34-4AC7-93BE-A46B9B3433C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92A1-5843-4AAE-B86E-6857EB26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50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995-EE34-4AC7-93BE-A46B9B3433C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92A1-5843-4AAE-B86E-6857EB26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70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995-EE34-4AC7-93BE-A46B9B3433C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92A1-5843-4AAE-B86E-6857EB26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680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995-EE34-4AC7-93BE-A46B9B3433C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92A1-5843-4AAE-B86E-6857EB26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36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995-EE34-4AC7-93BE-A46B9B3433C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92A1-5843-4AAE-B86E-6857EB26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0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995-EE34-4AC7-93BE-A46B9B3433C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92A1-5843-4AAE-B86E-6857EB26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11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995-EE34-4AC7-93BE-A46B9B3433C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92A1-5843-4AAE-B86E-6857EB26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08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995-EE34-4AC7-93BE-A46B9B3433C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92A1-5843-4AAE-B86E-6857EB26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56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995-EE34-4AC7-93BE-A46B9B3433C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92A1-5843-4AAE-B86E-6857EB26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28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995-EE34-4AC7-93BE-A46B9B3433C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92A1-5843-4AAE-B86E-6857EB26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995-EE34-4AC7-93BE-A46B9B3433C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92A1-5843-4AAE-B86E-6857EB26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4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03995-EE34-4AC7-93BE-A46B9B3433C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692A1-5843-4AAE-B86E-6857EB26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604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16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Calculation of </a:t>
            </a:r>
            <a:r>
              <a:rPr lang="en-US" dirty="0" err="1" smtClean="0"/>
              <a:t>Cyclomatic</a:t>
            </a:r>
            <a:r>
              <a:rPr lang="en-US" dirty="0" smtClean="0"/>
              <a:t>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V(G)=e-n+2P </a:t>
            </a:r>
          </a:p>
          <a:p>
            <a:r>
              <a:rPr lang="en-US" dirty="0" smtClean="0"/>
              <a:t>Where e: number of edges of a graph G </a:t>
            </a:r>
          </a:p>
          <a:p>
            <a:pPr lvl="1"/>
            <a:r>
              <a:rPr lang="en-US" dirty="0" smtClean="0"/>
              <a:t>n: number of nodes of a graph G </a:t>
            </a:r>
          </a:p>
          <a:p>
            <a:pPr lvl="1"/>
            <a:r>
              <a:rPr lang="en-US" dirty="0" smtClean="0"/>
              <a:t>P: number of connected components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90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21122" cy="61403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754" y="0"/>
            <a:ext cx="4785883" cy="33027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754" y="3302757"/>
            <a:ext cx="4823631" cy="225188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248" y="0"/>
            <a:ext cx="2378483" cy="561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7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582" y="172516"/>
            <a:ext cx="5658675" cy="24478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876" y="2760046"/>
            <a:ext cx="8756079" cy="14980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876" y="4623037"/>
            <a:ext cx="932497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2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589" y="118778"/>
            <a:ext cx="5238750" cy="27717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943" y="3057525"/>
            <a:ext cx="9107144" cy="9003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452" y="4338566"/>
            <a:ext cx="938212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32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9618"/>
            <a:ext cx="10697500" cy="655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6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All paths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Statement                            1-15</a:t>
            </a:r>
          </a:p>
          <a:p>
            <a:r>
              <a:rPr lang="en-US" dirty="0" smtClean="0"/>
              <a:t>Branch                                   1-15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     1-7, 10, 13-15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Condition 	</a:t>
            </a:r>
            <a:r>
              <a:rPr lang="en-US" dirty="0"/>
              <a:t> </a:t>
            </a:r>
            <a:r>
              <a:rPr lang="en-US" dirty="0" smtClean="0"/>
              <a:t>                     1-15</a:t>
            </a:r>
          </a:p>
          <a:p>
            <a:pPr marL="0" indent="0">
              <a:buNone/>
            </a:pPr>
            <a:r>
              <a:rPr lang="en-US" dirty="0" smtClean="0"/>
              <a:t>                                                   1-10, 13-15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      1-7, 10-15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      </a:t>
            </a:r>
            <a:r>
              <a:rPr lang="en-US" b="1" dirty="0" smtClean="0"/>
              <a:t>1-7, 10, 13-15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      	  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295" y="1825625"/>
            <a:ext cx="2085975" cy="1152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704" y="4329538"/>
            <a:ext cx="3805290" cy="140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All paths</a:t>
            </a:r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295" y="1825625"/>
            <a:ext cx="2085975" cy="1152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982" y="3713328"/>
            <a:ext cx="93726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343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Basis Paths?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791" y="1509712"/>
            <a:ext cx="11150984" cy="239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742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4626295" cy="22642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441" y="1868805"/>
            <a:ext cx="6950390" cy="476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99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233" y="3357154"/>
            <a:ext cx="6689835" cy="35008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54" y="11158"/>
            <a:ext cx="4238262" cy="334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56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" y="0"/>
            <a:ext cx="10433277" cy="33876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51" y="3885249"/>
            <a:ext cx="8693851" cy="181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058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210910"/>
            <a:ext cx="8993777" cy="600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649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78" y="670695"/>
            <a:ext cx="11419363" cy="450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53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1976</TotalTime>
  <Words>51</Words>
  <Application>Microsoft Office PowerPoint</Application>
  <PresentationFormat>Widescreen</PresentationFormat>
  <Paragraphs>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Calculation of Cyclomatic Complexity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Basis Paths?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Waqas</dc:creator>
  <cp:lastModifiedBy>Waqas</cp:lastModifiedBy>
  <cp:revision>9</cp:revision>
  <dcterms:created xsi:type="dcterms:W3CDTF">2025-09-17T12:45:55Z</dcterms:created>
  <dcterms:modified xsi:type="dcterms:W3CDTF">2026-02-03T13:55:53Z</dcterms:modified>
</cp:coreProperties>
</file>