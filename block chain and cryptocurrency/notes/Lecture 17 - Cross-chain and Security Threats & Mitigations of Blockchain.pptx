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E967-C65C-45DF-A91F-A63B76C9B31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7316-F3A6-4465-879F-E3E49BC1309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9823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E967-C65C-45DF-A91F-A63B76C9B31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7316-F3A6-4465-879F-E3E49BC13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05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E967-C65C-45DF-A91F-A63B76C9B31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7316-F3A6-4465-879F-E3E49BC1309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961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E967-C65C-45DF-A91F-A63B76C9B31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7316-F3A6-4465-879F-E3E49BC13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313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E967-C65C-45DF-A91F-A63B76C9B31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7316-F3A6-4465-879F-E3E49BC13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27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E967-C65C-45DF-A91F-A63B76C9B31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7316-F3A6-4465-879F-E3E49BC13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03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E967-C65C-45DF-A91F-A63B76C9B31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7316-F3A6-4465-879F-E3E49BC13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70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0FE967-C65C-45DF-A91F-A63B76C9B31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9CA7316-F3A6-4465-879F-E3E49BC13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592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E967-C65C-45DF-A91F-A63B76C9B31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7316-F3A6-4465-879F-E3E49BC13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669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E967-C65C-45DF-A91F-A63B76C9B31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7316-F3A6-4465-879F-E3E49BC13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41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FE967-C65C-45DF-A91F-A63B76C9B31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A7316-F3A6-4465-879F-E3E49BC13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9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90FE967-C65C-45DF-A91F-A63B76C9B31D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9CA7316-F3A6-4465-879F-E3E49BC1309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514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9A94-6074-AB54-1514-5C0BF53BB7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Cross-chain and Security Threats &amp; Mitigation of Blockchain</a:t>
            </a:r>
          </a:p>
        </p:txBody>
      </p:sp>
    </p:spTree>
    <p:extLst>
      <p:ext uri="{BB962C8B-B14F-4D97-AF65-F5344CB8AC3E}">
        <p14:creationId xmlns:p14="http://schemas.microsoft.com/office/powerpoint/2010/main" val="631079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55484-82C9-AD71-C80C-F2C5584E3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Cross-chain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127A66D-E0CC-D2B4-BA51-A534BD4E69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2070136"/>
            <a:ext cx="11316944" cy="1951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Ability for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blockchains to communicate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each other.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 transfer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transfer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interoperability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Solves blockchain fragmentation.</a:t>
            </a:r>
          </a:p>
        </p:txBody>
      </p:sp>
    </p:spTree>
    <p:extLst>
      <p:ext uri="{BB962C8B-B14F-4D97-AF65-F5344CB8AC3E}">
        <p14:creationId xmlns:p14="http://schemas.microsoft.com/office/powerpoint/2010/main" val="1897122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D6609-00F3-51DB-3BD3-493FB73A0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We Need Cross-Chain?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8A918F-3A6F-3A8E-7015-C487E22E77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2235335"/>
            <a:ext cx="6878806" cy="3244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Liquidity fragmentation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spread across many chains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dApps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need multi-chain support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 scalability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 mobility (e.g., BTC on Ethereum)</a:t>
            </a:r>
          </a:p>
        </p:txBody>
      </p:sp>
    </p:spTree>
    <p:extLst>
      <p:ext uri="{BB962C8B-B14F-4D97-AF65-F5344CB8AC3E}">
        <p14:creationId xmlns:p14="http://schemas.microsoft.com/office/powerpoint/2010/main" val="332320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922E2-280C-E24F-6CF8-7E934D66D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Cross-Chain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B941C-0D5D-2098-5795-77E8FAC91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1. Token Bridges</a:t>
            </a:r>
          </a:p>
          <a:p>
            <a:pPr marL="0" indent="0">
              <a:buNone/>
            </a:pPr>
            <a:r>
              <a:rPr lang="en-US" sz="2800" dirty="0"/>
              <a:t>Transfer assets from one chain to another.</a:t>
            </a:r>
          </a:p>
          <a:p>
            <a:pPr marL="0" indent="0">
              <a:buNone/>
            </a:pPr>
            <a:r>
              <a:rPr lang="en-US" sz="2800" b="1" dirty="0"/>
              <a:t>2. Message Passing</a:t>
            </a:r>
          </a:p>
          <a:p>
            <a:pPr marL="0" indent="0">
              <a:buNone/>
            </a:pPr>
            <a:r>
              <a:rPr lang="en-US" sz="2800" dirty="0"/>
              <a:t>Send instructions/data across chains.</a:t>
            </a:r>
          </a:p>
          <a:p>
            <a:pPr marL="0" indent="0">
              <a:buNone/>
            </a:pPr>
            <a:r>
              <a:rPr lang="en-US" sz="2800" b="1" dirty="0"/>
              <a:t>3. Light Client Verification</a:t>
            </a:r>
          </a:p>
          <a:p>
            <a:pPr marL="0" indent="0">
              <a:buNone/>
            </a:pPr>
            <a:r>
              <a:rPr lang="en-US" sz="2800" dirty="0"/>
              <a:t>Each chain verifies the other's state.</a:t>
            </a:r>
          </a:p>
          <a:p>
            <a:pPr marL="0" indent="0">
              <a:buNone/>
            </a:pPr>
            <a:r>
              <a:rPr lang="en-US" sz="2800" b="1" dirty="0"/>
              <a:t>4. Notary Schemes / Multi-Sig Validators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955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7A10-148D-D50A-C45F-4CB51AFB9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Cross-Chain Bridges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745F9DC-9ED0-93E2-5BF4-C53A020232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589004"/>
            <a:ext cx="7360733" cy="4536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Lock-and-Mint Model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Asset locked on Chain A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Wrapped version minted on Chain B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Burn-and-Redeem Model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 burned on Chain B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Released on Chain A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Oracles &amp; Validators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sign the transaction</a:t>
            </a:r>
          </a:p>
        </p:txBody>
      </p:sp>
    </p:spTree>
    <p:extLst>
      <p:ext uri="{BB962C8B-B14F-4D97-AF65-F5344CB8AC3E}">
        <p14:creationId xmlns:p14="http://schemas.microsoft.com/office/powerpoint/2010/main" val="1215732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BD8E1-EAFA-A97B-8196-0D35043F0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Cross-Chain Protocols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D2BC51-77FE-4752-013D-0D385DAD8E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589004"/>
            <a:ext cx="5905271" cy="4536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LayerZero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Omnichain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Polkadot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(XCMP)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Cosmos IBC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Wormhole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ThorChain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Chainlink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CCIP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Multichain (formerly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AnySwap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7504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8ADFD-1780-EB8A-57A5-F2070AF9B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Blockchain Security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9C749-18BE-D44B-AC45-4FD4EA9FF2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864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b="1" dirty="0"/>
              <a:t>Common attack surfaces: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Smart contract vulnerabilities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Wallet attacks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Private key leaks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Replay attacks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Sybil attacks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51% attacks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Front-running (MEV)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Phishing / Social engineering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Blockchain bridge vulnerabilities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603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60EC4-91C0-1F1D-0ED7-974B5F67C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Smart Contract Attack Examples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7C3F06-7B46-0F5D-B8AF-665005CC67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80" y="1912170"/>
            <a:ext cx="5004896" cy="38904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Reentrancy Attack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Integer Overflow/Underflow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Broken Access Control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Unchecked External Calls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Flash-Loan Exploits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Oracle Manipulation</a:t>
            </a:r>
          </a:p>
        </p:txBody>
      </p:sp>
    </p:spTree>
    <p:extLst>
      <p:ext uri="{BB962C8B-B14F-4D97-AF65-F5344CB8AC3E}">
        <p14:creationId xmlns:p14="http://schemas.microsoft.com/office/powerpoint/2010/main" val="995399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AB48D-0E2B-9D22-2A2A-19B9D6A9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Mitigation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87340-3A8B-A119-A41C-34747B2C1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755630" cy="4532206"/>
          </a:xfrm>
        </p:spPr>
        <p:txBody>
          <a:bodyPr numCol="2"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b="1" dirty="0"/>
              <a:t>1. Decentralized Validators / Light Clients</a:t>
            </a:r>
          </a:p>
          <a:p>
            <a:pPr marL="0" indent="0">
              <a:buNone/>
            </a:pPr>
            <a:r>
              <a:rPr lang="en-US" sz="2800" dirty="0"/>
              <a:t>Use ILDCP, IBC, </a:t>
            </a:r>
            <a:r>
              <a:rPr lang="en-US" sz="2800" dirty="0" err="1"/>
              <a:t>zkProofs</a:t>
            </a:r>
            <a:r>
              <a:rPr lang="en-US" sz="2800" dirty="0"/>
              <a:t>, SPV proofs.</a:t>
            </a:r>
          </a:p>
          <a:p>
            <a:pPr marL="0" indent="0">
              <a:buNone/>
            </a:pPr>
            <a:r>
              <a:rPr lang="en-US" sz="2800" b="1" dirty="0"/>
              <a:t>2. Improved Key Management</a:t>
            </a:r>
          </a:p>
          <a:p>
            <a:pPr marL="0" indent="0">
              <a:buNone/>
            </a:pPr>
            <a:r>
              <a:rPr lang="en-US" sz="2800" dirty="0"/>
              <a:t>MPC (Multi-Party Computation)</a:t>
            </a:r>
          </a:p>
          <a:p>
            <a:pPr marL="0" indent="0">
              <a:buNone/>
            </a:pPr>
            <a:r>
              <a:rPr lang="en-US" sz="2800" dirty="0"/>
              <a:t>Hardware Security Module (HSM)</a:t>
            </a:r>
          </a:p>
          <a:p>
            <a:pPr marL="0" indent="0">
              <a:buNone/>
            </a:pPr>
            <a:r>
              <a:rPr lang="en-US" sz="2800" dirty="0"/>
              <a:t>Threshold signatures</a:t>
            </a:r>
          </a:p>
          <a:p>
            <a:pPr marL="0" indent="0">
              <a:buNone/>
            </a:pPr>
            <a:r>
              <a:rPr lang="en-US" sz="2800" b="1" dirty="0"/>
              <a:t>3. Formal Verification</a:t>
            </a:r>
          </a:p>
          <a:p>
            <a:pPr marL="0" indent="0">
              <a:buNone/>
            </a:pPr>
            <a:r>
              <a:rPr lang="en-US" sz="2800" dirty="0"/>
              <a:t>Mathematically prove correctness of smart contracts.</a:t>
            </a:r>
          </a:p>
          <a:p>
            <a:pPr marL="0" indent="0">
              <a:buNone/>
            </a:pPr>
            <a:r>
              <a:rPr lang="en-US" sz="2800" b="1" dirty="0"/>
              <a:t>4. Continuous Audits</a:t>
            </a:r>
          </a:p>
          <a:p>
            <a:pPr marL="0" indent="0">
              <a:buNone/>
            </a:pPr>
            <a:r>
              <a:rPr lang="en-US" sz="2800" dirty="0"/>
              <a:t>Multiple independent audit firms.</a:t>
            </a:r>
          </a:p>
          <a:p>
            <a:pPr marL="0" indent="0">
              <a:buNone/>
            </a:pPr>
            <a:r>
              <a:rPr lang="en-US" sz="2800" b="1" dirty="0"/>
              <a:t>5. Runtime Monitoring</a:t>
            </a:r>
          </a:p>
          <a:p>
            <a:pPr marL="0" indent="0">
              <a:buNone/>
            </a:pPr>
            <a:r>
              <a:rPr lang="en-US" sz="2800" dirty="0"/>
              <a:t>Live surveillance for abnormal flows.</a:t>
            </a:r>
          </a:p>
          <a:p>
            <a:pPr marL="0" indent="0">
              <a:buNone/>
            </a:pPr>
            <a:r>
              <a:rPr lang="en-US" sz="2800" b="1" dirty="0"/>
              <a:t>6. Rate Limiting</a:t>
            </a:r>
          </a:p>
          <a:p>
            <a:pPr marL="0" indent="0">
              <a:buNone/>
            </a:pPr>
            <a:r>
              <a:rPr lang="en-US" sz="2800" dirty="0"/>
              <a:t>Limit max transfers per block.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249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34</TotalTime>
  <Words>295</Words>
  <Application>Microsoft Office PowerPoint</Application>
  <PresentationFormat>Widescreen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Retrospect</vt:lpstr>
      <vt:lpstr>Cross-chain and Security Threats &amp; Mitigation of Blockchain</vt:lpstr>
      <vt:lpstr>Cross-chain </vt:lpstr>
      <vt:lpstr>Why Do We Need Cross-Chain?</vt:lpstr>
      <vt:lpstr>Types of Cross-Chain Communication</vt:lpstr>
      <vt:lpstr>How Cross-Chain Bridges Work</vt:lpstr>
      <vt:lpstr>Popular Cross-Chain Protocols</vt:lpstr>
      <vt:lpstr>Blockchain Security Risks</vt:lpstr>
      <vt:lpstr>Smart Contract Attack Examples</vt:lpstr>
      <vt:lpstr>Mitigation Techniques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Sayed Qaiser Ali Shah</dc:creator>
  <cp:lastModifiedBy>Dr Sayed Qaiser Ali Shah</cp:lastModifiedBy>
  <cp:revision>1</cp:revision>
  <dcterms:created xsi:type="dcterms:W3CDTF">2025-12-02T17:11:52Z</dcterms:created>
  <dcterms:modified xsi:type="dcterms:W3CDTF">2025-12-02T17:46:33Z</dcterms:modified>
</cp:coreProperties>
</file>