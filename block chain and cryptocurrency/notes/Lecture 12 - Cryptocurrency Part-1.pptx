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91" r:id="rId2"/>
    <p:sldId id="421" r:id="rId3"/>
    <p:sldId id="397" r:id="rId4"/>
    <p:sldId id="357" r:id="rId5"/>
    <p:sldId id="398" r:id="rId6"/>
    <p:sldId id="399" r:id="rId7"/>
    <p:sldId id="392" r:id="rId8"/>
    <p:sldId id="358" r:id="rId9"/>
    <p:sldId id="359" r:id="rId10"/>
    <p:sldId id="360" r:id="rId11"/>
    <p:sldId id="362" r:id="rId12"/>
    <p:sldId id="363" r:id="rId13"/>
    <p:sldId id="364" r:id="rId14"/>
    <p:sldId id="393" r:id="rId15"/>
    <p:sldId id="394" r:id="rId16"/>
    <p:sldId id="395" r:id="rId17"/>
    <p:sldId id="396" r:id="rId18"/>
    <p:sldId id="401" r:id="rId19"/>
    <p:sldId id="365" r:id="rId20"/>
    <p:sldId id="361" r:id="rId21"/>
    <p:sldId id="402" r:id="rId22"/>
    <p:sldId id="367" r:id="rId23"/>
    <p:sldId id="368" r:id="rId24"/>
    <p:sldId id="42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okx.com/join/30017882" TargetMode="External"/><Relationship Id="rId2" Type="http://schemas.openxmlformats.org/officeDocument/2006/relationships/hyperlink" Target="https://share.bitget.com/u/9P1N4L2C" TargetMode="External"/><Relationship Id="rId1" Type="http://schemas.openxmlformats.org/officeDocument/2006/relationships/hyperlink" Target="https://www.binance.com/referral/earn-together/refertoearn2000usdc/claim?hl=en&amp;ref=GRO_14352_X892I" TargetMode="Externa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okx.com/join/30017882" TargetMode="External"/><Relationship Id="rId2" Type="http://schemas.openxmlformats.org/officeDocument/2006/relationships/hyperlink" Target="https://share.bitget.com/u/9P1N4L2C" TargetMode="External"/><Relationship Id="rId1" Type="http://schemas.openxmlformats.org/officeDocument/2006/relationships/hyperlink" Target="https://www.binance.com/referral/earn-together/refertoearn2000usdc/claim?hl=en&amp;ref=GRO_14352_X892I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ED7BC-5599-484A-8252-8E9C43A818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C8D91C-C371-4683-91C8-5DB0F9D496A0}">
      <dgm:prSet/>
      <dgm:spPr/>
      <dgm:t>
        <a:bodyPr/>
        <a:lstStyle/>
        <a:p>
          <a:r>
            <a:rPr lang="en-US"/>
            <a:t>Centralized Exchanges</a:t>
          </a:r>
        </a:p>
      </dgm:t>
    </dgm:pt>
    <dgm:pt modelId="{148FCBD4-24BD-458F-A20E-E5DAE94C4150}" type="parTrans" cxnId="{64CA8FF4-6AFF-4C2F-84FC-2C3A36ADE712}">
      <dgm:prSet/>
      <dgm:spPr/>
      <dgm:t>
        <a:bodyPr/>
        <a:lstStyle/>
        <a:p>
          <a:endParaRPr lang="en-US"/>
        </a:p>
      </dgm:t>
    </dgm:pt>
    <dgm:pt modelId="{D39CC0FB-EA39-4EC3-903E-90D1A6CDD1D3}" type="sibTrans" cxnId="{64CA8FF4-6AFF-4C2F-84FC-2C3A36ADE712}">
      <dgm:prSet/>
      <dgm:spPr/>
      <dgm:t>
        <a:bodyPr/>
        <a:lstStyle/>
        <a:p>
          <a:endParaRPr lang="en-US"/>
        </a:p>
      </dgm:t>
    </dgm:pt>
    <dgm:pt modelId="{09319474-D9FF-4168-AB54-50162EF81AD4}">
      <dgm:prSet/>
      <dgm:spPr/>
      <dgm:t>
        <a:bodyPr/>
        <a:lstStyle/>
        <a:p>
          <a:r>
            <a:rPr lang="en-US"/>
            <a:t>Decentralized Exchanges</a:t>
          </a:r>
        </a:p>
      </dgm:t>
    </dgm:pt>
    <dgm:pt modelId="{FE81DFDD-5573-498C-81F6-057ED844076B}" type="parTrans" cxnId="{A7508A87-067D-418E-B4FE-63A09E6624D2}">
      <dgm:prSet/>
      <dgm:spPr/>
      <dgm:t>
        <a:bodyPr/>
        <a:lstStyle/>
        <a:p>
          <a:endParaRPr lang="en-US"/>
        </a:p>
      </dgm:t>
    </dgm:pt>
    <dgm:pt modelId="{F0FD9658-BF9E-4BB1-84D4-A854F8B57312}" type="sibTrans" cxnId="{A7508A87-067D-418E-B4FE-63A09E6624D2}">
      <dgm:prSet/>
      <dgm:spPr/>
      <dgm:t>
        <a:bodyPr/>
        <a:lstStyle/>
        <a:p>
          <a:endParaRPr lang="en-US"/>
        </a:p>
      </dgm:t>
    </dgm:pt>
    <dgm:pt modelId="{79ED2C80-30AB-4E1E-86E9-0D4049DB0BF2}" type="pres">
      <dgm:prSet presAssocID="{9C0ED7BC-5599-484A-8252-8E9C43A81824}" presName="root" presStyleCnt="0">
        <dgm:presLayoutVars>
          <dgm:dir/>
          <dgm:resizeHandles val="exact"/>
        </dgm:presLayoutVars>
      </dgm:prSet>
      <dgm:spPr/>
    </dgm:pt>
    <dgm:pt modelId="{A91B14FB-63C5-4113-9FA1-F757B02D04F8}" type="pres">
      <dgm:prSet presAssocID="{39C8D91C-C371-4683-91C8-5DB0F9D496A0}" presName="compNode" presStyleCnt="0"/>
      <dgm:spPr/>
    </dgm:pt>
    <dgm:pt modelId="{01090E93-3705-4DAB-AF23-E707849E2E76}" type="pres">
      <dgm:prSet presAssocID="{39C8D91C-C371-4683-91C8-5DB0F9D496A0}" presName="bgRect" presStyleLbl="bgShp" presStyleIdx="0" presStyleCnt="2"/>
      <dgm:spPr/>
    </dgm:pt>
    <dgm:pt modelId="{62F1590C-0A15-4C9F-91DF-831B41890A0B}" type="pres">
      <dgm:prSet presAssocID="{39C8D91C-C371-4683-91C8-5DB0F9D496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E138B1C-4B39-454B-9695-94724FA0C8B6}" type="pres">
      <dgm:prSet presAssocID="{39C8D91C-C371-4683-91C8-5DB0F9D496A0}" presName="spaceRect" presStyleCnt="0"/>
      <dgm:spPr/>
    </dgm:pt>
    <dgm:pt modelId="{93ABA049-C051-4856-B01B-54BE3E88A6E5}" type="pres">
      <dgm:prSet presAssocID="{39C8D91C-C371-4683-91C8-5DB0F9D496A0}" presName="parTx" presStyleLbl="revTx" presStyleIdx="0" presStyleCnt="2">
        <dgm:presLayoutVars>
          <dgm:chMax val="0"/>
          <dgm:chPref val="0"/>
        </dgm:presLayoutVars>
      </dgm:prSet>
      <dgm:spPr/>
    </dgm:pt>
    <dgm:pt modelId="{0A0664D7-18BA-4A7F-900A-14943262400C}" type="pres">
      <dgm:prSet presAssocID="{D39CC0FB-EA39-4EC3-903E-90D1A6CDD1D3}" presName="sibTrans" presStyleCnt="0"/>
      <dgm:spPr/>
    </dgm:pt>
    <dgm:pt modelId="{29455404-FA0D-489D-82C4-E759C079A739}" type="pres">
      <dgm:prSet presAssocID="{09319474-D9FF-4168-AB54-50162EF81AD4}" presName="compNode" presStyleCnt="0"/>
      <dgm:spPr/>
    </dgm:pt>
    <dgm:pt modelId="{5C2A12EA-E259-4733-B22D-92EF9089F443}" type="pres">
      <dgm:prSet presAssocID="{09319474-D9FF-4168-AB54-50162EF81AD4}" presName="bgRect" presStyleLbl="bgShp" presStyleIdx="1" presStyleCnt="2"/>
      <dgm:spPr/>
    </dgm:pt>
    <dgm:pt modelId="{C4A6D0CE-D6F7-4A1D-AFC1-5A63732152E1}" type="pres">
      <dgm:prSet presAssocID="{09319474-D9FF-4168-AB54-50162EF81A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EEF63D8-1A62-4E65-928C-760C339AE678}" type="pres">
      <dgm:prSet presAssocID="{09319474-D9FF-4168-AB54-50162EF81AD4}" presName="spaceRect" presStyleCnt="0"/>
      <dgm:spPr/>
    </dgm:pt>
    <dgm:pt modelId="{FE6BECD1-07A4-4C1A-AF3D-F27907E698A8}" type="pres">
      <dgm:prSet presAssocID="{09319474-D9FF-4168-AB54-50162EF81A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4F84778-1C47-49EB-9ECB-4ABE4C11DE51}" type="presOf" srcId="{39C8D91C-C371-4683-91C8-5DB0F9D496A0}" destId="{93ABA049-C051-4856-B01B-54BE3E88A6E5}" srcOrd="0" destOrd="0" presId="urn:microsoft.com/office/officeart/2018/2/layout/IconVerticalSolidList"/>
    <dgm:cxn modelId="{A7508A87-067D-418E-B4FE-63A09E6624D2}" srcId="{9C0ED7BC-5599-484A-8252-8E9C43A81824}" destId="{09319474-D9FF-4168-AB54-50162EF81AD4}" srcOrd="1" destOrd="0" parTransId="{FE81DFDD-5573-498C-81F6-057ED844076B}" sibTransId="{F0FD9658-BF9E-4BB1-84D4-A854F8B57312}"/>
    <dgm:cxn modelId="{7A13D296-278E-4AC9-AC13-534CAB43CADA}" type="presOf" srcId="{9C0ED7BC-5599-484A-8252-8E9C43A81824}" destId="{79ED2C80-30AB-4E1E-86E9-0D4049DB0BF2}" srcOrd="0" destOrd="0" presId="urn:microsoft.com/office/officeart/2018/2/layout/IconVerticalSolidList"/>
    <dgm:cxn modelId="{577A44B1-8F72-424C-8511-9232FFFDE64F}" type="presOf" srcId="{09319474-D9FF-4168-AB54-50162EF81AD4}" destId="{FE6BECD1-07A4-4C1A-AF3D-F27907E698A8}" srcOrd="0" destOrd="0" presId="urn:microsoft.com/office/officeart/2018/2/layout/IconVerticalSolidList"/>
    <dgm:cxn modelId="{64CA8FF4-6AFF-4C2F-84FC-2C3A36ADE712}" srcId="{9C0ED7BC-5599-484A-8252-8E9C43A81824}" destId="{39C8D91C-C371-4683-91C8-5DB0F9D496A0}" srcOrd="0" destOrd="0" parTransId="{148FCBD4-24BD-458F-A20E-E5DAE94C4150}" sibTransId="{D39CC0FB-EA39-4EC3-903E-90D1A6CDD1D3}"/>
    <dgm:cxn modelId="{F0B566D8-AF5E-4629-BF34-9BDF2CCC7893}" type="presParOf" srcId="{79ED2C80-30AB-4E1E-86E9-0D4049DB0BF2}" destId="{A91B14FB-63C5-4113-9FA1-F757B02D04F8}" srcOrd="0" destOrd="0" presId="urn:microsoft.com/office/officeart/2018/2/layout/IconVerticalSolidList"/>
    <dgm:cxn modelId="{50179D2C-5CBC-4D17-8A50-A99EB90D7EF5}" type="presParOf" srcId="{A91B14FB-63C5-4113-9FA1-F757B02D04F8}" destId="{01090E93-3705-4DAB-AF23-E707849E2E76}" srcOrd="0" destOrd="0" presId="urn:microsoft.com/office/officeart/2018/2/layout/IconVerticalSolidList"/>
    <dgm:cxn modelId="{29A2D98A-13B2-4F75-B5B6-7777CB74157F}" type="presParOf" srcId="{A91B14FB-63C5-4113-9FA1-F757B02D04F8}" destId="{62F1590C-0A15-4C9F-91DF-831B41890A0B}" srcOrd="1" destOrd="0" presId="urn:microsoft.com/office/officeart/2018/2/layout/IconVerticalSolidList"/>
    <dgm:cxn modelId="{11E19672-CB5D-4D72-8723-8A205EC770CD}" type="presParOf" srcId="{A91B14FB-63C5-4113-9FA1-F757B02D04F8}" destId="{BE138B1C-4B39-454B-9695-94724FA0C8B6}" srcOrd="2" destOrd="0" presId="urn:microsoft.com/office/officeart/2018/2/layout/IconVerticalSolidList"/>
    <dgm:cxn modelId="{AC0B3BBF-071B-4F5D-8E99-9A54100752E8}" type="presParOf" srcId="{A91B14FB-63C5-4113-9FA1-F757B02D04F8}" destId="{93ABA049-C051-4856-B01B-54BE3E88A6E5}" srcOrd="3" destOrd="0" presId="urn:microsoft.com/office/officeart/2018/2/layout/IconVerticalSolidList"/>
    <dgm:cxn modelId="{635AB74F-007B-410E-BA37-3C7EDE3CACA6}" type="presParOf" srcId="{79ED2C80-30AB-4E1E-86E9-0D4049DB0BF2}" destId="{0A0664D7-18BA-4A7F-900A-14943262400C}" srcOrd="1" destOrd="0" presId="urn:microsoft.com/office/officeart/2018/2/layout/IconVerticalSolidList"/>
    <dgm:cxn modelId="{2CDC3E32-04D9-46C9-9B8A-D756BEE9D772}" type="presParOf" srcId="{79ED2C80-30AB-4E1E-86E9-0D4049DB0BF2}" destId="{29455404-FA0D-489D-82C4-E759C079A739}" srcOrd="2" destOrd="0" presId="urn:microsoft.com/office/officeart/2018/2/layout/IconVerticalSolidList"/>
    <dgm:cxn modelId="{4B0AA87F-54F9-4346-B3FC-7366C3616B95}" type="presParOf" srcId="{29455404-FA0D-489D-82C4-E759C079A739}" destId="{5C2A12EA-E259-4733-B22D-92EF9089F443}" srcOrd="0" destOrd="0" presId="urn:microsoft.com/office/officeart/2018/2/layout/IconVerticalSolidList"/>
    <dgm:cxn modelId="{CD8F107E-1E90-4C8E-872D-20ADA36B79EC}" type="presParOf" srcId="{29455404-FA0D-489D-82C4-E759C079A739}" destId="{C4A6D0CE-D6F7-4A1D-AFC1-5A63732152E1}" srcOrd="1" destOrd="0" presId="urn:microsoft.com/office/officeart/2018/2/layout/IconVerticalSolidList"/>
    <dgm:cxn modelId="{4CBCECD6-E94C-4629-B28F-C7C117199BF8}" type="presParOf" srcId="{29455404-FA0D-489D-82C4-E759C079A739}" destId="{DEEF63D8-1A62-4E65-928C-760C339AE678}" srcOrd="2" destOrd="0" presId="urn:microsoft.com/office/officeart/2018/2/layout/IconVerticalSolidList"/>
    <dgm:cxn modelId="{464E18BE-EBEC-4BE9-A728-982F29C8C797}" type="presParOf" srcId="{29455404-FA0D-489D-82C4-E759C079A739}" destId="{FE6BECD1-07A4-4C1A-AF3D-F27907E698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1C5FD-7051-4B34-82E0-ECAFEC33723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F9A8E7-9895-4815-A2EB-C1DE8E59F7A6}">
      <dgm:prSet/>
      <dgm:spPr/>
      <dgm:t>
        <a:bodyPr/>
        <a:lstStyle/>
        <a:p>
          <a:r>
            <a:rPr lang="en-US" b="1" i="0" u="sng">
              <a:hlinkClick xmlns:r="http://schemas.openxmlformats.org/officeDocument/2006/relationships" r:id="rId1"/>
            </a:rPr>
            <a:t>Binance</a:t>
          </a:r>
          <a:endParaRPr lang="en-US"/>
        </a:p>
      </dgm:t>
    </dgm:pt>
    <dgm:pt modelId="{1FD7BE91-1F75-480A-826E-EA5C3B5D379D}" type="parTrans" cxnId="{CB85DE98-EAE7-4545-8393-D72229A27B0F}">
      <dgm:prSet/>
      <dgm:spPr/>
      <dgm:t>
        <a:bodyPr/>
        <a:lstStyle/>
        <a:p>
          <a:endParaRPr lang="en-US"/>
        </a:p>
      </dgm:t>
    </dgm:pt>
    <dgm:pt modelId="{EBDCA6A9-9A7C-4D2A-9DBE-52B6E3FF346D}" type="sibTrans" cxnId="{CB85DE98-EAE7-4545-8393-D72229A27B0F}">
      <dgm:prSet/>
      <dgm:spPr/>
      <dgm:t>
        <a:bodyPr/>
        <a:lstStyle/>
        <a:p>
          <a:endParaRPr lang="en-US"/>
        </a:p>
      </dgm:t>
    </dgm:pt>
    <dgm:pt modelId="{A6725DDF-7F15-4081-829C-0ECA9DB3BB40}">
      <dgm:prSet/>
      <dgm:spPr/>
      <dgm:t>
        <a:bodyPr/>
        <a:lstStyle/>
        <a:p>
          <a:r>
            <a:rPr lang="en-US" b="0" i="0" u="sng">
              <a:hlinkClick xmlns:r="http://schemas.openxmlformats.org/officeDocument/2006/relationships" r:id="rId2"/>
            </a:rPr>
            <a:t>Bitget</a:t>
          </a:r>
          <a:endParaRPr lang="en-US"/>
        </a:p>
      </dgm:t>
    </dgm:pt>
    <dgm:pt modelId="{D8B8AC84-09B3-47CE-A9E3-BEDA72532078}" type="parTrans" cxnId="{5DD141A3-CAAB-4DEF-9E84-4A0D790C6547}">
      <dgm:prSet/>
      <dgm:spPr/>
      <dgm:t>
        <a:bodyPr/>
        <a:lstStyle/>
        <a:p>
          <a:endParaRPr lang="en-US"/>
        </a:p>
      </dgm:t>
    </dgm:pt>
    <dgm:pt modelId="{C98EDED3-A896-4246-892D-83F5E500E784}" type="sibTrans" cxnId="{5DD141A3-CAAB-4DEF-9E84-4A0D790C6547}">
      <dgm:prSet/>
      <dgm:spPr/>
      <dgm:t>
        <a:bodyPr/>
        <a:lstStyle/>
        <a:p>
          <a:endParaRPr lang="en-US"/>
        </a:p>
      </dgm:t>
    </dgm:pt>
    <dgm:pt modelId="{2DFBD4DF-397C-4703-BD73-257FA47217D2}">
      <dgm:prSet/>
      <dgm:spPr/>
      <dgm:t>
        <a:bodyPr/>
        <a:lstStyle/>
        <a:p>
          <a:r>
            <a:rPr lang="en-US" b="0" i="0" u="sng">
              <a:hlinkClick xmlns:r="http://schemas.openxmlformats.org/officeDocument/2006/relationships" r:id="rId3"/>
            </a:rPr>
            <a:t>OKX</a:t>
          </a:r>
          <a:endParaRPr lang="en-US"/>
        </a:p>
      </dgm:t>
    </dgm:pt>
    <dgm:pt modelId="{D88AA13F-82E2-4409-8603-DF7AE76862C6}" type="parTrans" cxnId="{C820948A-92B3-4605-9A84-3526045FC2C4}">
      <dgm:prSet/>
      <dgm:spPr/>
      <dgm:t>
        <a:bodyPr/>
        <a:lstStyle/>
        <a:p>
          <a:endParaRPr lang="en-US"/>
        </a:p>
      </dgm:t>
    </dgm:pt>
    <dgm:pt modelId="{42D7BDB3-1A1D-46E5-91E0-8FC248FE32F5}" type="sibTrans" cxnId="{C820948A-92B3-4605-9A84-3526045FC2C4}">
      <dgm:prSet/>
      <dgm:spPr/>
      <dgm:t>
        <a:bodyPr/>
        <a:lstStyle/>
        <a:p>
          <a:endParaRPr lang="en-US"/>
        </a:p>
      </dgm:t>
    </dgm:pt>
    <dgm:pt modelId="{58372E03-86FA-4F89-844A-2FFF9192F5B4}">
      <dgm:prSet/>
      <dgm:spPr/>
      <dgm:t>
        <a:bodyPr/>
        <a:lstStyle/>
        <a:p>
          <a:r>
            <a:rPr lang="en-US" b="0" i="0"/>
            <a:t>Bybit</a:t>
          </a:r>
          <a:endParaRPr lang="en-US"/>
        </a:p>
      </dgm:t>
    </dgm:pt>
    <dgm:pt modelId="{9FBB4973-BDFB-46B8-B6A8-D4757C45D3AF}" type="parTrans" cxnId="{16C41290-C644-4EB0-A967-F0A5097787D7}">
      <dgm:prSet/>
      <dgm:spPr/>
      <dgm:t>
        <a:bodyPr/>
        <a:lstStyle/>
        <a:p>
          <a:endParaRPr lang="en-US"/>
        </a:p>
      </dgm:t>
    </dgm:pt>
    <dgm:pt modelId="{D310F9D3-8CE0-4F09-A9F5-03E1DAAB28CA}" type="sibTrans" cxnId="{16C41290-C644-4EB0-A967-F0A5097787D7}">
      <dgm:prSet/>
      <dgm:spPr/>
      <dgm:t>
        <a:bodyPr/>
        <a:lstStyle/>
        <a:p>
          <a:endParaRPr lang="en-US"/>
        </a:p>
      </dgm:t>
    </dgm:pt>
    <dgm:pt modelId="{915856D4-4182-4432-991C-C6EF3586CF8B}">
      <dgm:prSet/>
      <dgm:spPr/>
      <dgm:t>
        <a:bodyPr/>
        <a:lstStyle/>
        <a:p>
          <a:r>
            <a:rPr lang="en-US" b="0" i="0"/>
            <a:t>Coinbase etc</a:t>
          </a:r>
          <a:endParaRPr lang="en-US"/>
        </a:p>
      </dgm:t>
    </dgm:pt>
    <dgm:pt modelId="{3D3CA3F3-8B5E-4AE1-AF5D-7757480EDD54}" type="parTrans" cxnId="{B8833338-2647-42E4-AF47-624F7CE8A345}">
      <dgm:prSet/>
      <dgm:spPr/>
      <dgm:t>
        <a:bodyPr/>
        <a:lstStyle/>
        <a:p>
          <a:endParaRPr lang="en-US"/>
        </a:p>
      </dgm:t>
    </dgm:pt>
    <dgm:pt modelId="{D731C176-F84E-457F-845C-EBAAA1277774}" type="sibTrans" cxnId="{B8833338-2647-42E4-AF47-624F7CE8A345}">
      <dgm:prSet/>
      <dgm:spPr/>
      <dgm:t>
        <a:bodyPr/>
        <a:lstStyle/>
        <a:p>
          <a:endParaRPr lang="en-US"/>
        </a:p>
      </dgm:t>
    </dgm:pt>
    <dgm:pt modelId="{3BC9F4F9-08E5-497E-B57C-249D249381BE}" type="pres">
      <dgm:prSet presAssocID="{F201C5FD-7051-4B34-82E0-ECAFEC337237}" presName="vert0" presStyleCnt="0">
        <dgm:presLayoutVars>
          <dgm:dir/>
          <dgm:animOne val="branch"/>
          <dgm:animLvl val="lvl"/>
        </dgm:presLayoutVars>
      </dgm:prSet>
      <dgm:spPr/>
    </dgm:pt>
    <dgm:pt modelId="{6237B078-8427-453B-8622-0C476935FB50}" type="pres">
      <dgm:prSet presAssocID="{8DF9A8E7-9895-4815-A2EB-C1DE8E59F7A6}" presName="thickLine" presStyleLbl="alignNode1" presStyleIdx="0" presStyleCnt="5"/>
      <dgm:spPr/>
    </dgm:pt>
    <dgm:pt modelId="{B2E966C1-EE02-45F7-9932-A0705555267F}" type="pres">
      <dgm:prSet presAssocID="{8DF9A8E7-9895-4815-A2EB-C1DE8E59F7A6}" presName="horz1" presStyleCnt="0"/>
      <dgm:spPr/>
    </dgm:pt>
    <dgm:pt modelId="{AE11AC0A-F5EE-4042-A5D2-FDB49B3BDA80}" type="pres">
      <dgm:prSet presAssocID="{8DF9A8E7-9895-4815-A2EB-C1DE8E59F7A6}" presName="tx1" presStyleLbl="revTx" presStyleIdx="0" presStyleCnt="5"/>
      <dgm:spPr/>
    </dgm:pt>
    <dgm:pt modelId="{D2C1811E-534C-4374-A50A-A206149D40AE}" type="pres">
      <dgm:prSet presAssocID="{8DF9A8E7-9895-4815-A2EB-C1DE8E59F7A6}" presName="vert1" presStyleCnt="0"/>
      <dgm:spPr/>
    </dgm:pt>
    <dgm:pt modelId="{2BD116D1-CAB1-4D37-A9A9-A8BAA24BEC29}" type="pres">
      <dgm:prSet presAssocID="{A6725DDF-7F15-4081-829C-0ECA9DB3BB40}" presName="thickLine" presStyleLbl="alignNode1" presStyleIdx="1" presStyleCnt="5"/>
      <dgm:spPr/>
    </dgm:pt>
    <dgm:pt modelId="{AED11EE5-0F23-408A-890E-70AC438FDCA3}" type="pres">
      <dgm:prSet presAssocID="{A6725DDF-7F15-4081-829C-0ECA9DB3BB40}" presName="horz1" presStyleCnt="0"/>
      <dgm:spPr/>
    </dgm:pt>
    <dgm:pt modelId="{849D800C-BBB4-4C6C-80F3-6AAA4134FBA5}" type="pres">
      <dgm:prSet presAssocID="{A6725DDF-7F15-4081-829C-0ECA9DB3BB40}" presName="tx1" presStyleLbl="revTx" presStyleIdx="1" presStyleCnt="5"/>
      <dgm:spPr/>
    </dgm:pt>
    <dgm:pt modelId="{85E4E4E4-951E-4097-BEC9-693FD6D600CC}" type="pres">
      <dgm:prSet presAssocID="{A6725DDF-7F15-4081-829C-0ECA9DB3BB40}" presName="vert1" presStyleCnt="0"/>
      <dgm:spPr/>
    </dgm:pt>
    <dgm:pt modelId="{DBF22835-D545-415C-B797-7C8B68823347}" type="pres">
      <dgm:prSet presAssocID="{2DFBD4DF-397C-4703-BD73-257FA47217D2}" presName="thickLine" presStyleLbl="alignNode1" presStyleIdx="2" presStyleCnt="5"/>
      <dgm:spPr/>
    </dgm:pt>
    <dgm:pt modelId="{E6C2AA96-9105-4308-9620-8C089C8ADF07}" type="pres">
      <dgm:prSet presAssocID="{2DFBD4DF-397C-4703-BD73-257FA47217D2}" presName="horz1" presStyleCnt="0"/>
      <dgm:spPr/>
    </dgm:pt>
    <dgm:pt modelId="{8182986F-26ED-4FDB-88B7-EEAB8957CF36}" type="pres">
      <dgm:prSet presAssocID="{2DFBD4DF-397C-4703-BD73-257FA47217D2}" presName="tx1" presStyleLbl="revTx" presStyleIdx="2" presStyleCnt="5"/>
      <dgm:spPr/>
    </dgm:pt>
    <dgm:pt modelId="{06208EE2-CE35-41A0-B90D-8CF3448CC55B}" type="pres">
      <dgm:prSet presAssocID="{2DFBD4DF-397C-4703-BD73-257FA47217D2}" presName="vert1" presStyleCnt="0"/>
      <dgm:spPr/>
    </dgm:pt>
    <dgm:pt modelId="{07441A5B-5B2F-453A-A7B2-3C0CEAEE13AB}" type="pres">
      <dgm:prSet presAssocID="{58372E03-86FA-4F89-844A-2FFF9192F5B4}" presName="thickLine" presStyleLbl="alignNode1" presStyleIdx="3" presStyleCnt="5"/>
      <dgm:spPr/>
    </dgm:pt>
    <dgm:pt modelId="{28C5E92B-81C1-42C1-A9CF-84BA63556055}" type="pres">
      <dgm:prSet presAssocID="{58372E03-86FA-4F89-844A-2FFF9192F5B4}" presName="horz1" presStyleCnt="0"/>
      <dgm:spPr/>
    </dgm:pt>
    <dgm:pt modelId="{D4EDEE1D-BEE6-424B-BD4F-1125DE984E81}" type="pres">
      <dgm:prSet presAssocID="{58372E03-86FA-4F89-844A-2FFF9192F5B4}" presName="tx1" presStyleLbl="revTx" presStyleIdx="3" presStyleCnt="5"/>
      <dgm:spPr/>
    </dgm:pt>
    <dgm:pt modelId="{0693C75E-AF68-405A-9AD8-113226CC383B}" type="pres">
      <dgm:prSet presAssocID="{58372E03-86FA-4F89-844A-2FFF9192F5B4}" presName="vert1" presStyleCnt="0"/>
      <dgm:spPr/>
    </dgm:pt>
    <dgm:pt modelId="{AEEC051C-EBD3-4686-8702-7C3851627E80}" type="pres">
      <dgm:prSet presAssocID="{915856D4-4182-4432-991C-C6EF3586CF8B}" presName="thickLine" presStyleLbl="alignNode1" presStyleIdx="4" presStyleCnt="5"/>
      <dgm:spPr/>
    </dgm:pt>
    <dgm:pt modelId="{D6B94991-525A-4975-9645-D1C80E0FA14F}" type="pres">
      <dgm:prSet presAssocID="{915856D4-4182-4432-991C-C6EF3586CF8B}" presName="horz1" presStyleCnt="0"/>
      <dgm:spPr/>
    </dgm:pt>
    <dgm:pt modelId="{0A6CABE5-957E-4BC8-8BF1-A06C462011FA}" type="pres">
      <dgm:prSet presAssocID="{915856D4-4182-4432-991C-C6EF3586CF8B}" presName="tx1" presStyleLbl="revTx" presStyleIdx="4" presStyleCnt="5"/>
      <dgm:spPr/>
    </dgm:pt>
    <dgm:pt modelId="{5C39A705-FA4E-4613-B197-5E652F6DECA5}" type="pres">
      <dgm:prSet presAssocID="{915856D4-4182-4432-991C-C6EF3586CF8B}" presName="vert1" presStyleCnt="0"/>
      <dgm:spPr/>
    </dgm:pt>
  </dgm:ptLst>
  <dgm:cxnLst>
    <dgm:cxn modelId="{DF5C7600-C7C0-4B88-82EF-19758BB8342B}" type="presOf" srcId="{58372E03-86FA-4F89-844A-2FFF9192F5B4}" destId="{D4EDEE1D-BEE6-424B-BD4F-1125DE984E81}" srcOrd="0" destOrd="0" presId="urn:microsoft.com/office/officeart/2008/layout/LinedList"/>
    <dgm:cxn modelId="{B8833338-2647-42E4-AF47-624F7CE8A345}" srcId="{F201C5FD-7051-4B34-82E0-ECAFEC337237}" destId="{915856D4-4182-4432-991C-C6EF3586CF8B}" srcOrd="4" destOrd="0" parTransId="{3D3CA3F3-8B5E-4AE1-AF5D-7757480EDD54}" sibTransId="{D731C176-F84E-457F-845C-EBAAA1277774}"/>
    <dgm:cxn modelId="{B6DEC143-6D15-47A1-8DCA-CADBC53B260B}" type="presOf" srcId="{2DFBD4DF-397C-4703-BD73-257FA47217D2}" destId="{8182986F-26ED-4FDB-88B7-EEAB8957CF36}" srcOrd="0" destOrd="0" presId="urn:microsoft.com/office/officeart/2008/layout/LinedList"/>
    <dgm:cxn modelId="{8DDECE7D-62BA-40FA-9931-702A557ADB03}" type="presOf" srcId="{A6725DDF-7F15-4081-829C-0ECA9DB3BB40}" destId="{849D800C-BBB4-4C6C-80F3-6AAA4134FBA5}" srcOrd="0" destOrd="0" presId="urn:microsoft.com/office/officeart/2008/layout/LinedList"/>
    <dgm:cxn modelId="{C820948A-92B3-4605-9A84-3526045FC2C4}" srcId="{F201C5FD-7051-4B34-82E0-ECAFEC337237}" destId="{2DFBD4DF-397C-4703-BD73-257FA47217D2}" srcOrd="2" destOrd="0" parTransId="{D88AA13F-82E2-4409-8603-DF7AE76862C6}" sibTransId="{42D7BDB3-1A1D-46E5-91E0-8FC248FE32F5}"/>
    <dgm:cxn modelId="{16C41290-C644-4EB0-A967-F0A5097787D7}" srcId="{F201C5FD-7051-4B34-82E0-ECAFEC337237}" destId="{58372E03-86FA-4F89-844A-2FFF9192F5B4}" srcOrd="3" destOrd="0" parTransId="{9FBB4973-BDFB-46B8-B6A8-D4757C45D3AF}" sibTransId="{D310F9D3-8CE0-4F09-A9F5-03E1DAAB28CA}"/>
    <dgm:cxn modelId="{CB85DE98-EAE7-4545-8393-D72229A27B0F}" srcId="{F201C5FD-7051-4B34-82E0-ECAFEC337237}" destId="{8DF9A8E7-9895-4815-A2EB-C1DE8E59F7A6}" srcOrd="0" destOrd="0" parTransId="{1FD7BE91-1F75-480A-826E-EA5C3B5D379D}" sibTransId="{EBDCA6A9-9A7C-4D2A-9DBE-52B6E3FF346D}"/>
    <dgm:cxn modelId="{5DD141A3-CAAB-4DEF-9E84-4A0D790C6547}" srcId="{F201C5FD-7051-4B34-82E0-ECAFEC337237}" destId="{A6725DDF-7F15-4081-829C-0ECA9DB3BB40}" srcOrd="1" destOrd="0" parTransId="{D8B8AC84-09B3-47CE-A9E3-BEDA72532078}" sibTransId="{C98EDED3-A896-4246-892D-83F5E500E784}"/>
    <dgm:cxn modelId="{A417EBBD-4167-425C-A593-224172E18D06}" type="presOf" srcId="{8DF9A8E7-9895-4815-A2EB-C1DE8E59F7A6}" destId="{AE11AC0A-F5EE-4042-A5D2-FDB49B3BDA80}" srcOrd="0" destOrd="0" presId="urn:microsoft.com/office/officeart/2008/layout/LinedList"/>
    <dgm:cxn modelId="{5107CFC7-B940-47B1-AE09-E98415FC5234}" type="presOf" srcId="{F201C5FD-7051-4B34-82E0-ECAFEC337237}" destId="{3BC9F4F9-08E5-497E-B57C-249D249381BE}" srcOrd="0" destOrd="0" presId="urn:microsoft.com/office/officeart/2008/layout/LinedList"/>
    <dgm:cxn modelId="{2C4231ED-F71A-4BC3-8450-133B73A3CE7C}" type="presOf" srcId="{915856D4-4182-4432-991C-C6EF3586CF8B}" destId="{0A6CABE5-957E-4BC8-8BF1-A06C462011FA}" srcOrd="0" destOrd="0" presId="urn:microsoft.com/office/officeart/2008/layout/LinedList"/>
    <dgm:cxn modelId="{B670B1F3-41D5-4C57-ABD8-64B5DE7E48A3}" type="presParOf" srcId="{3BC9F4F9-08E5-497E-B57C-249D249381BE}" destId="{6237B078-8427-453B-8622-0C476935FB50}" srcOrd="0" destOrd="0" presId="urn:microsoft.com/office/officeart/2008/layout/LinedList"/>
    <dgm:cxn modelId="{03894AB5-AF47-4AE5-8A9B-7432CC3D6B4A}" type="presParOf" srcId="{3BC9F4F9-08E5-497E-B57C-249D249381BE}" destId="{B2E966C1-EE02-45F7-9932-A0705555267F}" srcOrd="1" destOrd="0" presId="urn:microsoft.com/office/officeart/2008/layout/LinedList"/>
    <dgm:cxn modelId="{8DD13EE3-E30F-4FE3-9B13-D2C0CAFC5E4B}" type="presParOf" srcId="{B2E966C1-EE02-45F7-9932-A0705555267F}" destId="{AE11AC0A-F5EE-4042-A5D2-FDB49B3BDA80}" srcOrd="0" destOrd="0" presId="urn:microsoft.com/office/officeart/2008/layout/LinedList"/>
    <dgm:cxn modelId="{BD2CBD02-8C60-4CF0-9B3C-CDD6EE07D883}" type="presParOf" srcId="{B2E966C1-EE02-45F7-9932-A0705555267F}" destId="{D2C1811E-534C-4374-A50A-A206149D40AE}" srcOrd="1" destOrd="0" presId="urn:microsoft.com/office/officeart/2008/layout/LinedList"/>
    <dgm:cxn modelId="{8DAD414C-6800-4822-B52E-BFCA5436E54A}" type="presParOf" srcId="{3BC9F4F9-08E5-497E-B57C-249D249381BE}" destId="{2BD116D1-CAB1-4D37-A9A9-A8BAA24BEC29}" srcOrd="2" destOrd="0" presId="urn:microsoft.com/office/officeart/2008/layout/LinedList"/>
    <dgm:cxn modelId="{1086B03E-9581-4626-879A-B4FE994A822D}" type="presParOf" srcId="{3BC9F4F9-08E5-497E-B57C-249D249381BE}" destId="{AED11EE5-0F23-408A-890E-70AC438FDCA3}" srcOrd="3" destOrd="0" presId="urn:microsoft.com/office/officeart/2008/layout/LinedList"/>
    <dgm:cxn modelId="{D6E1D0BE-FC51-409B-87ED-B774F172FBAD}" type="presParOf" srcId="{AED11EE5-0F23-408A-890E-70AC438FDCA3}" destId="{849D800C-BBB4-4C6C-80F3-6AAA4134FBA5}" srcOrd="0" destOrd="0" presId="urn:microsoft.com/office/officeart/2008/layout/LinedList"/>
    <dgm:cxn modelId="{5B6D7C8E-BB57-4FD5-8B1C-7DF05A09C93F}" type="presParOf" srcId="{AED11EE5-0F23-408A-890E-70AC438FDCA3}" destId="{85E4E4E4-951E-4097-BEC9-693FD6D600CC}" srcOrd="1" destOrd="0" presId="urn:microsoft.com/office/officeart/2008/layout/LinedList"/>
    <dgm:cxn modelId="{C8361E43-BA07-4DC9-8335-5FC0BB9B6828}" type="presParOf" srcId="{3BC9F4F9-08E5-497E-B57C-249D249381BE}" destId="{DBF22835-D545-415C-B797-7C8B68823347}" srcOrd="4" destOrd="0" presId="urn:microsoft.com/office/officeart/2008/layout/LinedList"/>
    <dgm:cxn modelId="{C077E612-F4DE-4E93-A58D-DA96FA0F2265}" type="presParOf" srcId="{3BC9F4F9-08E5-497E-B57C-249D249381BE}" destId="{E6C2AA96-9105-4308-9620-8C089C8ADF07}" srcOrd="5" destOrd="0" presId="urn:microsoft.com/office/officeart/2008/layout/LinedList"/>
    <dgm:cxn modelId="{965428E8-5ACC-4276-8951-33941AD637F6}" type="presParOf" srcId="{E6C2AA96-9105-4308-9620-8C089C8ADF07}" destId="{8182986F-26ED-4FDB-88B7-EEAB8957CF36}" srcOrd="0" destOrd="0" presId="urn:microsoft.com/office/officeart/2008/layout/LinedList"/>
    <dgm:cxn modelId="{8BFFF04D-D8ED-4F3D-A813-72254DCEF2D5}" type="presParOf" srcId="{E6C2AA96-9105-4308-9620-8C089C8ADF07}" destId="{06208EE2-CE35-41A0-B90D-8CF3448CC55B}" srcOrd="1" destOrd="0" presId="urn:microsoft.com/office/officeart/2008/layout/LinedList"/>
    <dgm:cxn modelId="{9ABF0BAC-D0CD-4994-9BC7-FCE8D55675C4}" type="presParOf" srcId="{3BC9F4F9-08E5-497E-B57C-249D249381BE}" destId="{07441A5B-5B2F-453A-A7B2-3C0CEAEE13AB}" srcOrd="6" destOrd="0" presId="urn:microsoft.com/office/officeart/2008/layout/LinedList"/>
    <dgm:cxn modelId="{056B08CD-8F27-4507-A251-14BE24C221F9}" type="presParOf" srcId="{3BC9F4F9-08E5-497E-B57C-249D249381BE}" destId="{28C5E92B-81C1-42C1-A9CF-84BA63556055}" srcOrd="7" destOrd="0" presId="urn:microsoft.com/office/officeart/2008/layout/LinedList"/>
    <dgm:cxn modelId="{CB3A514D-B543-4353-B7EA-47EF5AD4E5AC}" type="presParOf" srcId="{28C5E92B-81C1-42C1-A9CF-84BA63556055}" destId="{D4EDEE1D-BEE6-424B-BD4F-1125DE984E81}" srcOrd="0" destOrd="0" presId="urn:microsoft.com/office/officeart/2008/layout/LinedList"/>
    <dgm:cxn modelId="{C6ABA4EB-814F-4CC1-A73F-09BECC3EA67D}" type="presParOf" srcId="{28C5E92B-81C1-42C1-A9CF-84BA63556055}" destId="{0693C75E-AF68-405A-9AD8-113226CC383B}" srcOrd="1" destOrd="0" presId="urn:microsoft.com/office/officeart/2008/layout/LinedList"/>
    <dgm:cxn modelId="{344EA398-EF14-487E-A7BD-621D94E1EAF0}" type="presParOf" srcId="{3BC9F4F9-08E5-497E-B57C-249D249381BE}" destId="{AEEC051C-EBD3-4686-8702-7C3851627E80}" srcOrd="8" destOrd="0" presId="urn:microsoft.com/office/officeart/2008/layout/LinedList"/>
    <dgm:cxn modelId="{D62B4963-D923-414E-BD5D-FE4114523FAD}" type="presParOf" srcId="{3BC9F4F9-08E5-497E-B57C-249D249381BE}" destId="{D6B94991-525A-4975-9645-D1C80E0FA14F}" srcOrd="9" destOrd="0" presId="urn:microsoft.com/office/officeart/2008/layout/LinedList"/>
    <dgm:cxn modelId="{A8AFD2C1-2CE0-4B6D-A980-346FC0D96C91}" type="presParOf" srcId="{D6B94991-525A-4975-9645-D1C80E0FA14F}" destId="{0A6CABE5-957E-4BC8-8BF1-A06C462011FA}" srcOrd="0" destOrd="0" presId="urn:microsoft.com/office/officeart/2008/layout/LinedList"/>
    <dgm:cxn modelId="{C6FB77BD-AFB7-4F83-8A53-2CFC49829D02}" type="presParOf" srcId="{D6B94991-525A-4975-9645-D1C80E0FA14F}" destId="{5C39A705-FA4E-4613-B197-5E652F6DEC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40EA15-35E6-46F8-AE58-9BA3BAAB0F4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AAB7E3-DAEF-4ECD-898E-C3AACDE229BA}">
      <dgm:prSet/>
      <dgm:spPr/>
      <dgm:t>
        <a:bodyPr/>
        <a:lstStyle/>
        <a:p>
          <a:r>
            <a:rPr lang="en-US"/>
            <a:t>Uniswap (Ethereum Blockchain)</a:t>
          </a:r>
        </a:p>
      </dgm:t>
    </dgm:pt>
    <dgm:pt modelId="{3ECD9B31-D91C-48FD-802C-67FED126C406}" type="parTrans" cxnId="{43893B6B-6686-4BC3-98EC-4426A248FBD1}">
      <dgm:prSet/>
      <dgm:spPr/>
      <dgm:t>
        <a:bodyPr/>
        <a:lstStyle/>
        <a:p>
          <a:endParaRPr lang="en-US"/>
        </a:p>
      </dgm:t>
    </dgm:pt>
    <dgm:pt modelId="{EDF675B5-A2F0-4570-B830-FE47413E9919}" type="sibTrans" cxnId="{43893B6B-6686-4BC3-98EC-4426A248FBD1}">
      <dgm:prSet/>
      <dgm:spPr/>
      <dgm:t>
        <a:bodyPr/>
        <a:lstStyle/>
        <a:p>
          <a:endParaRPr lang="en-US"/>
        </a:p>
      </dgm:t>
    </dgm:pt>
    <dgm:pt modelId="{3B9C3571-E209-49F5-AC11-F19BAB48FB3E}">
      <dgm:prSet/>
      <dgm:spPr/>
      <dgm:t>
        <a:bodyPr/>
        <a:lstStyle/>
        <a:p>
          <a:r>
            <a:rPr lang="en-US"/>
            <a:t>PancakeSwap (Binance Smart Chain)</a:t>
          </a:r>
        </a:p>
      </dgm:t>
    </dgm:pt>
    <dgm:pt modelId="{31CABCB0-043E-4322-94E6-8801F46737C4}" type="parTrans" cxnId="{7C8871E4-EC4C-4183-A21C-03CDAA87DECB}">
      <dgm:prSet/>
      <dgm:spPr/>
      <dgm:t>
        <a:bodyPr/>
        <a:lstStyle/>
        <a:p>
          <a:endParaRPr lang="en-US"/>
        </a:p>
      </dgm:t>
    </dgm:pt>
    <dgm:pt modelId="{451D2469-889E-426F-89C8-5246C5B8D688}" type="sibTrans" cxnId="{7C8871E4-EC4C-4183-A21C-03CDAA87DECB}">
      <dgm:prSet/>
      <dgm:spPr/>
      <dgm:t>
        <a:bodyPr/>
        <a:lstStyle/>
        <a:p>
          <a:endParaRPr lang="en-US"/>
        </a:p>
      </dgm:t>
    </dgm:pt>
    <dgm:pt modelId="{B01A8D79-C764-479F-B8EB-F027DD417ABB}">
      <dgm:prSet/>
      <dgm:spPr/>
      <dgm:t>
        <a:bodyPr/>
        <a:lstStyle/>
        <a:p>
          <a:r>
            <a:rPr lang="en-US"/>
            <a:t>Trader Joe (Avalanche)</a:t>
          </a:r>
        </a:p>
      </dgm:t>
    </dgm:pt>
    <dgm:pt modelId="{39C670D4-9353-48BD-AC0A-9AD3702B9F50}" type="parTrans" cxnId="{CC93545B-266A-4A30-8169-3F19E67B375E}">
      <dgm:prSet/>
      <dgm:spPr/>
      <dgm:t>
        <a:bodyPr/>
        <a:lstStyle/>
        <a:p>
          <a:endParaRPr lang="en-US"/>
        </a:p>
      </dgm:t>
    </dgm:pt>
    <dgm:pt modelId="{DD818297-4ED3-4672-9E3B-27541AEC92C8}" type="sibTrans" cxnId="{CC93545B-266A-4A30-8169-3F19E67B375E}">
      <dgm:prSet/>
      <dgm:spPr/>
      <dgm:t>
        <a:bodyPr/>
        <a:lstStyle/>
        <a:p>
          <a:endParaRPr lang="en-US"/>
        </a:p>
      </dgm:t>
    </dgm:pt>
    <dgm:pt modelId="{46287685-7983-4C29-9F4A-B6541909B8A2}">
      <dgm:prSet/>
      <dgm:spPr/>
      <dgm:t>
        <a:bodyPr/>
        <a:lstStyle/>
        <a:p>
          <a:r>
            <a:rPr lang="en-US"/>
            <a:t>Raydium (Solana)</a:t>
          </a:r>
        </a:p>
      </dgm:t>
    </dgm:pt>
    <dgm:pt modelId="{C113AC8D-FF23-4DDC-9D70-7F077EAE5FBC}" type="parTrans" cxnId="{ABE79559-50DD-4D0A-80E6-17508DB3B854}">
      <dgm:prSet/>
      <dgm:spPr/>
      <dgm:t>
        <a:bodyPr/>
        <a:lstStyle/>
        <a:p>
          <a:endParaRPr lang="en-US"/>
        </a:p>
      </dgm:t>
    </dgm:pt>
    <dgm:pt modelId="{5B8F29E7-B11E-48FA-B1D5-A724D239F6AB}" type="sibTrans" cxnId="{ABE79559-50DD-4D0A-80E6-17508DB3B854}">
      <dgm:prSet/>
      <dgm:spPr/>
      <dgm:t>
        <a:bodyPr/>
        <a:lstStyle/>
        <a:p>
          <a:endParaRPr lang="en-US"/>
        </a:p>
      </dgm:t>
    </dgm:pt>
    <dgm:pt modelId="{0FEFBFC1-A6CB-487B-9061-B465A5268A90}" type="pres">
      <dgm:prSet presAssocID="{7A40EA15-35E6-46F8-AE58-9BA3BAAB0F45}" presName="linear" presStyleCnt="0">
        <dgm:presLayoutVars>
          <dgm:dir/>
          <dgm:animLvl val="lvl"/>
          <dgm:resizeHandles val="exact"/>
        </dgm:presLayoutVars>
      </dgm:prSet>
      <dgm:spPr/>
    </dgm:pt>
    <dgm:pt modelId="{E42EE40E-C5BC-42F0-8AC9-1054AB028CAE}" type="pres">
      <dgm:prSet presAssocID="{82AAB7E3-DAEF-4ECD-898E-C3AACDE229BA}" presName="parentLin" presStyleCnt="0"/>
      <dgm:spPr/>
    </dgm:pt>
    <dgm:pt modelId="{0E82F5B3-45B5-41AE-9781-8AC55B23A77B}" type="pres">
      <dgm:prSet presAssocID="{82AAB7E3-DAEF-4ECD-898E-C3AACDE229BA}" presName="parentLeftMargin" presStyleLbl="node1" presStyleIdx="0" presStyleCnt="4"/>
      <dgm:spPr/>
    </dgm:pt>
    <dgm:pt modelId="{FA60F390-1088-426E-9BD9-791F946345D9}" type="pres">
      <dgm:prSet presAssocID="{82AAB7E3-DAEF-4ECD-898E-C3AACDE229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10A11F-A36A-4D8B-88BA-A1B726D37306}" type="pres">
      <dgm:prSet presAssocID="{82AAB7E3-DAEF-4ECD-898E-C3AACDE229BA}" presName="negativeSpace" presStyleCnt="0"/>
      <dgm:spPr/>
    </dgm:pt>
    <dgm:pt modelId="{889C91D0-59C6-4BB9-94A6-BF415C439EF8}" type="pres">
      <dgm:prSet presAssocID="{82AAB7E3-DAEF-4ECD-898E-C3AACDE229BA}" presName="childText" presStyleLbl="conFgAcc1" presStyleIdx="0" presStyleCnt="4">
        <dgm:presLayoutVars>
          <dgm:bulletEnabled val="1"/>
        </dgm:presLayoutVars>
      </dgm:prSet>
      <dgm:spPr/>
    </dgm:pt>
    <dgm:pt modelId="{F85DECE6-DFFF-406B-A842-599C8AA8962F}" type="pres">
      <dgm:prSet presAssocID="{EDF675B5-A2F0-4570-B830-FE47413E9919}" presName="spaceBetweenRectangles" presStyleCnt="0"/>
      <dgm:spPr/>
    </dgm:pt>
    <dgm:pt modelId="{A0B2721F-AAF2-48DF-A3D5-54F774A864B3}" type="pres">
      <dgm:prSet presAssocID="{3B9C3571-E209-49F5-AC11-F19BAB48FB3E}" presName="parentLin" presStyleCnt="0"/>
      <dgm:spPr/>
    </dgm:pt>
    <dgm:pt modelId="{7E91D439-7BC8-482D-B38C-3E5D23433B37}" type="pres">
      <dgm:prSet presAssocID="{3B9C3571-E209-49F5-AC11-F19BAB48FB3E}" presName="parentLeftMargin" presStyleLbl="node1" presStyleIdx="0" presStyleCnt="4"/>
      <dgm:spPr/>
    </dgm:pt>
    <dgm:pt modelId="{658B731A-48AD-4C27-9D13-2B39C6B3FF78}" type="pres">
      <dgm:prSet presAssocID="{3B9C3571-E209-49F5-AC11-F19BAB48FB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38B787-EE9F-4F8A-B488-363964FC3991}" type="pres">
      <dgm:prSet presAssocID="{3B9C3571-E209-49F5-AC11-F19BAB48FB3E}" presName="negativeSpace" presStyleCnt="0"/>
      <dgm:spPr/>
    </dgm:pt>
    <dgm:pt modelId="{D50E6F1E-0166-4B18-B0D4-BF227166566E}" type="pres">
      <dgm:prSet presAssocID="{3B9C3571-E209-49F5-AC11-F19BAB48FB3E}" presName="childText" presStyleLbl="conFgAcc1" presStyleIdx="1" presStyleCnt="4">
        <dgm:presLayoutVars>
          <dgm:bulletEnabled val="1"/>
        </dgm:presLayoutVars>
      </dgm:prSet>
      <dgm:spPr/>
    </dgm:pt>
    <dgm:pt modelId="{716B3C17-ACD9-4ADF-AE47-EB39DA4C1779}" type="pres">
      <dgm:prSet presAssocID="{451D2469-889E-426F-89C8-5246C5B8D688}" presName="spaceBetweenRectangles" presStyleCnt="0"/>
      <dgm:spPr/>
    </dgm:pt>
    <dgm:pt modelId="{29BDD410-B84B-461D-89CA-5E25C42D9AB1}" type="pres">
      <dgm:prSet presAssocID="{B01A8D79-C764-479F-B8EB-F027DD417ABB}" presName="parentLin" presStyleCnt="0"/>
      <dgm:spPr/>
    </dgm:pt>
    <dgm:pt modelId="{7030AAA8-728A-4327-B753-E9069D766974}" type="pres">
      <dgm:prSet presAssocID="{B01A8D79-C764-479F-B8EB-F027DD417ABB}" presName="parentLeftMargin" presStyleLbl="node1" presStyleIdx="1" presStyleCnt="4"/>
      <dgm:spPr/>
    </dgm:pt>
    <dgm:pt modelId="{8DA2CC28-1C91-4720-B151-ABD73C76B34E}" type="pres">
      <dgm:prSet presAssocID="{B01A8D79-C764-479F-B8EB-F027DD417A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D353C3-CEE7-4EF9-9793-AD223D4004C5}" type="pres">
      <dgm:prSet presAssocID="{B01A8D79-C764-479F-B8EB-F027DD417ABB}" presName="negativeSpace" presStyleCnt="0"/>
      <dgm:spPr/>
    </dgm:pt>
    <dgm:pt modelId="{0351DBCF-90FD-46A3-80EF-524D7C91671D}" type="pres">
      <dgm:prSet presAssocID="{B01A8D79-C764-479F-B8EB-F027DD417ABB}" presName="childText" presStyleLbl="conFgAcc1" presStyleIdx="2" presStyleCnt="4">
        <dgm:presLayoutVars>
          <dgm:bulletEnabled val="1"/>
        </dgm:presLayoutVars>
      </dgm:prSet>
      <dgm:spPr/>
    </dgm:pt>
    <dgm:pt modelId="{E099AEED-288F-4BE3-BA6C-C9B1E9892F03}" type="pres">
      <dgm:prSet presAssocID="{DD818297-4ED3-4672-9E3B-27541AEC92C8}" presName="spaceBetweenRectangles" presStyleCnt="0"/>
      <dgm:spPr/>
    </dgm:pt>
    <dgm:pt modelId="{2F216A7C-4B34-48FD-A75A-54C0FF27AD5C}" type="pres">
      <dgm:prSet presAssocID="{46287685-7983-4C29-9F4A-B6541909B8A2}" presName="parentLin" presStyleCnt="0"/>
      <dgm:spPr/>
    </dgm:pt>
    <dgm:pt modelId="{B778E0F9-2FB3-4B2F-BD46-1D22B9946AF4}" type="pres">
      <dgm:prSet presAssocID="{46287685-7983-4C29-9F4A-B6541909B8A2}" presName="parentLeftMargin" presStyleLbl="node1" presStyleIdx="2" presStyleCnt="4"/>
      <dgm:spPr/>
    </dgm:pt>
    <dgm:pt modelId="{5E624AFE-10A8-4E91-A005-10A20CA847F1}" type="pres">
      <dgm:prSet presAssocID="{46287685-7983-4C29-9F4A-B6541909B8A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42ECE51-7E5F-4CC7-9C98-A2E454C5412C}" type="pres">
      <dgm:prSet presAssocID="{46287685-7983-4C29-9F4A-B6541909B8A2}" presName="negativeSpace" presStyleCnt="0"/>
      <dgm:spPr/>
    </dgm:pt>
    <dgm:pt modelId="{26CC16CB-2512-4411-9A3D-AA219B60488B}" type="pres">
      <dgm:prSet presAssocID="{46287685-7983-4C29-9F4A-B6541909B8A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917831B-BB53-434F-B81A-FDF50D55F5CF}" type="presOf" srcId="{3B9C3571-E209-49F5-AC11-F19BAB48FB3E}" destId="{7E91D439-7BC8-482D-B38C-3E5D23433B37}" srcOrd="0" destOrd="0" presId="urn:microsoft.com/office/officeart/2005/8/layout/list1"/>
    <dgm:cxn modelId="{9A00A627-FD5B-42F0-8750-35D9871B093F}" type="presOf" srcId="{7A40EA15-35E6-46F8-AE58-9BA3BAAB0F45}" destId="{0FEFBFC1-A6CB-487B-9061-B465A5268A90}" srcOrd="0" destOrd="0" presId="urn:microsoft.com/office/officeart/2005/8/layout/list1"/>
    <dgm:cxn modelId="{5DBDA72D-FEFC-4C17-B2E5-D36766E11CFA}" type="presOf" srcId="{46287685-7983-4C29-9F4A-B6541909B8A2}" destId="{5E624AFE-10A8-4E91-A005-10A20CA847F1}" srcOrd="1" destOrd="0" presId="urn:microsoft.com/office/officeart/2005/8/layout/list1"/>
    <dgm:cxn modelId="{D26E3035-ED11-4BCB-A7EC-214689C8AB67}" type="presOf" srcId="{B01A8D79-C764-479F-B8EB-F027DD417ABB}" destId="{7030AAA8-728A-4327-B753-E9069D766974}" srcOrd="0" destOrd="0" presId="urn:microsoft.com/office/officeart/2005/8/layout/list1"/>
    <dgm:cxn modelId="{CC93545B-266A-4A30-8169-3F19E67B375E}" srcId="{7A40EA15-35E6-46F8-AE58-9BA3BAAB0F45}" destId="{B01A8D79-C764-479F-B8EB-F027DD417ABB}" srcOrd="2" destOrd="0" parTransId="{39C670D4-9353-48BD-AC0A-9AD3702B9F50}" sibTransId="{DD818297-4ED3-4672-9E3B-27541AEC92C8}"/>
    <dgm:cxn modelId="{43893B6B-6686-4BC3-98EC-4426A248FBD1}" srcId="{7A40EA15-35E6-46F8-AE58-9BA3BAAB0F45}" destId="{82AAB7E3-DAEF-4ECD-898E-C3AACDE229BA}" srcOrd="0" destOrd="0" parTransId="{3ECD9B31-D91C-48FD-802C-67FED126C406}" sibTransId="{EDF675B5-A2F0-4570-B830-FE47413E9919}"/>
    <dgm:cxn modelId="{AF40C34B-271A-439B-B129-2ADB6795E5AF}" type="presOf" srcId="{46287685-7983-4C29-9F4A-B6541909B8A2}" destId="{B778E0F9-2FB3-4B2F-BD46-1D22B9946AF4}" srcOrd="0" destOrd="0" presId="urn:microsoft.com/office/officeart/2005/8/layout/list1"/>
    <dgm:cxn modelId="{49DF8B72-9943-42A2-BD0F-665C108DE174}" type="presOf" srcId="{3B9C3571-E209-49F5-AC11-F19BAB48FB3E}" destId="{658B731A-48AD-4C27-9D13-2B39C6B3FF78}" srcOrd="1" destOrd="0" presId="urn:microsoft.com/office/officeart/2005/8/layout/list1"/>
    <dgm:cxn modelId="{ABE79559-50DD-4D0A-80E6-17508DB3B854}" srcId="{7A40EA15-35E6-46F8-AE58-9BA3BAAB0F45}" destId="{46287685-7983-4C29-9F4A-B6541909B8A2}" srcOrd="3" destOrd="0" parTransId="{C113AC8D-FF23-4DDC-9D70-7F077EAE5FBC}" sibTransId="{5B8F29E7-B11E-48FA-B1D5-A724D239F6AB}"/>
    <dgm:cxn modelId="{82158085-7114-4927-A367-65D6BAB69F76}" type="presOf" srcId="{B01A8D79-C764-479F-B8EB-F027DD417ABB}" destId="{8DA2CC28-1C91-4720-B151-ABD73C76B34E}" srcOrd="1" destOrd="0" presId="urn:microsoft.com/office/officeart/2005/8/layout/list1"/>
    <dgm:cxn modelId="{F4DF3BBB-A95E-41D2-96EE-0EC78492D390}" type="presOf" srcId="{82AAB7E3-DAEF-4ECD-898E-C3AACDE229BA}" destId="{FA60F390-1088-426E-9BD9-791F946345D9}" srcOrd="1" destOrd="0" presId="urn:microsoft.com/office/officeart/2005/8/layout/list1"/>
    <dgm:cxn modelId="{7C8871E4-EC4C-4183-A21C-03CDAA87DECB}" srcId="{7A40EA15-35E6-46F8-AE58-9BA3BAAB0F45}" destId="{3B9C3571-E209-49F5-AC11-F19BAB48FB3E}" srcOrd="1" destOrd="0" parTransId="{31CABCB0-043E-4322-94E6-8801F46737C4}" sibTransId="{451D2469-889E-426F-89C8-5246C5B8D688}"/>
    <dgm:cxn modelId="{63C003FC-F8A8-4706-B944-1A2C5B828D85}" type="presOf" srcId="{82AAB7E3-DAEF-4ECD-898E-C3AACDE229BA}" destId="{0E82F5B3-45B5-41AE-9781-8AC55B23A77B}" srcOrd="0" destOrd="0" presId="urn:microsoft.com/office/officeart/2005/8/layout/list1"/>
    <dgm:cxn modelId="{3F2626EC-0AEA-427F-B82E-2751193F9A8C}" type="presParOf" srcId="{0FEFBFC1-A6CB-487B-9061-B465A5268A90}" destId="{E42EE40E-C5BC-42F0-8AC9-1054AB028CAE}" srcOrd="0" destOrd="0" presId="urn:microsoft.com/office/officeart/2005/8/layout/list1"/>
    <dgm:cxn modelId="{82605C05-AC6F-45C8-B095-8660617D8BE3}" type="presParOf" srcId="{E42EE40E-C5BC-42F0-8AC9-1054AB028CAE}" destId="{0E82F5B3-45B5-41AE-9781-8AC55B23A77B}" srcOrd="0" destOrd="0" presId="urn:microsoft.com/office/officeart/2005/8/layout/list1"/>
    <dgm:cxn modelId="{E04F5CFD-7941-4D1E-8169-2906605D8E57}" type="presParOf" srcId="{E42EE40E-C5BC-42F0-8AC9-1054AB028CAE}" destId="{FA60F390-1088-426E-9BD9-791F946345D9}" srcOrd="1" destOrd="0" presId="urn:microsoft.com/office/officeart/2005/8/layout/list1"/>
    <dgm:cxn modelId="{1F37B641-0C92-4692-88F2-255D87850BB5}" type="presParOf" srcId="{0FEFBFC1-A6CB-487B-9061-B465A5268A90}" destId="{BC10A11F-A36A-4D8B-88BA-A1B726D37306}" srcOrd="1" destOrd="0" presId="urn:microsoft.com/office/officeart/2005/8/layout/list1"/>
    <dgm:cxn modelId="{DBBBA98C-C00D-44ED-8C0C-478E382D6FE1}" type="presParOf" srcId="{0FEFBFC1-A6CB-487B-9061-B465A5268A90}" destId="{889C91D0-59C6-4BB9-94A6-BF415C439EF8}" srcOrd="2" destOrd="0" presId="urn:microsoft.com/office/officeart/2005/8/layout/list1"/>
    <dgm:cxn modelId="{758CB565-046B-4699-A2EE-FACA8072CC99}" type="presParOf" srcId="{0FEFBFC1-A6CB-487B-9061-B465A5268A90}" destId="{F85DECE6-DFFF-406B-A842-599C8AA8962F}" srcOrd="3" destOrd="0" presId="urn:microsoft.com/office/officeart/2005/8/layout/list1"/>
    <dgm:cxn modelId="{E78E78D2-892D-4E12-BF23-E9AEBECB7957}" type="presParOf" srcId="{0FEFBFC1-A6CB-487B-9061-B465A5268A90}" destId="{A0B2721F-AAF2-48DF-A3D5-54F774A864B3}" srcOrd="4" destOrd="0" presId="urn:microsoft.com/office/officeart/2005/8/layout/list1"/>
    <dgm:cxn modelId="{AB4927B3-F247-4B86-A60A-B3D23AF7258D}" type="presParOf" srcId="{A0B2721F-AAF2-48DF-A3D5-54F774A864B3}" destId="{7E91D439-7BC8-482D-B38C-3E5D23433B37}" srcOrd="0" destOrd="0" presId="urn:microsoft.com/office/officeart/2005/8/layout/list1"/>
    <dgm:cxn modelId="{BC8DA468-CDE1-4CEF-829D-38E4634DD835}" type="presParOf" srcId="{A0B2721F-AAF2-48DF-A3D5-54F774A864B3}" destId="{658B731A-48AD-4C27-9D13-2B39C6B3FF78}" srcOrd="1" destOrd="0" presId="urn:microsoft.com/office/officeart/2005/8/layout/list1"/>
    <dgm:cxn modelId="{FE3A8B16-EEA0-4E9E-AD2F-848F8E92C652}" type="presParOf" srcId="{0FEFBFC1-A6CB-487B-9061-B465A5268A90}" destId="{E338B787-EE9F-4F8A-B488-363964FC3991}" srcOrd="5" destOrd="0" presId="urn:microsoft.com/office/officeart/2005/8/layout/list1"/>
    <dgm:cxn modelId="{C64D5EAA-9569-43F7-B46C-0E3CCB50AAC8}" type="presParOf" srcId="{0FEFBFC1-A6CB-487B-9061-B465A5268A90}" destId="{D50E6F1E-0166-4B18-B0D4-BF227166566E}" srcOrd="6" destOrd="0" presId="urn:microsoft.com/office/officeart/2005/8/layout/list1"/>
    <dgm:cxn modelId="{49C0C0F7-3706-4161-9F04-4132355831A0}" type="presParOf" srcId="{0FEFBFC1-A6CB-487B-9061-B465A5268A90}" destId="{716B3C17-ACD9-4ADF-AE47-EB39DA4C1779}" srcOrd="7" destOrd="0" presId="urn:microsoft.com/office/officeart/2005/8/layout/list1"/>
    <dgm:cxn modelId="{3CCA24C3-5522-41C3-87A5-B61FDCC55082}" type="presParOf" srcId="{0FEFBFC1-A6CB-487B-9061-B465A5268A90}" destId="{29BDD410-B84B-461D-89CA-5E25C42D9AB1}" srcOrd="8" destOrd="0" presId="urn:microsoft.com/office/officeart/2005/8/layout/list1"/>
    <dgm:cxn modelId="{DF773A05-A2B7-46FC-B532-0E38FF43CF36}" type="presParOf" srcId="{29BDD410-B84B-461D-89CA-5E25C42D9AB1}" destId="{7030AAA8-728A-4327-B753-E9069D766974}" srcOrd="0" destOrd="0" presId="urn:microsoft.com/office/officeart/2005/8/layout/list1"/>
    <dgm:cxn modelId="{24719EF9-B25D-402C-B78B-A461DE92BD2E}" type="presParOf" srcId="{29BDD410-B84B-461D-89CA-5E25C42D9AB1}" destId="{8DA2CC28-1C91-4720-B151-ABD73C76B34E}" srcOrd="1" destOrd="0" presId="urn:microsoft.com/office/officeart/2005/8/layout/list1"/>
    <dgm:cxn modelId="{6C721D12-53D0-4B1D-BDA6-EBAA7055EE18}" type="presParOf" srcId="{0FEFBFC1-A6CB-487B-9061-B465A5268A90}" destId="{43D353C3-CEE7-4EF9-9793-AD223D4004C5}" srcOrd="9" destOrd="0" presId="urn:microsoft.com/office/officeart/2005/8/layout/list1"/>
    <dgm:cxn modelId="{1B0082D4-03E1-401D-B208-4A79D5C3213C}" type="presParOf" srcId="{0FEFBFC1-A6CB-487B-9061-B465A5268A90}" destId="{0351DBCF-90FD-46A3-80EF-524D7C91671D}" srcOrd="10" destOrd="0" presId="urn:microsoft.com/office/officeart/2005/8/layout/list1"/>
    <dgm:cxn modelId="{50B22E94-A384-49A8-AF20-37B612243C47}" type="presParOf" srcId="{0FEFBFC1-A6CB-487B-9061-B465A5268A90}" destId="{E099AEED-288F-4BE3-BA6C-C9B1E9892F03}" srcOrd="11" destOrd="0" presId="urn:microsoft.com/office/officeart/2005/8/layout/list1"/>
    <dgm:cxn modelId="{14E63A4E-CC65-4FBF-8DC5-4DDC4C01A353}" type="presParOf" srcId="{0FEFBFC1-A6CB-487B-9061-B465A5268A90}" destId="{2F216A7C-4B34-48FD-A75A-54C0FF27AD5C}" srcOrd="12" destOrd="0" presId="urn:microsoft.com/office/officeart/2005/8/layout/list1"/>
    <dgm:cxn modelId="{34AE1AF6-6AF1-4113-A742-F4CAF7B1A164}" type="presParOf" srcId="{2F216A7C-4B34-48FD-A75A-54C0FF27AD5C}" destId="{B778E0F9-2FB3-4B2F-BD46-1D22B9946AF4}" srcOrd="0" destOrd="0" presId="urn:microsoft.com/office/officeart/2005/8/layout/list1"/>
    <dgm:cxn modelId="{B5FD6EC5-781D-41E7-80E8-A88DACF23FBF}" type="presParOf" srcId="{2F216A7C-4B34-48FD-A75A-54C0FF27AD5C}" destId="{5E624AFE-10A8-4E91-A005-10A20CA847F1}" srcOrd="1" destOrd="0" presId="urn:microsoft.com/office/officeart/2005/8/layout/list1"/>
    <dgm:cxn modelId="{300771D0-2496-4A67-BAE0-0014B4EE4AC3}" type="presParOf" srcId="{0FEFBFC1-A6CB-487B-9061-B465A5268A90}" destId="{C42ECE51-7E5F-4CC7-9C98-A2E454C5412C}" srcOrd="13" destOrd="0" presId="urn:microsoft.com/office/officeart/2005/8/layout/list1"/>
    <dgm:cxn modelId="{7959E8CB-7581-469F-93B5-094FB9CEFE29}" type="presParOf" srcId="{0FEFBFC1-A6CB-487B-9061-B465A5268A90}" destId="{26CC16CB-2512-4411-9A3D-AA219B6048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FF462C-61DD-4665-8999-381C206B16E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6D5541-D72E-4037-8B58-2FCC03F49930}">
      <dgm:prSet/>
      <dgm:spPr/>
      <dgm:t>
        <a:bodyPr/>
        <a:lstStyle/>
        <a:p>
          <a:r>
            <a:rPr lang="en-US"/>
            <a:t>Creation of Binance Account</a:t>
          </a:r>
        </a:p>
      </dgm:t>
    </dgm:pt>
    <dgm:pt modelId="{890DA85F-2874-4FD6-AC07-D1179D73B689}" type="parTrans" cxnId="{2FC05174-9817-4E8E-BB03-C098A55108C6}">
      <dgm:prSet/>
      <dgm:spPr/>
      <dgm:t>
        <a:bodyPr/>
        <a:lstStyle/>
        <a:p>
          <a:endParaRPr lang="en-US"/>
        </a:p>
      </dgm:t>
    </dgm:pt>
    <dgm:pt modelId="{5860029A-4BFF-489F-94E4-DA5DD11DF95C}" type="sibTrans" cxnId="{2FC05174-9817-4E8E-BB03-C098A55108C6}">
      <dgm:prSet/>
      <dgm:spPr/>
      <dgm:t>
        <a:bodyPr/>
        <a:lstStyle/>
        <a:p>
          <a:endParaRPr lang="en-US"/>
        </a:p>
      </dgm:t>
    </dgm:pt>
    <dgm:pt modelId="{67ABCC66-C7FD-431D-8D75-9F14FDE449E2}">
      <dgm:prSet/>
      <dgm:spPr/>
      <dgm:t>
        <a:bodyPr/>
        <a:lstStyle/>
        <a:p>
          <a:r>
            <a:rPr lang="en-US"/>
            <a:t>Overview of Binance Platform</a:t>
          </a:r>
        </a:p>
      </dgm:t>
    </dgm:pt>
    <dgm:pt modelId="{1A3B94CB-F0F2-40CF-870D-5831AA84324B}" type="parTrans" cxnId="{27B47A0E-7B1D-4676-B438-80ECB49132BD}">
      <dgm:prSet/>
      <dgm:spPr/>
      <dgm:t>
        <a:bodyPr/>
        <a:lstStyle/>
        <a:p>
          <a:endParaRPr lang="en-US"/>
        </a:p>
      </dgm:t>
    </dgm:pt>
    <dgm:pt modelId="{51885A15-9751-49E3-8D6F-728BB6A216B9}" type="sibTrans" cxnId="{27B47A0E-7B1D-4676-B438-80ECB49132BD}">
      <dgm:prSet/>
      <dgm:spPr/>
      <dgm:t>
        <a:bodyPr/>
        <a:lstStyle/>
        <a:p>
          <a:endParaRPr lang="en-US"/>
        </a:p>
      </dgm:t>
    </dgm:pt>
    <dgm:pt modelId="{FE48D076-085C-4BF3-A05C-A254A0F58693}">
      <dgm:prSet/>
      <dgm:spPr/>
      <dgm:t>
        <a:bodyPr/>
        <a:lstStyle/>
        <a:p>
          <a:r>
            <a:rPr lang="en-US" dirty="0"/>
            <a:t>Binance Web3 Wallet vs Binance Custodial Wallet</a:t>
          </a:r>
        </a:p>
      </dgm:t>
    </dgm:pt>
    <dgm:pt modelId="{070D27DE-F767-4EC2-AC9E-1B3F65635807}" type="parTrans" cxnId="{407CCABF-ED5A-4E6F-A72D-3874859DD0F8}">
      <dgm:prSet/>
      <dgm:spPr/>
      <dgm:t>
        <a:bodyPr/>
        <a:lstStyle/>
        <a:p>
          <a:endParaRPr lang="en-US"/>
        </a:p>
      </dgm:t>
    </dgm:pt>
    <dgm:pt modelId="{1AB5946E-E3C2-4AB1-91FF-DD4E06F052F4}" type="sibTrans" cxnId="{407CCABF-ED5A-4E6F-A72D-3874859DD0F8}">
      <dgm:prSet/>
      <dgm:spPr/>
      <dgm:t>
        <a:bodyPr/>
        <a:lstStyle/>
        <a:p>
          <a:endParaRPr lang="en-US"/>
        </a:p>
      </dgm:t>
    </dgm:pt>
    <dgm:pt modelId="{0880E72C-0F1E-46F9-B136-75082C7A9C3F}">
      <dgm:prSet/>
      <dgm:spPr/>
      <dgm:t>
        <a:bodyPr/>
        <a:lstStyle/>
        <a:p>
          <a:r>
            <a:rPr lang="en-US"/>
            <a:t>Adding Funds to Binance</a:t>
          </a:r>
        </a:p>
      </dgm:t>
    </dgm:pt>
    <dgm:pt modelId="{2F8DF19F-D545-475F-93F8-05970B341FA5}" type="parTrans" cxnId="{976CB1BC-F5ED-4050-8818-FC98C2914AB3}">
      <dgm:prSet/>
      <dgm:spPr/>
      <dgm:t>
        <a:bodyPr/>
        <a:lstStyle/>
        <a:p>
          <a:endParaRPr lang="en-US"/>
        </a:p>
      </dgm:t>
    </dgm:pt>
    <dgm:pt modelId="{19C55ED4-88AF-4CA8-9270-F6EDF924EC08}" type="sibTrans" cxnId="{976CB1BC-F5ED-4050-8818-FC98C2914AB3}">
      <dgm:prSet/>
      <dgm:spPr/>
      <dgm:t>
        <a:bodyPr/>
        <a:lstStyle/>
        <a:p>
          <a:endParaRPr lang="en-US"/>
        </a:p>
      </dgm:t>
    </dgm:pt>
    <dgm:pt modelId="{0B60827F-AC6B-4D7B-943E-1BB7C6ECDEBA}">
      <dgm:prSet/>
      <dgm:spPr/>
      <dgm:t>
        <a:bodyPr/>
        <a:lstStyle/>
        <a:p>
          <a:r>
            <a:rPr lang="en-US"/>
            <a:t>Selling Funds through Binance</a:t>
          </a:r>
        </a:p>
      </dgm:t>
    </dgm:pt>
    <dgm:pt modelId="{E43B7FC9-8D66-451A-A72B-3AC32D32311C}" type="parTrans" cxnId="{5144A0B9-8BA2-4C10-9D1D-ED5DB222E09F}">
      <dgm:prSet/>
      <dgm:spPr/>
      <dgm:t>
        <a:bodyPr/>
        <a:lstStyle/>
        <a:p>
          <a:endParaRPr lang="en-US"/>
        </a:p>
      </dgm:t>
    </dgm:pt>
    <dgm:pt modelId="{51FE6FA7-356E-498A-8D41-1876A30FE4B8}" type="sibTrans" cxnId="{5144A0B9-8BA2-4C10-9D1D-ED5DB222E09F}">
      <dgm:prSet/>
      <dgm:spPr/>
      <dgm:t>
        <a:bodyPr/>
        <a:lstStyle/>
        <a:p>
          <a:endParaRPr lang="en-US"/>
        </a:p>
      </dgm:t>
    </dgm:pt>
    <dgm:pt modelId="{9BFEAC75-7C72-4057-945C-8FF95EC06335}" type="pres">
      <dgm:prSet presAssocID="{48FF462C-61DD-4665-8999-381C206B16E4}" presName="linear" presStyleCnt="0">
        <dgm:presLayoutVars>
          <dgm:animLvl val="lvl"/>
          <dgm:resizeHandles val="exact"/>
        </dgm:presLayoutVars>
      </dgm:prSet>
      <dgm:spPr/>
    </dgm:pt>
    <dgm:pt modelId="{890E4490-25B1-4695-911F-045E579EE1C6}" type="pres">
      <dgm:prSet presAssocID="{DA6D5541-D72E-4037-8B58-2FCC03F4993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8DD5790-0B30-42BA-9AE8-E34DA403E2DA}" type="pres">
      <dgm:prSet presAssocID="{5860029A-4BFF-489F-94E4-DA5DD11DF95C}" presName="spacer" presStyleCnt="0"/>
      <dgm:spPr/>
    </dgm:pt>
    <dgm:pt modelId="{D6040693-1DE2-4EDF-9F2D-102260DDA29F}" type="pres">
      <dgm:prSet presAssocID="{67ABCC66-C7FD-431D-8D75-9F14FDE449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73E9903-8F3A-41E2-B5CD-5A183A05F6B7}" type="pres">
      <dgm:prSet presAssocID="{51885A15-9751-49E3-8D6F-728BB6A216B9}" presName="spacer" presStyleCnt="0"/>
      <dgm:spPr/>
    </dgm:pt>
    <dgm:pt modelId="{8234C89B-2987-4732-B27C-263F1E837E61}" type="pres">
      <dgm:prSet presAssocID="{FE48D076-085C-4BF3-A05C-A254A0F5869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98132E-BE12-4272-B641-1BC89A4D8337}" type="pres">
      <dgm:prSet presAssocID="{1AB5946E-E3C2-4AB1-91FF-DD4E06F052F4}" presName="spacer" presStyleCnt="0"/>
      <dgm:spPr/>
    </dgm:pt>
    <dgm:pt modelId="{FEDD794A-A8FC-4A9E-976C-A8E1C56A206D}" type="pres">
      <dgm:prSet presAssocID="{0880E72C-0F1E-46F9-B136-75082C7A9C3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1D4F8F-6DCA-459C-AAAF-F904BF03CEBB}" type="pres">
      <dgm:prSet presAssocID="{19C55ED4-88AF-4CA8-9270-F6EDF924EC08}" presName="spacer" presStyleCnt="0"/>
      <dgm:spPr/>
    </dgm:pt>
    <dgm:pt modelId="{F62CF061-82C5-45F8-B7E2-69EB309C92A2}" type="pres">
      <dgm:prSet presAssocID="{0B60827F-AC6B-4D7B-943E-1BB7C6ECDEB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BF22A02-7524-4CB7-B3FC-0CC11FBA0889}" type="presOf" srcId="{0880E72C-0F1E-46F9-B136-75082C7A9C3F}" destId="{FEDD794A-A8FC-4A9E-976C-A8E1C56A206D}" srcOrd="0" destOrd="0" presId="urn:microsoft.com/office/officeart/2005/8/layout/vList2"/>
    <dgm:cxn modelId="{27B47A0E-7B1D-4676-B438-80ECB49132BD}" srcId="{48FF462C-61DD-4665-8999-381C206B16E4}" destId="{67ABCC66-C7FD-431D-8D75-9F14FDE449E2}" srcOrd="1" destOrd="0" parTransId="{1A3B94CB-F0F2-40CF-870D-5831AA84324B}" sibTransId="{51885A15-9751-49E3-8D6F-728BB6A216B9}"/>
    <dgm:cxn modelId="{DDD6280F-6227-438C-B49F-100F3157C258}" type="presOf" srcId="{67ABCC66-C7FD-431D-8D75-9F14FDE449E2}" destId="{D6040693-1DE2-4EDF-9F2D-102260DDA29F}" srcOrd="0" destOrd="0" presId="urn:microsoft.com/office/officeart/2005/8/layout/vList2"/>
    <dgm:cxn modelId="{2FC05174-9817-4E8E-BB03-C098A55108C6}" srcId="{48FF462C-61DD-4665-8999-381C206B16E4}" destId="{DA6D5541-D72E-4037-8B58-2FCC03F49930}" srcOrd="0" destOrd="0" parTransId="{890DA85F-2874-4FD6-AC07-D1179D73B689}" sibTransId="{5860029A-4BFF-489F-94E4-DA5DD11DF95C}"/>
    <dgm:cxn modelId="{1DF17858-8A7A-418C-AB5F-D92C1C1F5014}" type="presOf" srcId="{48FF462C-61DD-4665-8999-381C206B16E4}" destId="{9BFEAC75-7C72-4057-945C-8FF95EC06335}" srcOrd="0" destOrd="0" presId="urn:microsoft.com/office/officeart/2005/8/layout/vList2"/>
    <dgm:cxn modelId="{5144A0B9-8BA2-4C10-9D1D-ED5DB222E09F}" srcId="{48FF462C-61DD-4665-8999-381C206B16E4}" destId="{0B60827F-AC6B-4D7B-943E-1BB7C6ECDEBA}" srcOrd="4" destOrd="0" parTransId="{E43B7FC9-8D66-451A-A72B-3AC32D32311C}" sibTransId="{51FE6FA7-356E-498A-8D41-1876A30FE4B8}"/>
    <dgm:cxn modelId="{976CB1BC-F5ED-4050-8818-FC98C2914AB3}" srcId="{48FF462C-61DD-4665-8999-381C206B16E4}" destId="{0880E72C-0F1E-46F9-B136-75082C7A9C3F}" srcOrd="3" destOrd="0" parTransId="{2F8DF19F-D545-475F-93F8-05970B341FA5}" sibTransId="{19C55ED4-88AF-4CA8-9270-F6EDF924EC08}"/>
    <dgm:cxn modelId="{407CCABF-ED5A-4E6F-A72D-3874859DD0F8}" srcId="{48FF462C-61DD-4665-8999-381C206B16E4}" destId="{FE48D076-085C-4BF3-A05C-A254A0F58693}" srcOrd="2" destOrd="0" parTransId="{070D27DE-F767-4EC2-AC9E-1B3F65635807}" sibTransId="{1AB5946E-E3C2-4AB1-91FF-DD4E06F052F4}"/>
    <dgm:cxn modelId="{E0F416F7-0E71-40FF-83FF-A125A20FD7CF}" type="presOf" srcId="{FE48D076-085C-4BF3-A05C-A254A0F58693}" destId="{8234C89B-2987-4732-B27C-263F1E837E61}" srcOrd="0" destOrd="0" presId="urn:microsoft.com/office/officeart/2005/8/layout/vList2"/>
    <dgm:cxn modelId="{C3589CFA-396C-46B4-818C-C2DEFC972FFA}" type="presOf" srcId="{DA6D5541-D72E-4037-8B58-2FCC03F49930}" destId="{890E4490-25B1-4695-911F-045E579EE1C6}" srcOrd="0" destOrd="0" presId="urn:microsoft.com/office/officeart/2005/8/layout/vList2"/>
    <dgm:cxn modelId="{A6962FFF-121B-4523-8A84-3F640B68410C}" type="presOf" srcId="{0B60827F-AC6B-4D7B-943E-1BB7C6ECDEBA}" destId="{F62CF061-82C5-45F8-B7E2-69EB309C92A2}" srcOrd="0" destOrd="0" presId="urn:microsoft.com/office/officeart/2005/8/layout/vList2"/>
    <dgm:cxn modelId="{E33A8F0C-DF4D-48AC-BCA2-6F8FAF961D6B}" type="presParOf" srcId="{9BFEAC75-7C72-4057-945C-8FF95EC06335}" destId="{890E4490-25B1-4695-911F-045E579EE1C6}" srcOrd="0" destOrd="0" presId="urn:microsoft.com/office/officeart/2005/8/layout/vList2"/>
    <dgm:cxn modelId="{79FADA76-35B9-462F-9DBC-BD3AD52C7530}" type="presParOf" srcId="{9BFEAC75-7C72-4057-945C-8FF95EC06335}" destId="{D8DD5790-0B30-42BA-9AE8-E34DA403E2DA}" srcOrd="1" destOrd="0" presId="urn:microsoft.com/office/officeart/2005/8/layout/vList2"/>
    <dgm:cxn modelId="{6B2CA9EA-FE05-41F4-B385-184E17AE7D94}" type="presParOf" srcId="{9BFEAC75-7C72-4057-945C-8FF95EC06335}" destId="{D6040693-1DE2-4EDF-9F2D-102260DDA29F}" srcOrd="2" destOrd="0" presId="urn:microsoft.com/office/officeart/2005/8/layout/vList2"/>
    <dgm:cxn modelId="{AA558498-7860-4558-BCCD-7D6E1F9DB8FC}" type="presParOf" srcId="{9BFEAC75-7C72-4057-945C-8FF95EC06335}" destId="{173E9903-8F3A-41E2-B5CD-5A183A05F6B7}" srcOrd="3" destOrd="0" presId="urn:microsoft.com/office/officeart/2005/8/layout/vList2"/>
    <dgm:cxn modelId="{BF50E0F6-2D23-46BC-90EE-A0BF66DB1D94}" type="presParOf" srcId="{9BFEAC75-7C72-4057-945C-8FF95EC06335}" destId="{8234C89B-2987-4732-B27C-263F1E837E61}" srcOrd="4" destOrd="0" presId="urn:microsoft.com/office/officeart/2005/8/layout/vList2"/>
    <dgm:cxn modelId="{6D82631A-5634-4476-A44D-61B9662E04BE}" type="presParOf" srcId="{9BFEAC75-7C72-4057-945C-8FF95EC06335}" destId="{9698132E-BE12-4272-B641-1BC89A4D8337}" srcOrd="5" destOrd="0" presId="urn:microsoft.com/office/officeart/2005/8/layout/vList2"/>
    <dgm:cxn modelId="{2898EF1C-421B-4F3F-AFE9-7D5E3D228553}" type="presParOf" srcId="{9BFEAC75-7C72-4057-945C-8FF95EC06335}" destId="{FEDD794A-A8FC-4A9E-976C-A8E1C56A206D}" srcOrd="6" destOrd="0" presId="urn:microsoft.com/office/officeart/2005/8/layout/vList2"/>
    <dgm:cxn modelId="{6B670C94-AB67-4EAA-B0F8-345233F1C682}" type="presParOf" srcId="{9BFEAC75-7C72-4057-945C-8FF95EC06335}" destId="{891D4F8F-6DCA-459C-AAAF-F904BF03CEBB}" srcOrd="7" destOrd="0" presId="urn:microsoft.com/office/officeart/2005/8/layout/vList2"/>
    <dgm:cxn modelId="{EDD64E7C-2920-4641-98D2-C52B1C91E014}" type="presParOf" srcId="{9BFEAC75-7C72-4057-945C-8FF95EC06335}" destId="{F62CF061-82C5-45F8-B7E2-69EB309C92A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F12300-A188-43D1-982D-3825F1E239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E523BF-0EAF-45BE-81FD-79DC7D6AB93D}">
      <dgm:prSet/>
      <dgm:spPr/>
      <dgm:t>
        <a:bodyPr/>
        <a:lstStyle/>
        <a:p>
          <a:r>
            <a:rPr lang="en-US"/>
            <a:t>Market Order</a:t>
          </a:r>
        </a:p>
      </dgm:t>
    </dgm:pt>
    <dgm:pt modelId="{6134B159-7A81-4EFA-8F65-9DA5393AE0DE}" type="parTrans" cxnId="{69CCD4FB-7C8B-4409-9D0D-AEE93E72A584}">
      <dgm:prSet/>
      <dgm:spPr/>
      <dgm:t>
        <a:bodyPr/>
        <a:lstStyle/>
        <a:p>
          <a:endParaRPr lang="en-US"/>
        </a:p>
      </dgm:t>
    </dgm:pt>
    <dgm:pt modelId="{5CDBD868-8E68-494D-A8EB-2E43A3996026}" type="sibTrans" cxnId="{69CCD4FB-7C8B-4409-9D0D-AEE93E72A584}">
      <dgm:prSet/>
      <dgm:spPr/>
      <dgm:t>
        <a:bodyPr/>
        <a:lstStyle/>
        <a:p>
          <a:endParaRPr lang="en-US"/>
        </a:p>
      </dgm:t>
    </dgm:pt>
    <dgm:pt modelId="{42308EE7-BE7C-4A17-A3E8-B8944101FAB9}">
      <dgm:prSet/>
      <dgm:spPr/>
      <dgm:t>
        <a:bodyPr/>
        <a:lstStyle/>
        <a:p>
          <a:r>
            <a:rPr lang="en-US"/>
            <a:t>Limit Order</a:t>
          </a:r>
        </a:p>
      </dgm:t>
    </dgm:pt>
    <dgm:pt modelId="{3DD74813-24DA-4E50-8166-D49D28B06536}" type="parTrans" cxnId="{F45BF564-36FD-40A5-A37E-5AB5E1DB649C}">
      <dgm:prSet/>
      <dgm:spPr/>
      <dgm:t>
        <a:bodyPr/>
        <a:lstStyle/>
        <a:p>
          <a:endParaRPr lang="en-US"/>
        </a:p>
      </dgm:t>
    </dgm:pt>
    <dgm:pt modelId="{1B84920D-C468-4C23-9D91-ECE45E57F2FF}" type="sibTrans" cxnId="{F45BF564-36FD-40A5-A37E-5AB5E1DB649C}">
      <dgm:prSet/>
      <dgm:spPr/>
      <dgm:t>
        <a:bodyPr/>
        <a:lstStyle/>
        <a:p>
          <a:endParaRPr lang="en-US"/>
        </a:p>
      </dgm:t>
    </dgm:pt>
    <dgm:pt modelId="{62103737-A1DB-43AE-9536-086CAEDCD491}">
      <dgm:prSet/>
      <dgm:spPr/>
      <dgm:t>
        <a:bodyPr/>
        <a:lstStyle/>
        <a:p>
          <a:r>
            <a:rPr lang="en-US"/>
            <a:t>Take-Profit Order</a:t>
          </a:r>
        </a:p>
      </dgm:t>
    </dgm:pt>
    <dgm:pt modelId="{DA4F5409-46F7-4F7F-A4DB-7753AD55B3B8}" type="parTrans" cxnId="{6DF9A809-8B73-423D-83AC-9A0090C41874}">
      <dgm:prSet/>
      <dgm:spPr/>
      <dgm:t>
        <a:bodyPr/>
        <a:lstStyle/>
        <a:p>
          <a:endParaRPr lang="en-US"/>
        </a:p>
      </dgm:t>
    </dgm:pt>
    <dgm:pt modelId="{4DCA4090-6198-4A3D-ABE2-7A1A29B48015}" type="sibTrans" cxnId="{6DF9A809-8B73-423D-83AC-9A0090C41874}">
      <dgm:prSet/>
      <dgm:spPr/>
      <dgm:t>
        <a:bodyPr/>
        <a:lstStyle/>
        <a:p>
          <a:endParaRPr lang="en-US"/>
        </a:p>
      </dgm:t>
    </dgm:pt>
    <dgm:pt modelId="{DB48EA4B-6407-407B-B3D9-8E60CC525C02}">
      <dgm:prSet/>
      <dgm:spPr/>
      <dgm:t>
        <a:bodyPr/>
        <a:lstStyle/>
        <a:p>
          <a:r>
            <a:rPr lang="en-US"/>
            <a:t>Stop-Loss Order</a:t>
          </a:r>
        </a:p>
      </dgm:t>
    </dgm:pt>
    <dgm:pt modelId="{B583C897-98EA-458A-AE8C-AA35B61475C3}" type="parTrans" cxnId="{58B22C9A-FBA5-4CB2-B5F3-76D1DD798362}">
      <dgm:prSet/>
      <dgm:spPr/>
      <dgm:t>
        <a:bodyPr/>
        <a:lstStyle/>
        <a:p>
          <a:endParaRPr lang="en-US"/>
        </a:p>
      </dgm:t>
    </dgm:pt>
    <dgm:pt modelId="{F23BBBD5-9C42-4BD9-9B81-5EAA10113303}" type="sibTrans" cxnId="{58B22C9A-FBA5-4CB2-B5F3-76D1DD798362}">
      <dgm:prSet/>
      <dgm:spPr/>
      <dgm:t>
        <a:bodyPr/>
        <a:lstStyle/>
        <a:p>
          <a:endParaRPr lang="en-US"/>
        </a:p>
      </dgm:t>
    </dgm:pt>
    <dgm:pt modelId="{1819CA6B-54BB-4E20-9B6A-0AA286A04031}">
      <dgm:prSet/>
      <dgm:spPr/>
      <dgm:t>
        <a:bodyPr/>
        <a:lstStyle/>
        <a:p>
          <a:r>
            <a:rPr lang="en-US"/>
            <a:t>Stop-Limit Order</a:t>
          </a:r>
        </a:p>
      </dgm:t>
    </dgm:pt>
    <dgm:pt modelId="{2BCBD443-3006-4A98-8788-7C543A6AB36A}" type="parTrans" cxnId="{75DABB6F-360F-47E3-A9B0-1B39877C1A63}">
      <dgm:prSet/>
      <dgm:spPr/>
      <dgm:t>
        <a:bodyPr/>
        <a:lstStyle/>
        <a:p>
          <a:endParaRPr lang="en-US"/>
        </a:p>
      </dgm:t>
    </dgm:pt>
    <dgm:pt modelId="{C2DA41E1-62EC-4498-B14A-8918C8DCC682}" type="sibTrans" cxnId="{75DABB6F-360F-47E3-A9B0-1B39877C1A63}">
      <dgm:prSet/>
      <dgm:spPr/>
      <dgm:t>
        <a:bodyPr/>
        <a:lstStyle/>
        <a:p>
          <a:endParaRPr lang="en-US"/>
        </a:p>
      </dgm:t>
    </dgm:pt>
    <dgm:pt modelId="{A71DB8F4-623A-4DEA-8E70-B0666CED3F9E}" type="pres">
      <dgm:prSet presAssocID="{C3F12300-A188-43D1-982D-3825F1E239C8}" presName="root" presStyleCnt="0">
        <dgm:presLayoutVars>
          <dgm:dir/>
          <dgm:resizeHandles val="exact"/>
        </dgm:presLayoutVars>
      </dgm:prSet>
      <dgm:spPr/>
    </dgm:pt>
    <dgm:pt modelId="{81D33FB9-A17D-4BB1-9345-BEABAE1AB0B4}" type="pres">
      <dgm:prSet presAssocID="{EEE523BF-0EAF-45BE-81FD-79DC7D6AB93D}" presName="compNode" presStyleCnt="0"/>
      <dgm:spPr/>
    </dgm:pt>
    <dgm:pt modelId="{627D7775-96EF-47C9-AE75-1D19571AF48D}" type="pres">
      <dgm:prSet presAssocID="{EEE523BF-0EAF-45BE-81FD-79DC7D6AB93D}" presName="bgRect" presStyleLbl="bgShp" presStyleIdx="0" presStyleCnt="5"/>
      <dgm:spPr/>
    </dgm:pt>
    <dgm:pt modelId="{E10EECA4-925E-4C94-9372-A0E31D8C3238}" type="pres">
      <dgm:prSet presAssocID="{EEE523BF-0EAF-45BE-81FD-79DC7D6AB9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73C80E8-F7C3-4266-921E-0829655886D6}" type="pres">
      <dgm:prSet presAssocID="{EEE523BF-0EAF-45BE-81FD-79DC7D6AB93D}" presName="spaceRect" presStyleCnt="0"/>
      <dgm:spPr/>
    </dgm:pt>
    <dgm:pt modelId="{43CA6F76-D894-4C3E-B54E-0D42391A8424}" type="pres">
      <dgm:prSet presAssocID="{EEE523BF-0EAF-45BE-81FD-79DC7D6AB93D}" presName="parTx" presStyleLbl="revTx" presStyleIdx="0" presStyleCnt="5">
        <dgm:presLayoutVars>
          <dgm:chMax val="0"/>
          <dgm:chPref val="0"/>
        </dgm:presLayoutVars>
      </dgm:prSet>
      <dgm:spPr/>
    </dgm:pt>
    <dgm:pt modelId="{5C6645D7-D4AE-47EE-8512-9CA4750537A8}" type="pres">
      <dgm:prSet presAssocID="{5CDBD868-8E68-494D-A8EB-2E43A3996026}" presName="sibTrans" presStyleCnt="0"/>
      <dgm:spPr/>
    </dgm:pt>
    <dgm:pt modelId="{1156AE1C-AA9C-4CF0-9CB9-9B48B4743BF3}" type="pres">
      <dgm:prSet presAssocID="{42308EE7-BE7C-4A17-A3E8-B8944101FAB9}" presName="compNode" presStyleCnt="0"/>
      <dgm:spPr/>
    </dgm:pt>
    <dgm:pt modelId="{F955956E-DEFB-4D0F-BD37-966949081D64}" type="pres">
      <dgm:prSet presAssocID="{42308EE7-BE7C-4A17-A3E8-B8944101FAB9}" presName="bgRect" presStyleLbl="bgShp" presStyleIdx="1" presStyleCnt="5"/>
      <dgm:spPr/>
    </dgm:pt>
    <dgm:pt modelId="{20A41F7B-4319-4846-8E02-7E62896F0A83}" type="pres">
      <dgm:prSet presAssocID="{42308EE7-BE7C-4A17-A3E8-B8944101FAB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DAE608F-9AC9-4736-8740-30D718398F3A}" type="pres">
      <dgm:prSet presAssocID="{42308EE7-BE7C-4A17-A3E8-B8944101FAB9}" presName="spaceRect" presStyleCnt="0"/>
      <dgm:spPr/>
    </dgm:pt>
    <dgm:pt modelId="{EEF65F2D-2EB0-49C0-9522-E770EBD42DA0}" type="pres">
      <dgm:prSet presAssocID="{42308EE7-BE7C-4A17-A3E8-B8944101FAB9}" presName="parTx" presStyleLbl="revTx" presStyleIdx="1" presStyleCnt="5">
        <dgm:presLayoutVars>
          <dgm:chMax val="0"/>
          <dgm:chPref val="0"/>
        </dgm:presLayoutVars>
      </dgm:prSet>
      <dgm:spPr/>
    </dgm:pt>
    <dgm:pt modelId="{00A5F2DC-663C-4267-B9C0-88DEEC15EE4A}" type="pres">
      <dgm:prSet presAssocID="{1B84920D-C468-4C23-9D91-ECE45E57F2FF}" presName="sibTrans" presStyleCnt="0"/>
      <dgm:spPr/>
    </dgm:pt>
    <dgm:pt modelId="{F34B100D-6B14-4293-B793-47310A9D620B}" type="pres">
      <dgm:prSet presAssocID="{62103737-A1DB-43AE-9536-086CAEDCD491}" presName="compNode" presStyleCnt="0"/>
      <dgm:spPr/>
    </dgm:pt>
    <dgm:pt modelId="{80EF8AB8-E4C6-43A3-BE55-11EFA958C553}" type="pres">
      <dgm:prSet presAssocID="{62103737-A1DB-43AE-9536-086CAEDCD491}" presName="bgRect" presStyleLbl="bgShp" presStyleIdx="2" presStyleCnt="5"/>
      <dgm:spPr/>
    </dgm:pt>
    <dgm:pt modelId="{DB1D5DE2-1439-40E8-BCD4-7E3BEA467D2D}" type="pres">
      <dgm:prSet presAssocID="{62103737-A1DB-43AE-9536-086CAEDCD49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3E6E7EC-2973-45B7-A99B-ECE4CCC669E5}" type="pres">
      <dgm:prSet presAssocID="{62103737-A1DB-43AE-9536-086CAEDCD491}" presName="spaceRect" presStyleCnt="0"/>
      <dgm:spPr/>
    </dgm:pt>
    <dgm:pt modelId="{0457F5D2-C65F-4E42-8CE7-617F3DD05BB0}" type="pres">
      <dgm:prSet presAssocID="{62103737-A1DB-43AE-9536-086CAEDCD491}" presName="parTx" presStyleLbl="revTx" presStyleIdx="2" presStyleCnt="5">
        <dgm:presLayoutVars>
          <dgm:chMax val="0"/>
          <dgm:chPref val="0"/>
        </dgm:presLayoutVars>
      </dgm:prSet>
      <dgm:spPr/>
    </dgm:pt>
    <dgm:pt modelId="{CF944D02-DC75-456D-9F69-4A284F4285F9}" type="pres">
      <dgm:prSet presAssocID="{4DCA4090-6198-4A3D-ABE2-7A1A29B48015}" presName="sibTrans" presStyleCnt="0"/>
      <dgm:spPr/>
    </dgm:pt>
    <dgm:pt modelId="{633FCA62-3D9D-44D0-9E01-395861534953}" type="pres">
      <dgm:prSet presAssocID="{DB48EA4B-6407-407B-B3D9-8E60CC525C02}" presName="compNode" presStyleCnt="0"/>
      <dgm:spPr/>
    </dgm:pt>
    <dgm:pt modelId="{F7428BD5-9C0A-4506-9A49-45F66A644332}" type="pres">
      <dgm:prSet presAssocID="{DB48EA4B-6407-407B-B3D9-8E60CC525C02}" presName="bgRect" presStyleLbl="bgShp" presStyleIdx="3" presStyleCnt="5"/>
      <dgm:spPr/>
    </dgm:pt>
    <dgm:pt modelId="{6FEDBA67-C511-448D-A1F2-F3280FE73E57}" type="pres">
      <dgm:prSet presAssocID="{DB48EA4B-6407-407B-B3D9-8E60CC525C0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AB468E83-8B0A-457E-BE64-781125E7C811}" type="pres">
      <dgm:prSet presAssocID="{DB48EA4B-6407-407B-B3D9-8E60CC525C02}" presName="spaceRect" presStyleCnt="0"/>
      <dgm:spPr/>
    </dgm:pt>
    <dgm:pt modelId="{BBFB8DED-6D56-46CA-AF2A-670CE693E5F7}" type="pres">
      <dgm:prSet presAssocID="{DB48EA4B-6407-407B-B3D9-8E60CC525C02}" presName="parTx" presStyleLbl="revTx" presStyleIdx="3" presStyleCnt="5">
        <dgm:presLayoutVars>
          <dgm:chMax val="0"/>
          <dgm:chPref val="0"/>
        </dgm:presLayoutVars>
      </dgm:prSet>
      <dgm:spPr/>
    </dgm:pt>
    <dgm:pt modelId="{5EC6E537-CAF4-40F8-AA7E-1E9E23F10416}" type="pres">
      <dgm:prSet presAssocID="{F23BBBD5-9C42-4BD9-9B81-5EAA10113303}" presName="sibTrans" presStyleCnt="0"/>
      <dgm:spPr/>
    </dgm:pt>
    <dgm:pt modelId="{FE7749DA-F6EF-436B-B36B-A426DA1A59FD}" type="pres">
      <dgm:prSet presAssocID="{1819CA6B-54BB-4E20-9B6A-0AA286A04031}" presName="compNode" presStyleCnt="0"/>
      <dgm:spPr/>
    </dgm:pt>
    <dgm:pt modelId="{998627EE-512E-4B57-8899-DA46A5260BA2}" type="pres">
      <dgm:prSet presAssocID="{1819CA6B-54BB-4E20-9B6A-0AA286A04031}" presName="bgRect" presStyleLbl="bgShp" presStyleIdx="4" presStyleCnt="5"/>
      <dgm:spPr/>
    </dgm:pt>
    <dgm:pt modelId="{8E677A38-7080-457F-B94A-0BFA1CD6F043}" type="pres">
      <dgm:prSet presAssocID="{1819CA6B-54BB-4E20-9B6A-0AA286A0403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74421061-2089-45B5-9688-3FEDB0C54E7C}" type="pres">
      <dgm:prSet presAssocID="{1819CA6B-54BB-4E20-9B6A-0AA286A04031}" presName="spaceRect" presStyleCnt="0"/>
      <dgm:spPr/>
    </dgm:pt>
    <dgm:pt modelId="{0F2573DA-9E4E-4512-905B-2F2C836A0A77}" type="pres">
      <dgm:prSet presAssocID="{1819CA6B-54BB-4E20-9B6A-0AA286A0403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DF9A809-8B73-423D-83AC-9A0090C41874}" srcId="{C3F12300-A188-43D1-982D-3825F1E239C8}" destId="{62103737-A1DB-43AE-9536-086CAEDCD491}" srcOrd="2" destOrd="0" parTransId="{DA4F5409-46F7-4F7F-A4DB-7753AD55B3B8}" sibTransId="{4DCA4090-6198-4A3D-ABE2-7A1A29B48015}"/>
    <dgm:cxn modelId="{F45BF564-36FD-40A5-A37E-5AB5E1DB649C}" srcId="{C3F12300-A188-43D1-982D-3825F1E239C8}" destId="{42308EE7-BE7C-4A17-A3E8-B8944101FAB9}" srcOrd="1" destOrd="0" parTransId="{3DD74813-24DA-4E50-8166-D49D28B06536}" sibTransId="{1B84920D-C468-4C23-9D91-ECE45E57F2FF}"/>
    <dgm:cxn modelId="{B9DDC44B-E788-48A8-A575-8B059B7C8F8C}" type="presOf" srcId="{EEE523BF-0EAF-45BE-81FD-79DC7D6AB93D}" destId="{43CA6F76-D894-4C3E-B54E-0D42391A8424}" srcOrd="0" destOrd="0" presId="urn:microsoft.com/office/officeart/2018/2/layout/IconVerticalSolidList"/>
    <dgm:cxn modelId="{75DABB6F-360F-47E3-A9B0-1B39877C1A63}" srcId="{C3F12300-A188-43D1-982D-3825F1E239C8}" destId="{1819CA6B-54BB-4E20-9B6A-0AA286A04031}" srcOrd="4" destOrd="0" parTransId="{2BCBD443-3006-4A98-8788-7C543A6AB36A}" sibTransId="{C2DA41E1-62EC-4498-B14A-8918C8DCC682}"/>
    <dgm:cxn modelId="{EA281C74-3DAC-47E0-A3F1-671DFDB7CCEE}" type="presOf" srcId="{1819CA6B-54BB-4E20-9B6A-0AA286A04031}" destId="{0F2573DA-9E4E-4512-905B-2F2C836A0A77}" srcOrd="0" destOrd="0" presId="urn:microsoft.com/office/officeart/2018/2/layout/IconVerticalSolidList"/>
    <dgm:cxn modelId="{69E8DC7A-E69A-4C23-94C4-BB5EFFA17F8A}" type="presOf" srcId="{62103737-A1DB-43AE-9536-086CAEDCD491}" destId="{0457F5D2-C65F-4E42-8CE7-617F3DD05BB0}" srcOrd="0" destOrd="0" presId="urn:microsoft.com/office/officeart/2018/2/layout/IconVerticalSolidList"/>
    <dgm:cxn modelId="{B0D1F884-1C29-4F19-9AF6-0AF562C36B80}" type="presOf" srcId="{DB48EA4B-6407-407B-B3D9-8E60CC525C02}" destId="{BBFB8DED-6D56-46CA-AF2A-670CE693E5F7}" srcOrd="0" destOrd="0" presId="urn:microsoft.com/office/officeart/2018/2/layout/IconVerticalSolidList"/>
    <dgm:cxn modelId="{91B06689-E1DC-4816-948D-9F0F73F932A3}" type="presOf" srcId="{C3F12300-A188-43D1-982D-3825F1E239C8}" destId="{A71DB8F4-623A-4DEA-8E70-B0666CED3F9E}" srcOrd="0" destOrd="0" presId="urn:microsoft.com/office/officeart/2018/2/layout/IconVerticalSolidList"/>
    <dgm:cxn modelId="{CAA62894-8A20-49BB-AC7E-D122D3A5B847}" type="presOf" srcId="{42308EE7-BE7C-4A17-A3E8-B8944101FAB9}" destId="{EEF65F2D-2EB0-49C0-9522-E770EBD42DA0}" srcOrd="0" destOrd="0" presId="urn:microsoft.com/office/officeart/2018/2/layout/IconVerticalSolidList"/>
    <dgm:cxn modelId="{58B22C9A-FBA5-4CB2-B5F3-76D1DD798362}" srcId="{C3F12300-A188-43D1-982D-3825F1E239C8}" destId="{DB48EA4B-6407-407B-B3D9-8E60CC525C02}" srcOrd="3" destOrd="0" parTransId="{B583C897-98EA-458A-AE8C-AA35B61475C3}" sibTransId="{F23BBBD5-9C42-4BD9-9B81-5EAA10113303}"/>
    <dgm:cxn modelId="{69CCD4FB-7C8B-4409-9D0D-AEE93E72A584}" srcId="{C3F12300-A188-43D1-982D-3825F1E239C8}" destId="{EEE523BF-0EAF-45BE-81FD-79DC7D6AB93D}" srcOrd="0" destOrd="0" parTransId="{6134B159-7A81-4EFA-8F65-9DA5393AE0DE}" sibTransId="{5CDBD868-8E68-494D-A8EB-2E43A3996026}"/>
    <dgm:cxn modelId="{09465884-A02F-438B-9CA3-B9D3456675BC}" type="presParOf" srcId="{A71DB8F4-623A-4DEA-8E70-B0666CED3F9E}" destId="{81D33FB9-A17D-4BB1-9345-BEABAE1AB0B4}" srcOrd="0" destOrd="0" presId="urn:microsoft.com/office/officeart/2018/2/layout/IconVerticalSolidList"/>
    <dgm:cxn modelId="{08A93150-566A-476E-8A50-EA9F4436DD4E}" type="presParOf" srcId="{81D33FB9-A17D-4BB1-9345-BEABAE1AB0B4}" destId="{627D7775-96EF-47C9-AE75-1D19571AF48D}" srcOrd="0" destOrd="0" presId="urn:microsoft.com/office/officeart/2018/2/layout/IconVerticalSolidList"/>
    <dgm:cxn modelId="{C7280E2C-142C-4E49-8E35-E917217ADDBB}" type="presParOf" srcId="{81D33FB9-A17D-4BB1-9345-BEABAE1AB0B4}" destId="{E10EECA4-925E-4C94-9372-A0E31D8C3238}" srcOrd="1" destOrd="0" presId="urn:microsoft.com/office/officeart/2018/2/layout/IconVerticalSolidList"/>
    <dgm:cxn modelId="{51530BA5-AB99-42B5-9B5E-6CDB90680CDA}" type="presParOf" srcId="{81D33FB9-A17D-4BB1-9345-BEABAE1AB0B4}" destId="{773C80E8-F7C3-4266-921E-0829655886D6}" srcOrd="2" destOrd="0" presId="urn:microsoft.com/office/officeart/2018/2/layout/IconVerticalSolidList"/>
    <dgm:cxn modelId="{9E812042-E1C2-4358-8073-651D29CD29F6}" type="presParOf" srcId="{81D33FB9-A17D-4BB1-9345-BEABAE1AB0B4}" destId="{43CA6F76-D894-4C3E-B54E-0D42391A8424}" srcOrd="3" destOrd="0" presId="urn:microsoft.com/office/officeart/2018/2/layout/IconVerticalSolidList"/>
    <dgm:cxn modelId="{B104D1D3-3122-436D-811D-43569530E892}" type="presParOf" srcId="{A71DB8F4-623A-4DEA-8E70-B0666CED3F9E}" destId="{5C6645D7-D4AE-47EE-8512-9CA4750537A8}" srcOrd="1" destOrd="0" presId="urn:microsoft.com/office/officeart/2018/2/layout/IconVerticalSolidList"/>
    <dgm:cxn modelId="{358DDCE1-10CA-4245-9A05-1A94301DC80E}" type="presParOf" srcId="{A71DB8F4-623A-4DEA-8E70-B0666CED3F9E}" destId="{1156AE1C-AA9C-4CF0-9CB9-9B48B4743BF3}" srcOrd="2" destOrd="0" presId="urn:microsoft.com/office/officeart/2018/2/layout/IconVerticalSolidList"/>
    <dgm:cxn modelId="{816BCB2E-C484-4BC6-A206-31C079CD3F07}" type="presParOf" srcId="{1156AE1C-AA9C-4CF0-9CB9-9B48B4743BF3}" destId="{F955956E-DEFB-4D0F-BD37-966949081D64}" srcOrd="0" destOrd="0" presId="urn:microsoft.com/office/officeart/2018/2/layout/IconVerticalSolidList"/>
    <dgm:cxn modelId="{09F4022F-5B78-49B9-983F-2F60155B64D3}" type="presParOf" srcId="{1156AE1C-AA9C-4CF0-9CB9-9B48B4743BF3}" destId="{20A41F7B-4319-4846-8E02-7E62896F0A83}" srcOrd="1" destOrd="0" presId="urn:microsoft.com/office/officeart/2018/2/layout/IconVerticalSolidList"/>
    <dgm:cxn modelId="{46A59C5C-071C-4DF9-8500-738A0690BA64}" type="presParOf" srcId="{1156AE1C-AA9C-4CF0-9CB9-9B48B4743BF3}" destId="{EDAE608F-9AC9-4736-8740-30D718398F3A}" srcOrd="2" destOrd="0" presId="urn:microsoft.com/office/officeart/2018/2/layout/IconVerticalSolidList"/>
    <dgm:cxn modelId="{2C000C78-6561-4A54-9201-022848FB9285}" type="presParOf" srcId="{1156AE1C-AA9C-4CF0-9CB9-9B48B4743BF3}" destId="{EEF65F2D-2EB0-49C0-9522-E770EBD42DA0}" srcOrd="3" destOrd="0" presId="urn:microsoft.com/office/officeart/2018/2/layout/IconVerticalSolidList"/>
    <dgm:cxn modelId="{237C6108-D650-4DE9-A095-44ED794B20A0}" type="presParOf" srcId="{A71DB8F4-623A-4DEA-8E70-B0666CED3F9E}" destId="{00A5F2DC-663C-4267-B9C0-88DEEC15EE4A}" srcOrd="3" destOrd="0" presId="urn:microsoft.com/office/officeart/2018/2/layout/IconVerticalSolidList"/>
    <dgm:cxn modelId="{58091435-DFD0-4416-A612-DF2237D36427}" type="presParOf" srcId="{A71DB8F4-623A-4DEA-8E70-B0666CED3F9E}" destId="{F34B100D-6B14-4293-B793-47310A9D620B}" srcOrd="4" destOrd="0" presId="urn:microsoft.com/office/officeart/2018/2/layout/IconVerticalSolidList"/>
    <dgm:cxn modelId="{EFD088CA-CB45-4FF0-B8AD-7409399757D9}" type="presParOf" srcId="{F34B100D-6B14-4293-B793-47310A9D620B}" destId="{80EF8AB8-E4C6-43A3-BE55-11EFA958C553}" srcOrd="0" destOrd="0" presId="urn:microsoft.com/office/officeart/2018/2/layout/IconVerticalSolidList"/>
    <dgm:cxn modelId="{19F07547-A7E8-4FF1-8D37-354B247E98E8}" type="presParOf" srcId="{F34B100D-6B14-4293-B793-47310A9D620B}" destId="{DB1D5DE2-1439-40E8-BCD4-7E3BEA467D2D}" srcOrd="1" destOrd="0" presId="urn:microsoft.com/office/officeart/2018/2/layout/IconVerticalSolidList"/>
    <dgm:cxn modelId="{E721F770-A12E-46F5-BBE8-D3670FDD97FA}" type="presParOf" srcId="{F34B100D-6B14-4293-B793-47310A9D620B}" destId="{C3E6E7EC-2973-45B7-A99B-ECE4CCC669E5}" srcOrd="2" destOrd="0" presId="urn:microsoft.com/office/officeart/2018/2/layout/IconVerticalSolidList"/>
    <dgm:cxn modelId="{F1B8903E-F2E0-4CFD-9BF7-E1F29E3629D7}" type="presParOf" srcId="{F34B100D-6B14-4293-B793-47310A9D620B}" destId="{0457F5D2-C65F-4E42-8CE7-617F3DD05BB0}" srcOrd="3" destOrd="0" presId="urn:microsoft.com/office/officeart/2018/2/layout/IconVerticalSolidList"/>
    <dgm:cxn modelId="{23FB41D9-98C6-48D1-A13A-B85BE108FEAE}" type="presParOf" srcId="{A71DB8F4-623A-4DEA-8E70-B0666CED3F9E}" destId="{CF944D02-DC75-456D-9F69-4A284F4285F9}" srcOrd="5" destOrd="0" presId="urn:microsoft.com/office/officeart/2018/2/layout/IconVerticalSolidList"/>
    <dgm:cxn modelId="{8FCD04B1-5962-4591-821D-992AABF5F61D}" type="presParOf" srcId="{A71DB8F4-623A-4DEA-8E70-B0666CED3F9E}" destId="{633FCA62-3D9D-44D0-9E01-395861534953}" srcOrd="6" destOrd="0" presId="urn:microsoft.com/office/officeart/2018/2/layout/IconVerticalSolidList"/>
    <dgm:cxn modelId="{1EBCDBB8-17E8-49DB-B7CC-BEE67AE9F0FD}" type="presParOf" srcId="{633FCA62-3D9D-44D0-9E01-395861534953}" destId="{F7428BD5-9C0A-4506-9A49-45F66A644332}" srcOrd="0" destOrd="0" presId="urn:microsoft.com/office/officeart/2018/2/layout/IconVerticalSolidList"/>
    <dgm:cxn modelId="{319BAD94-9816-48B2-904D-2E63DD4123EE}" type="presParOf" srcId="{633FCA62-3D9D-44D0-9E01-395861534953}" destId="{6FEDBA67-C511-448D-A1F2-F3280FE73E57}" srcOrd="1" destOrd="0" presId="urn:microsoft.com/office/officeart/2018/2/layout/IconVerticalSolidList"/>
    <dgm:cxn modelId="{EDB77C44-C2ED-407C-9E79-D2539CD83AC5}" type="presParOf" srcId="{633FCA62-3D9D-44D0-9E01-395861534953}" destId="{AB468E83-8B0A-457E-BE64-781125E7C811}" srcOrd="2" destOrd="0" presId="urn:microsoft.com/office/officeart/2018/2/layout/IconVerticalSolidList"/>
    <dgm:cxn modelId="{21C7ED9C-47F3-49DD-BD49-5C45199BAE06}" type="presParOf" srcId="{633FCA62-3D9D-44D0-9E01-395861534953}" destId="{BBFB8DED-6D56-46CA-AF2A-670CE693E5F7}" srcOrd="3" destOrd="0" presId="urn:microsoft.com/office/officeart/2018/2/layout/IconVerticalSolidList"/>
    <dgm:cxn modelId="{80CAB65A-D3D9-4E9F-94F9-9BB4A5D1C401}" type="presParOf" srcId="{A71DB8F4-623A-4DEA-8E70-B0666CED3F9E}" destId="{5EC6E537-CAF4-40F8-AA7E-1E9E23F10416}" srcOrd="7" destOrd="0" presId="urn:microsoft.com/office/officeart/2018/2/layout/IconVerticalSolidList"/>
    <dgm:cxn modelId="{4418A56A-3050-43C3-B4E9-D3C73BC7A71B}" type="presParOf" srcId="{A71DB8F4-623A-4DEA-8E70-B0666CED3F9E}" destId="{FE7749DA-F6EF-436B-B36B-A426DA1A59FD}" srcOrd="8" destOrd="0" presId="urn:microsoft.com/office/officeart/2018/2/layout/IconVerticalSolidList"/>
    <dgm:cxn modelId="{F5B21482-6649-472C-ACFC-FAD53A1BEBCB}" type="presParOf" srcId="{FE7749DA-F6EF-436B-B36B-A426DA1A59FD}" destId="{998627EE-512E-4B57-8899-DA46A5260BA2}" srcOrd="0" destOrd="0" presId="urn:microsoft.com/office/officeart/2018/2/layout/IconVerticalSolidList"/>
    <dgm:cxn modelId="{71107C86-3022-4CA6-A9E1-6C04BFA21A9E}" type="presParOf" srcId="{FE7749DA-F6EF-436B-B36B-A426DA1A59FD}" destId="{8E677A38-7080-457F-B94A-0BFA1CD6F043}" srcOrd="1" destOrd="0" presId="urn:microsoft.com/office/officeart/2018/2/layout/IconVerticalSolidList"/>
    <dgm:cxn modelId="{044FAB90-77C7-46AE-9C0E-74FC1058A87E}" type="presParOf" srcId="{FE7749DA-F6EF-436B-B36B-A426DA1A59FD}" destId="{74421061-2089-45B5-9688-3FEDB0C54E7C}" srcOrd="2" destOrd="0" presId="urn:microsoft.com/office/officeart/2018/2/layout/IconVerticalSolidList"/>
    <dgm:cxn modelId="{8D5830B7-BF67-416A-885D-06670157C623}" type="presParOf" srcId="{FE7749DA-F6EF-436B-B36B-A426DA1A59FD}" destId="{0F2573DA-9E4E-4512-905B-2F2C836A0A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76B989-7FD1-40B0-8AE5-981368B7EC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2647E9A-0207-4424-A8FB-7A564142C0A2}">
      <dgm:prSet/>
      <dgm:spPr/>
      <dgm:t>
        <a:bodyPr/>
        <a:lstStyle/>
        <a:p>
          <a:r>
            <a:rPr lang="en-US"/>
            <a:t>How easily and quickly an asset (like BTC) can be bought or sold at stable prices without causing significant price movement.</a:t>
          </a:r>
        </a:p>
      </dgm:t>
    </dgm:pt>
    <dgm:pt modelId="{75E4D75A-B1AD-444A-B899-C33B737BAD9E}" type="parTrans" cxnId="{F7DAB798-6F6F-446E-BA3D-810F4005AF2A}">
      <dgm:prSet/>
      <dgm:spPr/>
      <dgm:t>
        <a:bodyPr/>
        <a:lstStyle/>
        <a:p>
          <a:endParaRPr lang="en-US"/>
        </a:p>
      </dgm:t>
    </dgm:pt>
    <dgm:pt modelId="{B3FC6A1A-A540-4158-8B2E-E2461D8B1C3A}" type="sibTrans" cxnId="{F7DAB798-6F6F-446E-BA3D-810F4005AF2A}">
      <dgm:prSet/>
      <dgm:spPr/>
      <dgm:t>
        <a:bodyPr/>
        <a:lstStyle/>
        <a:p>
          <a:endParaRPr lang="en-US"/>
        </a:p>
      </dgm:t>
    </dgm:pt>
    <dgm:pt modelId="{773D9678-7303-4CF8-81DD-56931DF79AE6}">
      <dgm:prSet/>
      <dgm:spPr/>
      <dgm:t>
        <a:bodyPr/>
        <a:lstStyle/>
        <a:p>
          <a:r>
            <a:rPr lang="en-US" b="1"/>
            <a:t>Fast Transactions</a:t>
          </a:r>
          <a:r>
            <a:rPr lang="en-US"/>
            <a:t> – Easy entry/exit.</a:t>
          </a:r>
        </a:p>
      </dgm:t>
    </dgm:pt>
    <dgm:pt modelId="{98AC611B-EA2F-40E3-9A3D-EFC01F2F11D0}" type="parTrans" cxnId="{6F459855-4003-4DDE-81E3-A5B321BFF10B}">
      <dgm:prSet/>
      <dgm:spPr/>
      <dgm:t>
        <a:bodyPr/>
        <a:lstStyle/>
        <a:p>
          <a:endParaRPr lang="en-US"/>
        </a:p>
      </dgm:t>
    </dgm:pt>
    <dgm:pt modelId="{D87114D3-4799-4C7E-B0D2-B8815DA5DB0C}" type="sibTrans" cxnId="{6F459855-4003-4DDE-81E3-A5B321BFF10B}">
      <dgm:prSet/>
      <dgm:spPr/>
      <dgm:t>
        <a:bodyPr/>
        <a:lstStyle/>
        <a:p>
          <a:endParaRPr lang="en-US"/>
        </a:p>
      </dgm:t>
    </dgm:pt>
    <dgm:pt modelId="{A031F8CC-2C4A-4C94-8FCC-0EA9627CB21D}">
      <dgm:prSet/>
      <dgm:spPr/>
      <dgm:t>
        <a:bodyPr/>
        <a:lstStyle/>
        <a:p>
          <a:r>
            <a:rPr lang="en-US" b="1"/>
            <a:t>Price Stability</a:t>
          </a:r>
          <a:r>
            <a:rPr lang="en-US"/>
            <a:t> – Prevents large swings.</a:t>
          </a:r>
        </a:p>
      </dgm:t>
    </dgm:pt>
    <dgm:pt modelId="{768E3A34-57A6-4D0E-B369-D6E73A1AE334}" type="parTrans" cxnId="{332DC5C5-74FC-4C5E-B261-362D527C1437}">
      <dgm:prSet/>
      <dgm:spPr/>
      <dgm:t>
        <a:bodyPr/>
        <a:lstStyle/>
        <a:p>
          <a:endParaRPr lang="en-US"/>
        </a:p>
      </dgm:t>
    </dgm:pt>
    <dgm:pt modelId="{0F18AEFF-AC13-497B-8D69-6E65BB8138D9}" type="sibTrans" cxnId="{332DC5C5-74FC-4C5E-B261-362D527C1437}">
      <dgm:prSet/>
      <dgm:spPr/>
      <dgm:t>
        <a:bodyPr/>
        <a:lstStyle/>
        <a:p>
          <a:endParaRPr lang="en-US"/>
        </a:p>
      </dgm:t>
    </dgm:pt>
    <dgm:pt modelId="{07A9CC19-1517-46A0-A8CA-89582419FE4A}">
      <dgm:prSet/>
      <dgm:spPr/>
      <dgm:t>
        <a:bodyPr/>
        <a:lstStyle/>
        <a:p>
          <a:r>
            <a:rPr lang="en-US" b="1"/>
            <a:t>Lower Slippage</a:t>
          </a:r>
          <a:r>
            <a:rPr lang="en-US"/>
            <a:t> – Minimal difference between expected and executed price.</a:t>
          </a:r>
        </a:p>
      </dgm:t>
    </dgm:pt>
    <dgm:pt modelId="{9BEAAD84-3CA0-4AFD-8CD8-79B973EFDCF9}" type="parTrans" cxnId="{2F0F8721-B60E-4491-A5D0-35DE2AF9AAD2}">
      <dgm:prSet/>
      <dgm:spPr/>
      <dgm:t>
        <a:bodyPr/>
        <a:lstStyle/>
        <a:p>
          <a:endParaRPr lang="en-US"/>
        </a:p>
      </dgm:t>
    </dgm:pt>
    <dgm:pt modelId="{077A84D5-B18E-40FF-A554-054DC7BCEDC7}" type="sibTrans" cxnId="{2F0F8721-B60E-4491-A5D0-35DE2AF9AAD2}">
      <dgm:prSet/>
      <dgm:spPr/>
      <dgm:t>
        <a:bodyPr/>
        <a:lstStyle/>
        <a:p>
          <a:endParaRPr lang="en-US"/>
        </a:p>
      </dgm:t>
    </dgm:pt>
    <dgm:pt modelId="{A29327D1-4CD3-4D36-8948-594D67A5CCD4}" type="pres">
      <dgm:prSet presAssocID="{4376B989-7FD1-40B0-8AE5-981368B7ECB8}" presName="root" presStyleCnt="0">
        <dgm:presLayoutVars>
          <dgm:dir/>
          <dgm:resizeHandles val="exact"/>
        </dgm:presLayoutVars>
      </dgm:prSet>
      <dgm:spPr/>
    </dgm:pt>
    <dgm:pt modelId="{175E63B0-8AFA-4BC4-9B89-B04FE0375EB1}" type="pres">
      <dgm:prSet presAssocID="{12647E9A-0207-4424-A8FB-7A564142C0A2}" presName="compNode" presStyleCnt="0"/>
      <dgm:spPr/>
    </dgm:pt>
    <dgm:pt modelId="{B9569B8E-2DBA-4375-B244-E0ED9B494E08}" type="pres">
      <dgm:prSet presAssocID="{12647E9A-0207-4424-A8FB-7A564142C0A2}" presName="bgRect" presStyleLbl="bgShp" presStyleIdx="0" presStyleCnt="4"/>
      <dgm:spPr/>
    </dgm:pt>
    <dgm:pt modelId="{CF6EAA8C-5BDE-45F2-ABBF-89E577DABADF}" type="pres">
      <dgm:prSet presAssocID="{12647E9A-0207-4424-A8FB-7A564142C0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0CE328BE-5F6D-46B2-9657-940623B337F1}" type="pres">
      <dgm:prSet presAssocID="{12647E9A-0207-4424-A8FB-7A564142C0A2}" presName="spaceRect" presStyleCnt="0"/>
      <dgm:spPr/>
    </dgm:pt>
    <dgm:pt modelId="{97440128-77AD-497B-B532-3D2A34EBD112}" type="pres">
      <dgm:prSet presAssocID="{12647E9A-0207-4424-A8FB-7A564142C0A2}" presName="parTx" presStyleLbl="revTx" presStyleIdx="0" presStyleCnt="4">
        <dgm:presLayoutVars>
          <dgm:chMax val="0"/>
          <dgm:chPref val="0"/>
        </dgm:presLayoutVars>
      </dgm:prSet>
      <dgm:spPr/>
    </dgm:pt>
    <dgm:pt modelId="{7AA2CE50-4325-4405-8BE8-065EA93F4604}" type="pres">
      <dgm:prSet presAssocID="{B3FC6A1A-A540-4158-8B2E-E2461D8B1C3A}" presName="sibTrans" presStyleCnt="0"/>
      <dgm:spPr/>
    </dgm:pt>
    <dgm:pt modelId="{D64A779C-364A-4C7A-8721-1536FD2486A6}" type="pres">
      <dgm:prSet presAssocID="{773D9678-7303-4CF8-81DD-56931DF79AE6}" presName="compNode" presStyleCnt="0"/>
      <dgm:spPr/>
    </dgm:pt>
    <dgm:pt modelId="{AEA6146F-2697-43C5-89A9-212E299D98DE}" type="pres">
      <dgm:prSet presAssocID="{773D9678-7303-4CF8-81DD-56931DF79AE6}" presName="bgRect" presStyleLbl="bgShp" presStyleIdx="1" presStyleCnt="4"/>
      <dgm:spPr/>
    </dgm:pt>
    <dgm:pt modelId="{F9BC03B4-B748-47AA-9778-3F1051F8A9DB}" type="pres">
      <dgm:prSet presAssocID="{773D9678-7303-4CF8-81DD-56931DF79A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FB2BC0CB-EA74-455C-9891-B66D0856A5BF}" type="pres">
      <dgm:prSet presAssocID="{773D9678-7303-4CF8-81DD-56931DF79AE6}" presName="spaceRect" presStyleCnt="0"/>
      <dgm:spPr/>
    </dgm:pt>
    <dgm:pt modelId="{09A0D797-92AF-4583-B0AF-EA6480DFEE5B}" type="pres">
      <dgm:prSet presAssocID="{773D9678-7303-4CF8-81DD-56931DF79AE6}" presName="parTx" presStyleLbl="revTx" presStyleIdx="1" presStyleCnt="4">
        <dgm:presLayoutVars>
          <dgm:chMax val="0"/>
          <dgm:chPref val="0"/>
        </dgm:presLayoutVars>
      </dgm:prSet>
      <dgm:spPr/>
    </dgm:pt>
    <dgm:pt modelId="{EBB19C24-F6CE-4605-9F15-878CB142C210}" type="pres">
      <dgm:prSet presAssocID="{D87114D3-4799-4C7E-B0D2-B8815DA5DB0C}" presName="sibTrans" presStyleCnt="0"/>
      <dgm:spPr/>
    </dgm:pt>
    <dgm:pt modelId="{6BBB823A-A044-4A5E-9FBC-ACB3C2388A51}" type="pres">
      <dgm:prSet presAssocID="{A031F8CC-2C4A-4C94-8FCC-0EA9627CB21D}" presName="compNode" presStyleCnt="0"/>
      <dgm:spPr/>
    </dgm:pt>
    <dgm:pt modelId="{81725D3E-52DC-4510-A89F-628970980272}" type="pres">
      <dgm:prSet presAssocID="{A031F8CC-2C4A-4C94-8FCC-0EA9627CB21D}" presName="bgRect" presStyleLbl="bgShp" presStyleIdx="2" presStyleCnt="4"/>
      <dgm:spPr/>
    </dgm:pt>
    <dgm:pt modelId="{C1BDE5FA-1FFF-482B-9A7C-F78B8F2215F3}" type="pres">
      <dgm:prSet presAssocID="{A031F8CC-2C4A-4C94-8FCC-0EA9627CB2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"/>
        </a:ext>
      </dgm:extLst>
    </dgm:pt>
    <dgm:pt modelId="{A13E4135-8AA9-48AB-B384-64B1BFC26B88}" type="pres">
      <dgm:prSet presAssocID="{A031F8CC-2C4A-4C94-8FCC-0EA9627CB21D}" presName="spaceRect" presStyleCnt="0"/>
      <dgm:spPr/>
    </dgm:pt>
    <dgm:pt modelId="{423D19D0-D767-4765-B99F-7B713FD17D31}" type="pres">
      <dgm:prSet presAssocID="{A031F8CC-2C4A-4C94-8FCC-0EA9627CB21D}" presName="parTx" presStyleLbl="revTx" presStyleIdx="2" presStyleCnt="4">
        <dgm:presLayoutVars>
          <dgm:chMax val="0"/>
          <dgm:chPref val="0"/>
        </dgm:presLayoutVars>
      </dgm:prSet>
      <dgm:spPr/>
    </dgm:pt>
    <dgm:pt modelId="{A73C6730-BE70-4707-8A5D-ACF7FA21AC1B}" type="pres">
      <dgm:prSet presAssocID="{0F18AEFF-AC13-497B-8D69-6E65BB8138D9}" presName="sibTrans" presStyleCnt="0"/>
      <dgm:spPr/>
    </dgm:pt>
    <dgm:pt modelId="{1074FD9E-C2B6-44B1-A0CE-E64C519F29D8}" type="pres">
      <dgm:prSet presAssocID="{07A9CC19-1517-46A0-A8CA-89582419FE4A}" presName="compNode" presStyleCnt="0"/>
      <dgm:spPr/>
    </dgm:pt>
    <dgm:pt modelId="{FD80924E-04BE-4292-9B64-63FFA4E4E0EB}" type="pres">
      <dgm:prSet presAssocID="{07A9CC19-1517-46A0-A8CA-89582419FE4A}" presName="bgRect" presStyleLbl="bgShp" presStyleIdx="3" presStyleCnt="4"/>
      <dgm:spPr/>
    </dgm:pt>
    <dgm:pt modelId="{B589F998-FA30-4047-99B9-107281DD8B5B}" type="pres">
      <dgm:prSet presAssocID="{07A9CC19-1517-46A0-A8CA-89582419FE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37F67BBC-1665-4048-BE6C-EF3FD7282411}" type="pres">
      <dgm:prSet presAssocID="{07A9CC19-1517-46A0-A8CA-89582419FE4A}" presName="spaceRect" presStyleCnt="0"/>
      <dgm:spPr/>
    </dgm:pt>
    <dgm:pt modelId="{38F0B231-7F79-4D1A-B6AF-2D500D9F5C38}" type="pres">
      <dgm:prSet presAssocID="{07A9CC19-1517-46A0-A8CA-89582419FE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6DB01C-97F0-48B2-B0E3-C1FA9F471BB2}" type="presOf" srcId="{773D9678-7303-4CF8-81DD-56931DF79AE6}" destId="{09A0D797-92AF-4583-B0AF-EA6480DFEE5B}" srcOrd="0" destOrd="0" presId="urn:microsoft.com/office/officeart/2018/2/layout/IconVerticalSolidList"/>
    <dgm:cxn modelId="{2F0F8721-B60E-4491-A5D0-35DE2AF9AAD2}" srcId="{4376B989-7FD1-40B0-8AE5-981368B7ECB8}" destId="{07A9CC19-1517-46A0-A8CA-89582419FE4A}" srcOrd="3" destOrd="0" parTransId="{9BEAAD84-3CA0-4AFD-8CD8-79B973EFDCF9}" sibTransId="{077A84D5-B18E-40FF-A554-054DC7BCEDC7}"/>
    <dgm:cxn modelId="{6F459855-4003-4DDE-81E3-A5B321BFF10B}" srcId="{4376B989-7FD1-40B0-8AE5-981368B7ECB8}" destId="{773D9678-7303-4CF8-81DD-56931DF79AE6}" srcOrd="1" destOrd="0" parTransId="{98AC611B-EA2F-40E3-9A3D-EFC01F2F11D0}" sibTransId="{D87114D3-4799-4C7E-B0D2-B8815DA5DB0C}"/>
    <dgm:cxn modelId="{6D5A6D8F-5125-4729-B807-5C87001158B1}" type="presOf" srcId="{A031F8CC-2C4A-4C94-8FCC-0EA9627CB21D}" destId="{423D19D0-D767-4765-B99F-7B713FD17D31}" srcOrd="0" destOrd="0" presId="urn:microsoft.com/office/officeart/2018/2/layout/IconVerticalSolidList"/>
    <dgm:cxn modelId="{A6099798-72DD-42E1-B27F-607D0C96DD96}" type="presOf" srcId="{4376B989-7FD1-40B0-8AE5-981368B7ECB8}" destId="{A29327D1-4CD3-4D36-8948-594D67A5CCD4}" srcOrd="0" destOrd="0" presId="urn:microsoft.com/office/officeart/2018/2/layout/IconVerticalSolidList"/>
    <dgm:cxn modelId="{F7DAB798-6F6F-446E-BA3D-810F4005AF2A}" srcId="{4376B989-7FD1-40B0-8AE5-981368B7ECB8}" destId="{12647E9A-0207-4424-A8FB-7A564142C0A2}" srcOrd="0" destOrd="0" parTransId="{75E4D75A-B1AD-444A-B899-C33B737BAD9E}" sibTransId="{B3FC6A1A-A540-4158-8B2E-E2461D8B1C3A}"/>
    <dgm:cxn modelId="{1C355DBF-BE7D-435A-94DD-67830244230C}" type="presOf" srcId="{12647E9A-0207-4424-A8FB-7A564142C0A2}" destId="{97440128-77AD-497B-B532-3D2A34EBD112}" srcOrd="0" destOrd="0" presId="urn:microsoft.com/office/officeart/2018/2/layout/IconVerticalSolidList"/>
    <dgm:cxn modelId="{332DC5C5-74FC-4C5E-B261-362D527C1437}" srcId="{4376B989-7FD1-40B0-8AE5-981368B7ECB8}" destId="{A031F8CC-2C4A-4C94-8FCC-0EA9627CB21D}" srcOrd="2" destOrd="0" parTransId="{768E3A34-57A6-4D0E-B369-D6E73A1AE334}" sibTransId="{0F18AEFF-AC13-497B-8D69-6E65BB8138D9}"/>
    <dgm:cxn modelId="{B6FFEAF9-0FC2-4E9F-A544-A2E1F6E3E824}" type="presOf" srcId="{07A9CC19-1517-46A0-A8CA-89582419FE4A}" destId="{38F0B231-7F79-4D1A-B6AF-2D500D9F5C38}" srcOrd="0" destOrd="0" presId="urn:microsoft.com/office/officeart/2018/2/layout/IconVerticalSolidList"/>
    <dgm:cxn modelId="{6A6E7AF5-9354-4036-AF66-2B29A5B3B6DC}" type="presParOf" srcId="{A29327D1-4CD3-4D36-8948-594D67A5CCD4}" destId="{175E63B0-8AFA-4BC4-9B89-B04FE0375EB1}" srcOrd="0" destOrd="0" presId="urn:microsoft.com/office/officeart/2018/2/layout/IconVerticalSolidList"/>
    <dgm:cxn modelId="{8D8718FC-B2C0-424C-AB05-1E9F8A8F4828}" type="presParOf" srcId="{175E63B0-8AFA-4BC4-9B89-B04FE0375EB1}" destId="{B9569B8E-2DBA-4375-B244-E0ED9B494E08}" srcOrd="0" destOrd="0" presId="urn:microsoft.com/office/officeart/2018/2/layout/IconVerticalSolidList"/>
    <dgm:cxn modelId="{0DED88CA-9C8E-479B-B88D-198399DA8EB7}" type="presParOf" srcId="{175E63B0-8AFA-4BC4-9B89-B04FE0375EB1}" destId="{CF6EAA8C-5BDE-45F2-ABBF-89E577DABADF}" srcOrd="1" destOrd="0" presId="urn:microsoft.com/office/officeart/2018/2/layout/IconVerticalSolidList"/>
    <dgm:cxn modelId="{99A69CEC-B113-469C-A59D-9B02A31606D3}" type="presParOf" srcId="{175E63B0-8AFA-4BC4-9B89-B04FE0375EB1}" destId="{0CE328BE-5F6D-46B2-9657-940623B337F1}" srcOrd="2" destOrd="0" presId="urn:microsoft.com/office/officeart/2018/2/layout/IconVerticalSolidList"/>
    <dgm:cxn modelId="{77A8D75A-661D-454C-9367-1DD344437C9C}" type="presParOf" srcId="{175E63B0-8AFA-4BC4-9B89-B04FE0375EB1}" destId="{97440128-77AD-497B-B532-3D2A34EBD112}" srcOrd="3" destOrd="0" presId="urn:microsoft.com/office/officeart/2018/2/layout/IconVerticalSolidList"/>
    <dgm:cxn modelId="{4C06EA4C-E183-4CD9-882D-879A909C0B77}" type="presParOf" srcId="{A29327D1-4CD3-4D36-8948-594D67A5CCD4}" destId="{7AA2CE50-4325-4405-8BE8-065EA93F4604}" srcOrd="1" destOrd="0" presId="urn:microsoft.com/office/officeart/2018/2/layout/IconVerticalSolidList"/>
    <dgm:cxn modelId="{A99A92F8-C175-496F-9C7F-568D13E7636E}" type="presParOf" srcId="{A29327D1-4CD3-4D36-8948-594D67A5CCD4}" destId="{D64A779C-364A-4C7A-8721-1536FD2486A6}" srcOrd="2" destOrd="0" presId="urn:microsoft.com/office/officeart/2018/2/layout/IconVerticalSolidList"/>
    <dgm:cxn modelId="{5D857C65-7E80-4F13-AE69-6A9A85888937}" type="presParOf" srcId="{D64A779C-364A-4C7A-8721-1536FD2486A6}" destId="{AEA6146F-2697-43C5-89A9-212E299D98DE}" srcOrd="0" destOrd="0" presId="urn:microsoft.com/office/officeart/2018/2/layout/IconVerticalSolidList"/>
    <dgm:cxn modelId="{18AFB5BD-7453-4610-BB84-4177957B5D00}" type="presParOf" srcId="{D64A779C-364A-4C7A-8721-1536FD2486A6}" destId="{F9BC03B4-B748-47AA-9778-3F1051F8A9DB}" srcOrd="1" destOrd="0" presId="urn:microsoft.com/office/officeart/2018/2/layout/IconVerticalSolidList"/>
    <dgm:cxn modelId="{5513C9FC-6B97-48B7-8394-B957190F0B95}" type="presParOf" srcId="{D64A779C-364A-4C7A-8721-1536FD2486A6}" destId="{FB2BC0CB-EA74-455C-9891-B66D0856A5BF}" srcOrd="2" destOrd="0" presId="urn:microsoft.com/office/officeart/2018/2/layout/IconVerticalSolidList"/>
    <dgm:cxn modelId="{71D7FD99-6717-45FE-8BA3-1E4DEF691089}" type="presParOf" srcId="{D64A779C-364A-4C7A-8721-1536FD2486A6}" destId="{09A0D797-92AF-4583-B0AF-EA6480DFEE5B}" srcOrd="3" destOrd="0" presId="urn:microsoft.com/office/officeart/2018/2/layout/IconVerticalSolidList"/>
    <dgm:cxn modelId="{A4AACFA0-BCE6-4BEB-8378-EBD2BA38005D}" type="presParOf" srcId="{A29327D1-4CD3-4D36-8948-594D67A5CCD4}" destId="{EBB19C24-F6CE-4605-9F15-878CB142C210}" srcOrd="3" destOrd="0" presId="urn:microsoft.com/office/officeart/2018/2/layout/IconVerticalSolidList"/>
    <dgm:cxn modelId="{74569539-A22A-490C-BB51-775ECFD99F5D}" type="presParOf" srcId="{A29327D1-4CD3-4D36-8948-594D67A5CCD4}" destId="{6BBB823A-A044-4A5E-9FBC-ACB3C2388A51}" srcOrd="4" destOrd="0" presId="urn:microsoft.com/office/officeart/2018/2/layout/IconVerticalSolidList"/>
    <dgm:cxn modelId="{E344ED08-266B-4A98-934A-D970EE8D1D5D}" type="presParOf" srcId="{6BBB823A-A044-4A5E-9FBC-ACB3C2388A51}" destId="{81725D3E-52DC-4510-A89F-628970980272}" srcOrd="0" destOrd="0" presId="urn:microsoft.com/office/officeart/2018/2/layout/IconVerticalSolidList"/>
    <dgm:cxn modelId="{BED914C6-3D31-4FAF-BA22-B2E82A17F863}" type="presParOf" srcId="{6BBB823A-A044-4A5E-9FBC-ACB3C2388A51}" destId="{C1BDE5FA-1FFF-482B-9A7C-F78B8F2215F3}" srcOrd="1" destOrd="0" presId="urn:microsoft.com/office/officeart/2018/2/layout/IconVerticalSolidList"/>
    <dgm:cxn modelId="{571BE266-F06F-4D8A-A335-FAB233A685AE}" type="presParOf" srcId="{6BBB823A-A044-4A5E-9FBC-ACB3C2388A51}" destId="{A13E4135-8AA9-48AB-B384-64B1BFC26B88}" srcOrd="2" destOrd="0" presId="urn:microsoft.com/office/officeart/2018/2/layout/IconVerticalSolidList"/>
    <dgm:cxn modelId="{6B7E5391-6A42-4024-A9B3-5B58A13CBEA5}" type="presParOf" srcId="{6BBB823A-A044-4A5E-9FBC-ACB3C2388A51}" destId="{423D19D0-D767-4765-B99F-7B713FD17D31}" srcOrd="3" destOrd="0" presId="urn:microsoft.com/office/officeart/2018/2/layout/IconVerticalSolidList"/>
    <dgm:cxn modelId="{ED2811DE-54B7-4150-92B9-207A15EBBF3C}" type="presParOf" srcId="{A29327D1-4CD3-4D36-8948-594D67A5CCD4}" destId="{A73C6730-BE70-4707-8A5D-ACF7FA21AC1B}" srcOrd="5" destOrd="0" presId="urn:microsoft.com/office/officeart/2018/2/layout/IconVerticalSolidList"/>
    <dgm:cxn modelId="{5B0EAD6F-B5CF-490C-8CF2-477B3AA63FFD}" type="presParOf" srcId="{A29327D1-4CD3-4D36-8948-594D67A5CCD4}" destId="{1074FD9E-C2B6-44B1-A0CE-E64C519F29D8}" srcOrd="6" destOrd="0" presId="urn:microsoft.com/office/officeart/2018/2/layout/IconVerticalSolidList"/>
    <dgm:cxn modelId="{A75D11D4-A1F0-458E-AC8B-0264AE91580D}" type="presParOf" srcId="{1074FD9E-C2B6-44B1-A0CE-E64C519F29D8}" destId="{FD80924E-04BE-4292-9B64-63FFA4E4E0EB}" srcOrd="0" destOrd="0" presId="urn:microsoft.com/office/officeart/2018/2/layout/IconVerticalSolidList"/>
    <dgm:cxn modelId="{B40FA775-563F-4A80-8893-1C88662FB3E6}" type="presParOf" srcId="{1074FD9E-C2B6-44B1-A0CE-E64C519F29D8}" destId="{B589F998-FA30-4047-99B9-107281DD8B5B}" srcOrd="1" destOrd="0" presId="urn:microsoft.com/office/officeart/2018/2/layout/IconVerticalSolidList"/>
    <dgm:cxn modelId="{2C41B42A-F7F7-442D-8A22-108B7732459F}" type="presParOf" srcId="{1074FD9E-C2B6-44B1-A0CE-E64C519F29D8}" destId="{37F67BBC-1665-4048-BE6C-EF3FD7282411}" srcOrd="2" destOrd="0" presId="urn:microsoft.com/office/officeart/2018/2/layout/IconVerticalSolidList"/>
    <dgm:cxn modelId="{94AB0CD7-C702-4E7C-BF9B-ABC7CDC486DD}" type="presParOf" srcId="{1074FD9E-C2B6-44B1-A0CE-E64C519F29D8}" destId="{38F0B231-7F79-4D1A-B6AF-2D500D9F5C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B9E59C-5B5E-4F20-ACFE-CD968BDFF2E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9C1465-35FD-4681-8AE3-C5CB36A18617}">
      <dgm:prSet/>
      <dgm:spPr/>
      <dgm:t>
        <a:bodyPr/>
        <a:lstStyle/>
        <a:p>
          <a:r>
            <a:rPr lang="en-US"/>
            <a:t>Difference between the </a:t>
          </a:r>
          <a:r>
            <a:rPr lang="en-US" b="1"/>
            <a:t>expected price</a:t>
          </a:r>
          <a:r>
            <a:rPr lang="en-US"/>
            <a:t> of a trade and the </a:t>
          </a:r>
          <a:r>
            <a:rPr lang="en-US" b="1"/>
            <a:t>actual executed price</a:t>
          </a:r>
          <a:endParaRPr lang="en-US"/>
        </a:p>
      </dgm:t>
    </dgm:pt>
    <dgm:pt modelId="{754DFE9E-A631-43BE-88EA-4528D078373F}" type="parTrans" cxnId="{8754412F-2100-43CE-AC52-A20D2A9660A7}">
      <dgm:prSet/>
      <dgm:spPr/>
      <dgm:t>
        <a:bodyPr/>
        <a:lstStyle/>
        <a:p>
          <a:endParaRPr lang="en-US"/>
        </a:p>
      </dgm:t>
    </dgm:pt>
    <dgm:pt modelId="{7C4D8AF4-FAC0-4457-8D89-36013C49BB1D}" type="sibTrans" cxnId="{8754412F-2100-43CE-AC52-A20D2A9660A7}">
      <dgm:prSet/>
      <dgm:spPr/>
      <dgm:t>
        <a:bodyPr/>
        <a:lstStyle/>
        <a:p>
          <a:endParaRPr lang="en-US"/>
        </a:p>
      </dgm:t>
    </dgm:pt>
    <dgm:pt modelId="{15E1D3D4-54FA-4D21-AC6D-3FE43C6946F4}">
      <dgm:prSet/>
      <dgm:spPr/>
      <dgm:t>
        <a:bodyPr/>
        <a:lstStyle/>
        <a:p>
          <a:r>
            <a:rPr lang="en-US" b="1"/>
            <a:t>Why Does Slippage Happen?</a:t>
          </a:r>
          <a:endParaRPr lang="en-US"/>
        </a:p>
      </dgm:t>
    </dgm:pt>
    <dgm:pt modelId="{69B88C9B-953D-4F04-ACC3-A901FB5F080F}" type="parTrans" cxnId="{3076D804-C9F9-4EED-A869-E26EDA33ABBA}">
      <dgm:prSet/>
      <dgm:spPr/>
      <dgm:t>
        <a:bodyPr/>
        <a:lstStyle/>
        <a:p>
          <a:endParaRPr lang="en-US"/>
        </a:p>
      </dgm:t>
    </dgm:pt>
    <dgm:pt modelId="{47191489-8CBC-49CE-BC96-C41054CB94E8}" type="sibTrans" cxnId="{3076D804-C9F9-4EED-A869-E26EDA33ABBA}">
      <dgm:prSet/>
      <dgm:spPr/>
      <dgm:t>
        <a:bodyPr/>
        <a:lstStyle/>
        <a:p>
          <a:endParaRPr lang="en-US"/>
        </a:p>
      </dgm:t>
    </dgm:pt>
    <dgm:pt modelId="{BE04A118-453F-4E40-83C3-47F050FB0B81}">
      <dgm:prSet/>
      <dgm:spPr/>
      <dgm:t>
        <a:bodyPr/>
        <a:lstStyle/>
        <a:p>
          <a:r>
            <a:rPr lang="en-US" b="1"/>
            <a:t>Low Liquidity</a:t>
          </a:r>
          <a:r>
            <a:rPr lang="en-US"/>
            <a:t> – Not enough buyers/sellers at desired price.</a:t>
          </a:r>
        </a:p>
      </dgm:t>
    </dgm:pt>
    <dgm:pt modelId="{D3CD3DD2-EC80-42C3-A14D-C4E37D6CD4CD}" type="parTrans" cxnId="{6F03C536-A681-403B-88EC-2E71F0BBD081}">
      <dgm:prSet/>
      <dgm:spPr/>
      <dgm:t>
        <a:bodyPr/>
        <a:lstStyle/>
        <a:p>
          <a:endParaRPr lang="en-US"/>
        </a:p>
      </dgm:t>
    </dgm:pt>
    <dgm:pt modelId="{984ED7EF-547D-474B-92BC-453ECA8F3404}" type="sibTrans" cxnId="{6F03C536-A681-403B-88EC-2E71F0BBD081}">
      <dgm:prSet/>
      <dgm:spPr/>
      <dgm:t>
        <a:bodyPr/>
        <a:lstStyle/>
        <a:p>
          <a:endParaRPr lang="en-US"/>
        </a:p>
      </dgm:t>
    </dgm:pt>
    <dgm:pt modelId="{860326C5-06DD-41B3-AC86-310B1A72E924}">
      <dgm:prSet/>
      <dgm:spPr/>
      <dgm:t>
        <a:bodyPr/>
        <a:lstStyle/>
        <a:p>
          <a:r>
            <a:rPr lang="en-US" b="1"/>
            <a:t>High Volatility</a:t>
          </a:r>
          <a:r>
            <a:rPr lang="en-US"/>
            <a:t> – Prices change rapidly during execution.</a:t>
          </a:r>
        </a:p>
      </dgm:t>
    </dgm:pt>
    <dgm:pt modelId="{14BA5906-7A4E-40E4-9932-554C0F4FB217}" type="parTrans" cxnId="{2C649B79-3D44-4FB4-AA1E-C9429C2930F5}">
      <dgm:prSet/>
      <dgm:spPr/>
      <dgm:t>
        <a:bodyPr/>
        <a:lstStyle/>
        <a:p>
          <a:endParaRPr lang="en-US"/>
        </a:p>
      </dgm:t>
    </dgm:pt>
    <dgm:pt modelId="{B4A8DE65-427B-4636-BF39-1BB4D35DCE8D}" type="sibTrans" cxnId="{2C649B79-3D44-4FB4-AA1E-C9429C2930F5}">
      <dgm:prSet/>
      <dgm:spPr/>
      <dgm:t>
        <a:bodyPr/>
        <a:lstStyle/>
        <a:p>
          <a:endParaRPr lang="en-US"/>
        </a:p>
      </dgm:t>
    </dgm:pt>
    <dgm:pt modelId="{7A7165BB-DF23-4A41-879C-ECFEB7CBE9A2}">
      <dgm:prSet/>
      <dgm:spPr/>
      <dgm:t>
        <a:bodyPr/>
        <a:lstStyle/>
        <a:p>
          <a:r>
            <a:rPr lang="en-US" b="1"/>
            <a:t>Large Orders</a:t>
          </a:r>
          <a:r>
            <a:rPr lang="en-US"/>
            <a:t> – Big trades move the market price.</a:t>
          </a:r>
        </a:p>
      </dgm:t>
    </dgm:pt>
    <dgm:pt modelId="{40F0392E-FC3A-4445-BC4C-0A65CF04F9DE}" type="parTrans" cxnId="{53124696-56A9-47B7-AAFA-9ED65274426C}">
      <dgm:prSet/>
      <dgm:spPr/>
      <dgm:t>
        <a:bodyPr/>
        <a:lstStyle/>
        <a:p>
          <a:endParaRPr lang="en-US"/>
        </a:p>
      </dgm:t>
    </dgm:pt>
    <dgm:pt modelId="{D4801B48-F91A-418F-A8FE-B117369D66B1}" type="sibTrans" cxnId="{53124696-56A9-47B7-AAFA-9ED65274426C}">
      <dgm:prSet/>
      <dgm:spPr/>
      <dgm:t>
        <a:bodyPr/>
        <a:lstStyle/>
        <a:p>
          <a:endParaRPr lang="en-US"/>
        </a:p>
      </dgm:t>
    </dgm:pt>
    <dgm:pt modelId="{F0989C65-3643-4013-A010-7B8849B69B08}" type="pres">
      <dgm:prSet presAssocID="{BCB9E59C-5B5E-4F20-ACFE-CD968BDFF2E0}" presName="vert0" presStyleCnt="0">
        <dgm:presLayoutVars>
          <dgm:dir/>
          <dgm:animOne val="branch"/>
          <dgm:animLvl val="lvl"/>
        </dgm:presLayoutVars>
      </dgm:prSet>
      <dgm:spPr/>
    </dgm:pt>
    <dgm:pt modelId="{943C8A1C-941F-4CB2-BB28-1B1081C1A49A}" type="pres">
      <dgm:prSet presAssocID="{8F9C1465-35FD-4681-8AE3-C5CB36A18617}" presName="thickLine" presStyleLbl="alignNode1" presStyleIdx="0" presStyleCnt="5"/>
      <dgm:spPr/>
    </dgm:pt>
    <dgm:pt modelId="{17CA6989-12E7-40B5-8CC3-543A44B96115}" type="pres">
      <dgm:prSet presAssocID="{8F9C1465-35FD-4681-8AE3-C5CB36A18617}" presName="horz1" presStyleCnt="0"/>
      <dgm:spPr/>
    </dgm:pt>
    <dgm:pt modelId="{D404C306-3E0F-485E-80AC-1E0B47A730E2}" type="pres">
      <dgm:prSet presAssocID="{8F9C1465-35FD-4681-8AE3-C5CB36A18617}" presName="tx1" presStyleLbl="revTx" presStyleIdx="0" presStyleCnt="5"/>
      <dgm:spPr/>
    </dgm:pt>
    <dgm:pt modelId="{50CFFB3B-C9E0-4C5C-A7D5-64F0FCECD2A3}" type="pres">
      <dgm:prSet presAssocID="{8F9C1465-35FD-4681-8AE3-C5CB36A18617}" presName="vert1" presStyleCnt="0"/>
      <dgm:spPr/>
    </dgm:pt>
    <dgm:pt modelId="{F367A7F6-A449-4332-8382-A448C679B81E}" type="pres">
      <dgm:prSet presAssocID="{15E1D3D4-54FA-4D21-AC6D-3FE43C6946F4}" presName="thickLine" presStyleLbl="alignNode1" presStyleIdx="1" presStyleCnt="5"/>
      <dgm:spPr/>
    </dgm:pt>
    <dgm:pt modelId="{1B916F0B-D9FE-4C27-8EC7-0DBE0401E0DC}" type="pres">
      <dgm:prSet presAssocID="{15E1D3D4-54FA-4D21-AC6D-3FE43C6946F4}" presName="horz1" presStyleCnt="0"/>
      <dgm:spPr/>
    </dgm:pt>
    <dgm:pt modelId="{13AD1DB3-4982-468C-959F-FC1D2E792B5C}" type="pres">
      <dgm:prSet presAssocID="{15E1D3D4-54FA-4D21-AC6D-3FE43C6946F4}" presName="tx1" presStyleLbl="revTx" presStyleIdx="1" presStyleCnt="5"/>
      <dgm:spPr/>
    </dgm:pt>
    <dgm:pt modelId="{B4E9FCA3-B375-44CB-B930-93B77C9D3440}" type="pres">
      <dgm:prSet presAssocID="{15E1D3D4-54FA-4D21-AC6D-3FE43C6946F4}" presName="vert1" presStyleCnt="0"/>
      <dgm:spPr/>
    </dgm:pt>
    <dgm:pt modelId="{B987CC52-E3C7-4B48-B33D-C53F3A16F0F6}" type="pres">
      <dgm:prSet presAssocID="{BE04A118-453F-4E40-83C3-47F050FB0B81}" presName="thickLine" presStyleLbl="alignNode1" presStyleIdx="2" presStyleCnt="5"/>
      <dgm:spPr/>
    </dgm:pt>
    <dgm:pt modelId="{75E6D57A-BC6B-421F-99C9-EE08FB682C3F}" type="pres">
      <dgm:prSet presAssocID="{BE04A118-453F-4E40-83C3-47F050FB0B81}" presName="horz1" presStyleCnt="0"/>
      <dgm:spPr/>
    </dgm:pt>
    <dgm:pt modelId="{5F921384-D991-46C7-B7AD-ED65BE125554}" type="pres">
      <dgm:prSet presAssocID="{BE04A118-453F-4E40-83C3-47F050FB0B81}" presName="tx1" presStyleLbl="revTx" presStyleIdx="2" presStyleCnt="5"/>
      <dgm:spPr/>
    </dgm:pt>
    <dgm:pt modelId="{59B6EB8C-B351-48A0-ACE6-C0E79446BB47}" type="pres">
      <dgm:prSet presAssocID="{BE04A118-453F-4E40-83C3-47F050FB0B81}" presName="vert1" presStyleCnt="0"/>
      <dgm:spPr/>
    </dgm:pt>
    <dgm:pt modelId="{3A15AC72-2489-4AF8-8AAA-7D19F7DD09F2}" type="pres">
      <dgm:prSet presAssocID="{860326C5-06DD-41B3-AC86-310B1A72E924}" presName="thickLine" presStyleLbl="alignNode1" presStyleIdx="3" presStyleCnt="5"/>
      <dgm:spPr/>
    </dgm:pt>
    <dgm:pt modelId="{535083F4-994F-4A26-8E85-F49285F7D0AC}" type="pres">
      <dgm:prSet presAssocID="{860326C5-06DD-41B3-AC86-310B1A72E924}" presName="horz1" presStyleCnt="0"/>
      <dgm:spPr/>
    </dgm:pt>
    <dgm:pt modelId="{885F341A-CA94-42BA-B900-0B646EE5714B}" type="pres">
      <dgm:prSet presAssocID="{860326C5-06DD-41B3-AC86-310B1A72E924}" presName="tx1" presStyleLbl="revTx" presStyleIdx="3" presStyleCnt="5"/>
      <dgm:spPr/>
    </dgm:pt>
    <dgm:pt modelId="{030F4320-BAFA-45B7-ADC0-C173A2B82BC8}" type="pres">
      <dgm:prSet presAssocID="{860326C5-06DD-41B3-AC86-310B1A72E924}" presName="vert1" presStyleCnt="0"/>
      <dgm:spPr/>
    </dgm:pt>
    <dgm:pt modelId="{C257B6B1-57F6-430A-9EF1-6A15BD66CF9E}" type="pres">
      <dgm:prSet presAssocID="{7A7165BB-DF23-4A41-879C-ECFEB7CBE9A2}" presName="thickLine" presStyleLbl="alignNode1" presStyleIdx="4" presStyleCnt="5"/>
      <dgm:spPr/>
    </dgm:pt>
    <dgm:pt modelId="{BE813A08-8FE8-4CAB-B26B-F4A1AA871288}" type="pres">
      <dgm:prSet presAssocID="{7A7165BB-DF23-4A41-879C-ECFEB7CBE9A2}" presName="horz1" presStyleCnt="0"/>
      <dgm:spPr/>
    </dgm:pt>
    <dgm:pt modelId="{DE0B7579-5EAD-4E29-A73D-62474A119575}" type="pres">
      <dgm:prSet presAssocID="{7A7165BB-DF23-4A41-879C-ECFEB7CBE9A2}" presName="tx1" presStyleLbl="revTx" presStyleIdx="4" presStyleCnt="5"/>
      <dgm:spPr/>
    </dgm:pt>
    <dgm:pt modelId="{A93A0AC9-A7AC-4681-B862-7AEE64D2A7C2}" type="pres">
      <dgm:prSet presAssocID="{7A7165BB-DF23-4A41-879C-ECFEB7CBE9A2}" presName="vert1" presStyleCnt="0"/>
      <dgm:spPr/>
    </dgm:pt>
  </dgm:ptLst>
  <dgm:cxnLst>
    <dgm:cxn modelId="{3076D804-C9F9-4EED-A869-E26EDA33ABBA}" srcId="{BCB9E59C-5B5E-4F20-ACFE-CD968BDFF2E0}" destId="{15E1D3D4-54FA-4D21-AC6D-3FE43C6946F4}" srcOrd="1" destOrd="0" parTransId="{69B88C9B-953D-4F04-ACC3-A901FB5F080F}" sibTransId="{47191489-8CBC-49CE-BC96-C41054CB94E8}"/>
    <dgm:cxn modelId="{2F65F205-7B0B-4051-852A-0E8622552D56}" type="presOf" srcId="{8F9C1465-35FD-4681-8AE3-C5CB36A18617}" destId="{D404C306-3E0F-485E-80AC-1E0B47A730E2}" srcOrd="0" destOrd="0" presId="urn:microsoft.com/office/officeart/2008/layout/LinedList"/>
    <dgm:cxn modelId="{4FD8371E-6338-4137-BFDE-54201DB67931}" type="presOf" srcId="{BCB9E59C-5B5E-4F20-ACFE-CD968BDFF2E0}" destId="{F0989C65-3643-4013-A010-7B8849B69B08}" srcOrd="0" destOrd="0" presId="urn:microsoft.com/office/officeart/2008/layout/LinedList"/>
    <dgm:cxn modelId="{C5FF122B-5071-4FDA-9382-7B4BB05AD469}" type="presOf" srcId="{860326C5-06DD-41B3-AC86-310B1A72E924}" destId="{885F341A-CA94-42BA-B900-0B646EE5714B}" srcOrd="0" destOrd="0" presId="urn:microsoft.com/office/officeart/2008/layout/LinedList"/>
    <dgm:cxn modelId="{8754412F-2100-43CE-AC52-A20D2A9660A7}" srcId="{BCB9E59C-5B5E-4F20-ACFE-CD968BDFF2E0}" destId="{8F9C1465-35FD-4681-8AE3-C5CB36A18617}" srcOrd="0" destOrd="0" parTransId="{754DFE9E-A631-43BE-88EA-4528D078373F}" sibTransId="{7C4D8AF4-FAC0-4457-8D89-36013C49BB1D}"/>
    <dgm:cxn modelId="{11B77131-245B-42F3-A1D1-144B14159F09}" type="presOf" srcId="{7A7165BB-DF23-4A41-879C-ECFEB7CBE9A2}" destId="{DE0B7579-5EAD-4E29-A73D-62474A119575}" srcOrd="0" destOrd="0" presId="urn:microsoft.com/office/officeart/2008/layout/LinedList"/>
    <dgm:cxn modelId="{6F03C536-A681-403B-88EC-2E71F0BBD081}" srcId="{BCB9E59C-5B5E-4F20-ACFE-CD968BDFF2E0}" destId="{BE04A118-453F-4E40-83C3-47F050FB0B81}" srcOrd="2" destOrd="0" parTransId="{D3CD3DD2-EC80-42C3-A14D-C4E37D6CD4CD}" sibTransId="{984ED7EF-547D-474B-92BC-453ECA8F3404}"/>
    <dgm:cxn modelId="{29414C49-3987-415E-97F0-48FF9261BA25}" type="presOf" srcId="{BE04A118-453F-4E40-83C3-47F050FB0B81}" destId="{5F921384-D991-46C7-B7AD-ED65BE125554}" srcOrd="0" destOrd="0" presId="urn:microsoft.com/office/officeart/2008/layout/LinedList"/>
    <dgm:cxn modelId="{2C649B79-3D44-4FB4-AA1E-C9429C2930F5}" srcId="{BCB9E59C-5B5E-4F20-ACFE-CD968BDFF2E0}" destId="{860326C5-06DD-41B3-AC86-310B1A72E924}" srcOrd="3" destOrd="0" parTransId="{14BA5906-7A4E-40E4-9932-554C0F4FB217}" sibTransId="{B4A8DE65-427B-4636-BF39-1BB4D35DCE8D}"/>
    <dgm:cxn modelId="{53124696-56A9-47B7-AAFA-9ED65274426C}" srcId="{BCB9E59C-5B5E-4F20-ACFE-CD968BDFF2E0}" destId="{7A7165BB-DF23-4A41-879C-ECFEB7CBE9A2}" srcOrd="4" destOrd="0" parTransId="{40F0392E-FC3A-4445-BC4C-0A65CF04F9DE}" sibTransId="{D4801B48-F91A-418F-A8FE-B117369D66B1}"/>
    <dgm:cxn modelId="{DEA745A8-9B15-45A9-98CD-5011CA22E23A}" type="presOf" srcId="{15E1D3D4-54FA-4D21-AC6D-3FE43C6946F4}" destId="{13AD1DB3-4982-468C-959F-FC1D2E792B5C}" srcOrd="0" destOrd="0" presId="urn:microsoft.com/office/officeart/2008/layout/LinedList"/>
    <dgm:cxn modelId="{52A59670-480F-443F-896C-E7F8CB4747AF}" type="presParOf" srcId="{F0989C65-3643-4013-A010-7B8849B69B08}" destId="{943C8A1C-941F-4CB2-BB28-1B1081C1A49A}" srcOrd="0" destOrd="0" presId="urn:microsoft.com/office/officeart/2008/layout/LinedList"/>
    <dgm:cxn modelId="{878F0391-2B02-45DA-BC6A-872A5E7FC798}" type="presParOf" srcId="{F0989C65-3643-4013-A010-7B8849B69B08}" destId="{17CA6989-12E7-40B5-8CC3-543A44B96115}" srcOrd="1" destOrd="0" presId="urn:microsoft.com/office/officeart/2008/layout/LinedList"/>
    <dgm:cxn modelId="{AAD73AAF-CAE0-4B7C-A7DB-3D6FB2AF535C}" type="presParOf" srcId="{17CA6989-12E7-40B5-8CC3-543A44B96115}" destId="{D404C306-3E0F-485E-80AC-1E0B47A730E2}" srcOrd="0" destOrd="0" presId="urn:microsoft.com/office/officeart/2008/layout/LinedList"/>
    <dgm:cxn modelId="{015266C3-D475-467D-8148-19383EBE685B}" type="presParOf" srcId="{17CA6989-12E7-40B5-8CC3-543A44B96115}" destId="{50CFFB3B-C9E0-4C5C-A7D5-64F0FCECD2A3}" srcOrd="1" destOrd="0" presId="urn:microsoft.com/office/officeart/2008/layout/LinedList"/>
    <dgm:cxn modelId="{44917823-4F57-46E1-AFE5-D4F791F9AD2C}" type="presParOf" srcId="{F0989C65-3643-4013-A010-7B8849B69B08}" destId="{F367A7F6-A449-4332-8382-A448C679B81E}" srcOrd="2" destOrd="0" presId="urn:microsoft.com/office/officeart/2008/layout/LinedList"/>
    <dgm:cxn modelId="{F49E80D5-983E-4309-ACCA-16D164E0E9F4}" type="presParOf" srcId="{F0989C65-3643-4013-A010-7B8849B69B08}" destId="{1B916F0B-D9FE-4C27-8EC7-0DBE0401E0DC}" srcOrd="3" destOrd="0" presId="urn:microsoft.com/office/officeart/2008/layout/LinedList"/>
    <dgm:cxn modelId="{65EFF7AF-0733-429E-A731-DF20AA11F954}" type="presParOf" srcId="{1B916F0B-D9FE-4C27-8EC7-0DBE0401E0DC}" destId="{13AD1DB3-4982-468C-959F-FC1D2E792B5C}" srcOrd="0" destOrd="0" presId="urn:microsoft.com/office/officeart/2008/layout/LinedList"/>
    <dgm:cxn modelId="{C8C0C252-5CF5-4506-8A30-D5CF2AE3662D}" type="presParOf" srcId="{1B916F0B-D9FE-4C27-8EC7-0DBE0401E0DC}" destId="{B4E9FCA3-B375-44CB-B930-93B77C9D3440}" srcOrd="1" destOrd="0" presId="urn:microsoft.com/office/officeart/2008/layout/LinedList"/>
    <dgm:cxn modelId="{DDCB35D7-DB66-47A4-BAAC-F7931204F638}" type="presParOf" srcId="{F0989C65-3643-4013-A010-7B8849B69B08}" destId="{B987CC52-E3C7-4B48-B33D-C53F3A16F0F6}" srcOrd="4" destOrd="0" presId="urn:microsoft.com/office/officeart/2008/layout/LinedList"/>
    <dgm:cxn modelId="{42453125-5D67-4979-A07C-D192EBEB47E2}" type="presParOf" srcId="{F0989C65-3643-4013-A010-7B8849B69B08}" destId="{75E6D57A-BC6B-421F-99C9-EE08FB682C3F}" srcOrd="5" destOrd="0" presId="urn:microsoft.com/office/officeart/2008/layout/LinedList"/>
    <dgm:cxn modelId="{18AE2A6C-93F1-4E94-8C7F-C13CD0F1AB64}" type="presParOf" srcId="{75E6D57A-BC6B-421F-99C9-EE08FB682C3F}" destId="{5F921384-D991-46C7-B7AD-ED65BE125554}" srcOrd="0" destOrd="0" presId="urn:microsoft.com/office/officeart/2008/layout/LinedList"/>
    <dgm:cxn modelId="{4CD4EB71-DD13-48F2-BC51-933044B06643}" type="presParOf" srcId="{75E6D57A-BC6B-421F-99C9-EE08FB682C3F}" destId="{59B6EB8C-B351-48A0-ACE6-C0E79446BB47}" srcOrd="1" destOrd="0" presId="urn:microsoft.com/office/officeart/2008/layout/LinedList"/>
    <dgm:cxn modelId="{BA305339-8271-4922-A34D-CC591C327338}" type="presParOf" srcId="{F0989C65-3643-4013-A010-7B8849B69B08}" destId="{3A15AC72-2489-4AF8-8AAA-7D19F7DD09F2}" srcOrd="6" destOrd="0" presId="urn:microsoft.com/office/officeart/2008/layout/LinedList"/>
    <dgm:cxn modelId="{6AFE670E-2A76-4574-9787-967AEEAA385F}" type="presParOf" srcId="{F0989C65-3643-4013-A010-7B8849B69B08}" destId="{535083F4-994F-4A26-8E85-F49285F7D0AC}" srcOrd="7" destOrd="0" presId="urn:microsoft.com/office/officeart/2008/layout/LinedList"/>
    <dgm:cxn modelId="{E0B56D34-AD85-49CD-B15C-10CC9A3C1387}" type="presParOf" srcId="{535083F4-994F-4A26-8E85-F49285F7D0AC}" destId="{885F341A-CA94-42BA-B900-0B646EE5714B}" srcOrd="0" destOrd="0" presId="urn:microsoft.com/office/officeart/2008/layout/LinedList"/>
    <dgm:cxn modelId="{96F6DAC0-14DF-41F1-9B83-214DF4E0CEF0}" type="presParOf" srcId="{535083F4-994F-4A26-8E85-F49285F7D0AC}" destId="{030F4320-BAFA-45B7-ADC0-C173A2B82BC8}" srcOrd="1" destOrd="0" presId="urn:microsoft.com/office/officeart/2008/layout/LinedList"/>
    <dgm:cxn modelId="{31520C15-CD5E-48DC-AF22-95C90F206BEA}" type="presParOf" srcId="{F0989C65-3643-4013-A010-7B8849B69B08}" destId="{C257B6B1-57F6-430A-9EF1-6A15BD66CF9E}" srcOrd="8" destOrd="0" presId="urn:microsoft.com/office/officeart/2008/layout/LinedList"/>
    <dgm:cxn modelId="{19E74B29-59A8-4A9B-BDB2-ED72F0E49800}" type="presParOf" srcId="{F0989C65-3643-4013-A010-7B8849B69B08}" destId="{BE813A08-8FE8-4CAB-B26B-F4A1AA871288}" srcOrd="9" destOrd="0" presId="urn:microsoft.com/office/officeart/2008/layout/LinedList"/>
    <dgm:cxn modelId="{84DA5B52-D134-4467-9C7E-FBCE59FC38E1}" type="presParOf" srcId="{BE813A08-8FE8-4CAB-B26B-F4A1AA871288}" destId="{DE0B7579-5EAD-4E29-A73D-62474A119575}" srcOrd="0" destOrd="0" presId="urn:microsoft.com/office/officeart/2008/layout/LinedList"/>
    <dgm:cxn modelId="{BFF24E49-DD26-4BD0-84A6-E7E83C1A6856}" type="presParOf" srcId="{BE813A08-8FE8-4CAB-B26B-F4A1AA871288}" destId="{A93A0AC9-A7AC-4681-B862-7AEE64D2A7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1D2D6C-2F4D-40D5-9E32-124A09645B8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32335F-E1C8-468B-9058-0ED3C32F860C}">
      <dgm:prSet/>
      <dgm:spPr/>
      <dgm:t>
        <a:bodyPr/>
        <a:lstStyle/>
        <a:p>
          <a:r>
            <a:rPr lang="en-US" b="0" baseline="0"/>
            <a:t>Tokenomics</a:t>
          </a:r>
          <a:endParaRPr lang="en-US"/>
        </a:p>
      </dgm:t>
    </dgm:pt>
    <dgm:pt modelId="{A2A2F3A1-26A7-478B-B2CF-B188F4148ED4}" type="parTrans" cxnId="{48652EAA-699D-4D17-9EB6-575B261E064E}">
      <dgm:prSet/>
      <dgm:spPr/>
      <dgm:t>
        <a:bodyPr/>
        <a:lstStyle/>
        <a:p>
          <a:endParaRPr lang="en-US"/>
        </a:p>
      </dgm:t>
    </dgm:pt>
    <dgm:pt modelId="{10E513FC-A5A1-429F-9647-24928A23B2BA}" type="sibTrans" cxnId="{48652EAA-699D-4D17-9EB6-575B261E064E}">
      <dgm:prSet/>
      <dgm:spPr/>
      <dgm:t>
        <a:bodyPr/>
        <a:lstStyle/>
        <a:p>
          <a:endParaRPr lang="en-US"/>
        </a:p>
      </dgm:t>
    </dgm:pt>
    <dgm:pt modelId="{A9F67DDF-ABF9-4AAB-962C-ACA16FD77DB1}">
      <dgm:prSet/>
      <dgm:spPr/>
      <dgm:t>
        <a:bodyPr/>
        <a:lstStyle/>
        <a:p>
          <a:r>
            <a:rPr lang="en-US" b="0" baseline="0"/>
            <a:t>Utility &amp; Use Case</a:t>
          </a:r>
          <a:endParaRPr lang="en-US"/>
        </a:p>
      </dgm:t>
    </dgm:pt>
    <dgm:pt modelId="{37A93DBB-4A38-4D3D-8011-54EA8FF8C108}" type="parTrans" cxnId="{77189AF0-A7A3-4693-BDC2-135022723A6F}">
      <dgm:prSet/>
      <dgm:spPr/>
      <dgm:t>
        <a:bodyPr/>
        <a:lstStyle/>
        <a:p>
          <a:endParaRPr lang="en-US"/>
        </a:p>
      </dgm:t>
    </dgm:pt>
    <dgm:pt modelId="{2D02127E-8BCA-42BE-8959-19F8B8984D2F}" type="sibTrans" cxnId="{77189AF0-A7A3-4693-BDC2-135022723A6F}">
      <dgm:prSet/>
      <dgm:spPr/>
      <dgm:t>
        <a:bodyPr/>
        <a:lstStyle/>
        <a:p>
          <a:endParaRPr lang="en-US"/>
        </a:p>
      </dgm:t>
    </dgm:pt>
    <dgm:pt modelId="{549A3541-5544-4038-BE6F-DCE9BB1FBD73}">
      <dgm:prSet/>
      <dgm:spPr/>
      <dgm:t>
        <a:bodyPr/>
        <a:lstStyle/>
        <a:p>
          <a:r>
            <a:rPr lang="en-US" b="0" baseline="0"/>
            <a:t>Developer Activity</a:t>
          </a:r>
          <a:endParaRPr lang="en-US"/>
        </a:p>
      </dgm:t>
    </dgm:pt>
    <dgm:pt modelId="{2EE92887-C227-4D08-9DD1-80BCA292A415}" type="parTrans" cxnId="{F8C259B9-8FCD-4A33-9DE9-5D4B38A03291}">
      <dgm:prSet/>
      <dgm:spPr/>
      <dgm:t>
        <a:bodyPr/>
        <a:lstStyle/>
        <a:p>
          <a:endParaRPr lang="en-US"/>
        </a:p>
      </dgm:t>
    </dgm:pt>
    <dgm:pt modelId="{56224A54-D78A-45CB-AAF3-87A0F4DBC865}" type="sibTrans" cxnId="{F8C259B9-8FCD-4A33-9DE9-5D4B38A03291}">
      <dgm:prSet/>
      <dgm:spPr/>
      <dgm:t>
        <a:bodyPr/>
        <a:lstStyle/>
        <a:p>
          <a:endParaRPr lang="en-US"/>
        </a:p>
      </dgm:t>
    </dgm:pt>
    <dgm:pt modelId="{EE772158-82E9-4E10-927F-7772F9DE92CC}">
      <dgm:prSet/>
      <dgm:spPr/>
      <dgm:t>
        <a:bodyPr/>
        <a:lstStyle/>
        <a:p>
          <a:r>
            <a:rPr lang="en-US" b="0" baseline="0"/>
            <a:t>Team &amp; Backers</a:t>
          </a:r>
          <a:endParaRPr lang="en-US"/>
        </a:p>
      </dgm:t>
    </dgm:pt>
    <dgm:pt modelId="{3FFEF438-B963-4E61-9456-1F81CCC85F8B}" type="parTrans" cxnId="{CAED7A19-6D6B-433D-8AB8-C4B8AE43B638}">
      <dgm:prSet/>
      <dgm:spPr/>
      <dgm:t>
        <a:bodyPr/>
        <a:lstStyle/>
        <a:p>
          <a:endParaRPr lang="en-US"/>
        </a:p>
      </dgm:t>
    </dgm:pt>
    <dgm:pt modelId="{FAA80C91-FD83-428D-9200-CAC5FB0969FC}" type="sibTrans" cxnId="{CAED7A19-6D6B-433D-8AB8-C4B8AE43B638}">
      <dgm:prSet/>
      <dgm:spPr/>
      <dgm:t>
        <a:bodyPr/>
        <a:lstStyle/>
        <a:p>
          <a:endParaRPr lang="en-US"/>
        </a:p>
      </dgm:t>
    </dgm:pt>
    <dgm:pt modelId="{B6844A79-6EF4-4330-B4B2-582E26412396}">
      <dgm:prSet/>
      <dgm:spPr/>
      <dgm:t>
        <a:bodyPr/>
        <a:lstStyle/>
        <a:p>
          <a:r>
            <a:rPr lang="en-US" b="0" baseline="0"/>
            <a:t>Adoption &amp; Network Growth</a:t>
          </a:r>
          <a:endParaRPr lang="en-US"/>
        </a:p>
      </dgm:t>
    </dgm:pt>
    <dgm:pt modelId="{E4E8995E-28D7-425E-B66B-4ED821615AA3}" type="parTrans" cxnId="{DB059ED8-A5AF-4094-8D49-AA6DB40B6FA7}">
      <dgm:prSet/>
      <dgm:spPr/>
      <dgm:t>
        <a:bodyPr/>
        <a:lstStyle/>
        <a:p>
          <a:endParaRPr lang="en-US"/>
        </a:p>
      </dgm:t>
    </dgm:pt>
    <dgm:pt modelId="{C5D09189-B598-436E-B32C-F14290549E00}" type="sibTrans" cxnId="{DB059ED8-A5AF-4094-8D49-AA6DB40B6FA7}">
      <dgm:prSet/>
      <dgm:spPr/>
      <dgm:t>
        <a:bodyPr/>
        <a:lstStyle/>
        <a:p>
          <a:endParaRPr lang="en-US"/>
        </a:p>
      </dgm:t>
    </dgm:pt>
    <dgm:pt modelId="{068C791E-7A94-4DA1-ACA1-366689757BA4}">
      <dgm:prSet/>
      <dgm:spPr/>
      <dgm:t>
        <a:bodyPr/>
        <a:lstStyle/>
        <a:p>
          <a:r>
            <a:rPr lang="en-US" b="0" baseline="0"/>
            <a:t>Ecosystem Strength</a:t>
          </a:r>
          <a:endParaRPr lang="en-US"/>
        </a:p>
      </dgm:t>
    </dgm:pt>
    <dgm:pt modelId="{540D3BA1-FAF1-49A3-AFC4-F03B7F29DD5E}" type="parTrans" cxnId="{6BF6EF21-C8C8-4D0A-835B-6F2F513AA274}">
      <dgm:prSet/>
      <dgm:spPr/>
      <dgm:t>
        <a:bodyPr/>
        <a:lstStyle/>
        <a:p>
          <a:endParaRPr lang="en-US"/>
        </a:p>
      </dgm:t>
    </dgm:pt>
    <dgm:pt modelId="{4142395C-C091-4E2A-B9CB-F5D1BB7C4D69}" type="sibTrans" cxnId="{6BF6EF21-C8C8-4D0A-835B-6F2F513AA274}">
      <dgm:prSet/>
      <dgm:spPr/>
      <dgm:t>
        <a:bodyPr/>
        <a:lstStyle/>
        <a:p>
          <a:endParaRPr lang="en-US"/>
        </a:p>
      </dgm:t>
    </dgm:pt>
    <dgm:pt modelId="{244E32A9-6C45-4773-8423-FBDA84D8AB39}">
      <dgm:prSet/>
      <dgm:spPr/>
      <dgm:t>
        <a:bodyPr/>
        <a:lstStyle/>
        <a:p>
          <a:r>
            <a:rPr lang="en-US" b="0" baseline="0"/>
            <a:t>Roadmap &amp; Milestones</a:t>
          </a:r>
          <a:endParaRPr lang="en-US"/>
        </a:p>
      </dgm:t>
    </dgm:pt>
    <dgm:pt modelId="{B4207AD7-EC60-473A-8CAD-84A41C07A6AA}" type="parTrans" cxnId="{84BC4BCA-3754-4E07-88BD-87298FF56066}">
      <dgm:prSet/>
      <dgm:spPr/>
      <dgm:t>
        <a:bodyPr/>
        <a:lstStyle/>
        <a:p>
          <a:endParaRPr lang="en-US"/>
        </a:p>
      </dgm:t>
    </dgm:pt>
    <dgm:pt modelId="{E1B1B1DB-7B1F-43DA-82FC-0F8A6A914D24}" type="sibTrans" cxnId="{84BC4BCA-3754-4E07-88BD-87298FF56066}">
      <dgm:prSet/>
      <dgm:spPr/>
      <dgm:t>
        <a:bodyPr/>
        <a:lstStyle/>
        <a:p>
          <a:endParaRPr lang="en-US"/>
        </a:p>
      </dgm:t>
    </dgm:pt>
    <dgm:pt modelId="{99113B95-C122-4968-9ED4-E579BE7F44C2}">
      <dgm:prSet/>
      <dgm:spPr/>
      <dgm:t>
        <a:bodyPr/>
        <a:lstStyle/>
        <a:p>
          <a:r>
            <a:rPr lang="en-US" b="0" baseline="0" dirty="0"/>
            <a:t>Regulations &amp; Security</a:t>
          </a:r>
          <a:endParaRPr lang="en-US" dirty="0"/>
        </a:p>
      </dgm:t>
    </dgm:pt>
    <dgm:pt modelId="{7CBADEFA-78C2-4CC2-B750-3653BAF9DC1A}" type="parTrans" cxnId="{E2AB042A-74F1-45B5-B68F-28EC44C2AE21}">
      <dgm:prSet/>
      <dgm:spPr/>
      <dgm:t>
        <a:bodyPr/>
        <a:lstStyle/>
        <a:p>
          <a:endParaRPr lang="en-US"/>
        </a:p>
      </dgm:t>
    </dgm:pt>
    <dgm:pt modelId="{E55EFDC1-077E-4F38-BCEF-88692FC52745}" type="sibTrans" cxnId="{E2AB042A-74F1-45B5-B68F-28EC44C2AE21}">
      <dgm:prSet/>
      <dgm:spPr/>
      <dgm:t>
        <a:bodyPr/>
        <a:lstStyle/>
        <a:p>
          <a:endParaRPr lang="en-US"/>
        </a:p>
      </dgm:t>
    </dgm:pt>
    <dgm:pt modelId="{2B6C441B-0841-4BE0-9068-465D8B105E7F}" type="pres">
      <dgm:prSet presAssocID="{831D2D6C-2F4D-40D5-9E32-124A09645B88}" presName="Name0" presStyleCnt="0">
        <dgm:presLayoutVars>
          <dgm:dir/>
          <dgm:animLvl val="lvl"/>
          <dgm:resizeHandles val="exact"/>
        </dgm:presLayoutVars>
      </dgm:prSet>
      <dgm:spPr/>
    </dgm:pt>
    <dgm:pt modelId="{98730A47-D6F0-4DCC-987B-718828EEAE08}" type="pres">
      <dgm:prSet presAssocID="{FF32335F-E1C8-468B-9058-0ED3C32F860C}" presName="linNode" presStyleCnt="0"/>
      <dgm:spPr/>
    </dgm:pt>
    <dgm:pt modelId="{C9080A1E-9843-4510-9C34-F0CBAF28C844}" type="pres">
      <dgm:prSet presAssocID="{FF32335F-E1C8-468B-9058-0ED3C32F860C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AF34A39D-93AC-4FE9-85B0-697DA905510E}" type="pres">
      <dgm:prSet presAssocID="{10E513FC-A5A1-429F-9647-24928A23B2BA}" presName="sp" presStyleCnt="0"/>
      <dgm:spPr/>
    </dgm:pt>
    <dgm:pt modelId="{2DBE72F5-491E-424F-85BE-72EFEFAAA7F5}" type="pres">
      <dgm:prSet presAssocID="{A9F67DDF-ABF9-4AAB-962C-ACA16FD77DB1}" presName="linNode" presStyleCnt="0"/>
      <dgm:spPr/>
    </dgm:pt>
    <dgm:pt modelId="{EC6235D9-09BB-44D9-98B1-78EFF88A224A}" type="pres">
      <dgm:prSet presAssocID="{A9F67DDF-ABF9-4AAB-962C-ACA16FD77DB1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0F7747E5-42B1-4372-A83A-9D27B88E8649}" type="pres">
      <dgm:prSet presAssocID="{2D02127E-8BCA-42BE-8959-19F8B8984D2F}" presName="sp" presStyleCnt="0"/>
      <dgm:spPr/>
    </dgm:pt>
    <dgm:pt modelId="{7978038D-7921-43C1-A691-C677BE67270F}" type="pres">
      <dgm:prSet presAssocID="{549A3541-5544-4038-BE6F-DCE9BB1FBD73}" presName="linNode" presStyleCnt="0"/>
      <dgm:spPr/>
    </dgm:pt>
    <dgm:pt modelId="{37446C53-07E9-4F96-8FB5-D0AACE00D6A8}" type="pres">
      <dgm:prSet presAssocID="{549A3541-5544-4038-BE6F-DCE9BB1FBD73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0DA6E87-97CA-4A7B-810F-2BF1EFAD8035}" type="pres">
      <dgm:prSet presAssocID="{56224A54-D78A-45CB-AAF3-87A0F4DBC865}" presName="sp" presStyleCnt="0"/>
      <dgm:spPr/>
    </dgm:pt>
    <dgm:pt modelId="{3670FAF1-0275-40C3-8501-E1130C079562}" type="pres">
      <dgm:prSet presAssocID="{EE772158-82E9-4E10-927F-7772F9DE92CC}" presName="linNode" presStyleCnt="0"/>
      <dgm:spPr/>
    </dgm:pt>
    <dgm:pt modelId="{46008C88-4BEA-4961-830B-EAF15FD3F7B0}" type="pres">
      <dgm:prSet presAssocID="{EE772158-82E9-4E10-927F-7772F9DE92CC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77FD5868-3BBE-4DCE-827D-A0DFD0A9A606}" type="pres">
      <dgm:prSet presAssocID="{FAA80C91-FD83-428D-9200-CAC5FB0969FC}" presName="sp" presStyleCnt="0"/>
      <dgm:spPr/>
    </dgm:pt>
    <dgm:pt modelId="{CD7FE8FC-0FC9-4E05-9777-7A066F02FC56}" type="pres">
      <dgm:prSet presAssocID="{B6844A79-6EF4-4330-B4B2-582E26412396}" presName="linNode" presStyleCnt="0"/>
      <dgm:spPr/>
    </dgm:pt>
    <dgm:pt modelId="{6BC99AA9-6ED4-4CA9-A4FC-1FB02DEE4D5E}" type="pres">
      <dgm:prSet presAssocID="{B6844A79-6EF4-4330-B4B2-582E26412396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301F35CE-BCD2-46DA-BBD3-35CD7E492305}" type="pres">
      <dgm:prSet presAssocID="{C5D09189-B598-436E-B32C-F14290549E00}" presName="sp" presStyleCnt="0"/>
      <dgm:spPr/>
    </dgm:pt>
    <dgm:pt modelId="{8E3CDB15-FCA6-4F82-9D7F-F0A4285E5A85}" type="pres">
      <dgm:prSet presAssocID="{068C791E-7A94-4DA1-ACA1-366689757BA4}" presName="linNode" presStyleCnt="0"/>
      <dgm:spPr/>
    </dgm:pt>
    <dgm:pt modelId="{56EDAB7D-D774-451C-8B9A-6A9FA1F8531A}" type="pres">
      <dgm:prSet presAssocID="{068C791E-7A94-4DA1-ACA1-366689757BA4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5CE340E6-6377-45CA-9C65-A75031F52385}" type="pres">
      <dgm:prSet presAssocID="{4142395C-C091-4E2A-B9CB-F5D1BB7C4D69}" presName="sp" presStyleCnt="0"/>
      <dgm:spPr/>
    </dgm:pt>
    <dgm:pt modelId="{12F23F75-C978-484E-A536-C18D4A52A9DF}" type="pres">
      <dgm:prSet presAssocID="{244E32A9-6C45-4773-8423-FBDA84D8AB39}" presName="linNode" presStyleCnt="0"/>
      <dgm:spPr/>
    </dgm:pt>
    <dgm:pt modelId="{48C5A6E5-F8CB-4E69-A61F-D1CFF45B6F24}" type="pres">
      <dgm:prSet presAssocID="{244E32A9-6C45-4773-8423-FBDA84D8AB39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D2B06C7A-F076-4268-874E-642F794FA7C5}" type="pres">
      <dgm:prSet presAssocID="{E1B1B1DB-7B1F-43DA-82FC-0F8A6A914D24}" presName="sp" presStyleCnt="0"/>
      <dgm:spPr/>
    </dgm:pt>
    <dgm:pt modelId="{8C984FD7-5A94-4735-BD39-3EFC811B8DBF}" type="pres">
      <dgm:prSet presAssocID="{99113B95-C122-4968-9ED4-E579BE7F44C2}" presName="linNode" presStyleCnt="0"/>
      <dgm:spPr/>
    </dgm:pt>
    <dgm:pt modelId="{8BCB68F7-71F9-415F-AE27-E70645E8F9E1}" type="pres">
      <dgm:prSet presAssocID="{99113B95-C122-4968-9ED4-E579BE7F44C2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88D8C517-4C6F-4BB1-9C77-8A6F81391BB7}" type="presOf" srcId="{FF32335F-E1C8-468B-9058-0ED3C32F860C}" destId="{C9080A1E-9843-4510-9C34-F0CBAF28C844}" srcOrd="0" destOrd="0" presId="urn:microsoft.com/office/officeart/2005/8/layout/vList5"/>
    <dgm:cxn modelId="{CAED7A19-6D6B-433D-8AB8-C4B8AE43B638}" srcId="{831D2D6C-2F4D-40D5-9E32-124A09645B88}" destId="{EE772158-82E9-4E10-927F-7772F9DE92CC}" srcOrd="3" destOrd="0" parTransId="{3FFEF438-B963-4E61-9456-1F81CCC85F8B}" sibTransId="{FAA80C91-FD83-428D-9200-CAC5FB0969FC}"/>
    <dgm:cxn modelId="{6BF6EF21-C8C8-4D0A-835B-6F2F513AA274}" srcId="{831D2D6C-2F4D-40D5-9E32-124A09645B88}" destId="{068C791E-7A94-4DA1-ACA1-366689757BA4}" srcOrd="5" destOrd="0" parTransId="{540D3BA1-FAF1-49A3-AFC4-F03B7F29DD5E}" sibTransId="{4142395C-C091-4E2A-B9CB-F5D1BB7C4D69}"/>
    <dgm:cxn modelId="{E2AB042A-74F1-45B5-B68F-28EC44C2AE21}" srcId="{831D2D6C-2F4D-40D5-9E32-124A09645B88}" destId="{99113B95-C122-4968-9ED4-E579BE7F44C2}" srcOrd="7" destOrd="0" parTransId="{7CBADEFA-78C2-4CC2-B750-3653BAF9DC1A}" sibTransId="{E55EFDC1-077E-4F38-BCEF-88692FC52745}"/>
    <dgm:cxn modelId="{50608136-AD79-4D2B-BFC5-818C3E264AEB}" type="presOf" srcId="{244E32A9-6C45-4773-8423-FBDA84D8AB39}" destId="{48C5A6E5-F8CB-4E69-A61F-D1CFF45B6F24}" srcOrd="0" destOrd="0" presId="urn:microsoft.com/office/officeart/2005/8/layout/vList5"/>
    <dgm:cxn modelId="{4366544E-D16A-47F0-9701-BB564C1B84F6}" type="presOf" srcId="{831D2D6C-2F4D-40D5-9E32-124A09645B88}" destId="{2B6C441B-0841-4BE0-9068-465D8B105E7F}" srcOrd="0" destOrd="0" presId="urn:microsoft.com/office/officeart/2005/8/layout/vList5"/>
    <dgm:cxn modelId="{C3C8EF95-F4D2-4E7D-8D79-518288DC6820}" type="presOf" srcId="{B6844A79-6EF4-4330-B4B2-582E26412396}" destId="{6BC99AA9-6ED4-4CA9-A4FC-1FB02DEE4D5E}" srcOrd="0" destOrd="0" presId="urn:microsoft.com/office/officeart/2005/8/layout/vList5"/>
    <dgm:cxn modelId="{D1211B99-9015-414C-BDBE-63478FEECC02}" type="presOf" srcId="{A9F67DDF-ABF9-4AAB-962C-ACA16FD77DB1}" destId="{EC6235D9-09BB-44D9-98B1-78EFF88A224A}" srcOrd="0" destOrd="0" presId="urn:microsoft.com/office/officeart/2005/8/layout/vList5"/>
    <dgm:cxn modelId="{48652EAA-699D-4D17-9EB6-575B261E064E}" srcId="{831D2D6C-2F4D-40D5-9E32-124A09645B88}" destId="{FF32335F-E1C8-468B-9058-0ED3C32F860C}" srcOrd="0" destOrd="0" parTransId="{A2A2F3A1-26A7-478B-B2CF-B188F4148ED4}" sibTransId="{10E513FC-A5A1-429F-9647-24928A23B2BA}"/>
    <dgm:cxn modelId="{B21136B0-62C4-4B6F-B379-BB2F6CD90F8E}" type="presOf" srcId="{549A3541-5544-4038-BE6F-DCE9BB1FBD73}" destId="{37446C53-07E9-4F96-8FB5-D0AACE00D6A8}" srcOrd="0" destOrd="0" presId="urn:microsoft.com/office/officeart/2005/8/layout/vList5"/>
    <dgm:cxn modelId="{F8C259B9-8FCD-4A33-9DE9-5D4B38A03291}" srcId="{831D2D6C-2F4D-40D5-9E32-124A09645B88}" destId="{549A3541-5544-4038-BE6F-DCE9BB1FBD73}" srcOrd="2" destOrd="0" parTransId="{2EE92887-C227-4D08-9DD1-80BCA292A415}" sibTransId="{56224A54-D78A-45CB-AAF3-87A0F4DBC865}"/>
    <dgm:cxn modelId="{F208A5C7-031F-4007-9D16-FA222EE25496}" type="presOf" srcId="{EE772158-82E9-4E10-927F-7772F9DE92CC}" destId="{46008C88-4BEA-4961-830B-EAF15FD3F7B0}" srcOrd="0" destOrd="0" presId="urn:microsoft.com/office/officeart/2005/8/layout/vList5"/>
    <dgm:cxn modelId="{84BC4BCA-3754-4E07-88BD-87298FF56066}" srcId="{831D2D6C-2F4D-40D5-9E32-124A09645B88}" destId="{244E32A9-6C45-4773-8423-FBDA84D8AB39}" srcOrd="6" destOrd="0" parTransId="{B4207AD7-EC60-473A-8CAD-84A41C07A6AA}" sibTransId="{E1B1B1DB-7B1F-43DA-82FC-0F8A6A914D24}"/>
    <dgm:cxn modelId="{F8D5A2D6-95C4-47E9-81B5-8A1C08EBD9FD}" type="presOf" srcId="{99113B95-C122-4968-9ED4-E579BE7F44C2}" destId="{8BCB68F7-71F9-415F-AE27-E70645E8F9E1}" srcOrd="0" destOrd="0" presId="urn:microsoft.com/office/officeart/2005/8/layout/vList5"/>
    <dgm:cxn modelId="{DB059ED8-A5AF-4094-8D49-AA6DB40B6FA7}" srcId="{831D2D6C-2F4D-40D5-9E32-124A09645B88}" destId="{B6844A79-6EF4-4330-B4B2-582E26412396}" srcOrd="4" destOrd="0" parTransId="{E4E8995E-28D7-425E-B66B-4ED821615AA3}" sibTransId="{C5D09189-B598-436E-B32C-F14290549E00}"/>
    <dgm:cxn modelId="{7BD074E8-072E-4921-B669-8651D96F6A42}" type="presOf" srcId="{068C791E-7A94-4DA1-ACA1-366689757BA4}" destId="{56EDAB7D-D774-451C-8B9A-6A9FA1F8531A}" srcOrd="0" destOrd="0" presId="urn:microsoft.com/office/officeart/2005/8/layout/vList5"/>
    <dgm:cxn modelId="{77189AF0-A7A3-4693-BDC2-135022723A6F}" srcId="{831D2D6C-2F4D-40D5-9E32-124A09645B88}" destId="{A9F67DDF-ABF9-4AAB-962C-ACA16FD77DB1}" srcOrd="1" destOrd="0" parTransId="{37A93DBB-4A38-4D3D-8011-54EA8FF8C108}" sibTransId="{2D02127E-8BCA-42BE-8959-19F8B8984D2F}"/>
    <dgm:cxn modelId="{9F76C3B0-0870-4443-8AF8-9106E760D40C}" type="presParOf" srcId="{2B6C441B-0841-4BE0-9068-465D8B105E7F}" destId="{98730A47-D6F0-4DCC-987B-718828EEAE08}" srcOrd="0" destOrd="0" presId="urn:microsoft.com/office/officeart/2005/8/layout/vList5"/>
    <dgm:cxn modelId="{7F310C76-8E0F-463E-BEC6-F87A3CCFA3C7}" type="presParOf" srcId="{98730A47-D6F0-4DCC-987B-718828EEAE08}" destId="{C9080A1E-9843-4510-9C34-F0CBAF28C844}" srcOrd="0" destOrd="0" presId="urn:microsoft.com/office/officeart/2005/8/layout/vList5"/>
    <dgm:cxn modelId="{9C6D6AA5-E94A-436F-8E2A-F2AF672BBBE4}" type="presParOf" srcId="{2B6C441B-0841-4BE0-9068-465D8B105E7F}" destId="{AF34A39D-93AC-4FE9-85B0-697DA905510E}" srcOrd="1" destOrd="0" presId="urn:microsoft.com/office/officeart/2005/8/layout/vList5"/>
    <dgm:cxn modelId="{9B949105-11C6-4AD4-95DA-B4E0038EEBA0}" type="presParOf" srcId="{2B6C441B-0841-4BE0-9068-465D8B105E7F}" destId="{2DBE72F5-491E-424F-85BE-72EFEFAAA7F5}" srcOrd="2" destOrd="0" presId="urn:microsoft.com/office/officeart/2005/8/layout/vList5"/>
    <dgm:cxn modelId="{0FB3EC7A-8CB7-4E9A-8D31-F00F605792CA}" type="presParOf" srcId="{2DBE72F5-491E-424F-85BE-72EFEFAAA7F5}" destId="{EC6235D9-09BB-44D9-98B1-78EFF88A224A}" srcOrd="0" destOrd="0" presId="urn:microsoft.com/office/officeart/2005/8/layout/vList5"/>
    <dgm:cxn modelId="{2C92EC61-7BC9-4E43-A9A9-BD92322CF5EF}" type="presParOf" srcId="{2B6C441B-0841-4BE0-9068-465D8B105E7F}" destId="{0F7747E5-42B1-4372-A83A-9D27B88E8649}" srcOrd="3" destOrd="0" presId="urn:microsoft.com/office/officeart/2005/8/layout/vList5"/>
    <dgm:cxn modelId="{5E0A7597-B968-4811-BBEE-A62ED57F69A0}" type="presParOf" srcId="{2B6C441B-0841-4BE0-9068-465D8B105E7F}" destId="{7978038D-7921-43C1-A691-C677BE67270F}" srcOrd="4" destOrd="0" presId="urn:microsoft.com/office/officeart/2005/8/layout/vList5"/>
    <dgm:cxn modelId="{052B6AB4-52C6-46D6-A8C1-2EAECB12A73C}" type="presParOf" srcId="{7978038D-7921-43C1-A691-C677BE67270F}" destId="{37446C53-07E9-4F96-8FB5-D0AACE00D6A8}" srcOrd="0" destOrd="0" presId="urn:microsoft.com/office/officeart/2005/8/layout/vList5"/>
    <dgm:cxn modelId="{1BCC6C5A-31C0-4535-A8A1-8C9777EC6F1B}" type="presParOf" srcId="{2B6C441B-0841-4BE0-9068-465D8B105E7F}" destId="{10DA6E87-97CA-4A7B-810F-2BF1EFAD8035}" srcOrd="5" destOrd="0" presId="urn:microsoft.com/office/officeart/2005/8/layout/vList5"/>
    <dgm:cxn modelId="{0C094F72-8939-408D-8A0D-04610DC6CB66}" type="presParOf" srcId="{2B6C441B-0841-4BE0-9068-465D8B105E7F}" destId="{3670FAF1-0275-40C3-8501-E1130C079562}" srcOrd="6" destOrd="0" presId="urn:microsoft.com/office/officeart/2005/8/layout/vList5"/>
    <dgm:cxn modelId="{EA7A1873-E400-4FA6-A57B-D0A5A03A2AC7}" type="presParOf" srcId="{3670FAF1-0275-40C3-8501-E1130C079562}" destId="{46008C88-4BEA-4961-830B-EAF15FD3F7B0}" srcOrd="0" destOrd="0" presId="urn:microsoft.com/office/officeart/2005/8/layout/vList5"/>
    <dgm:cxn modelId="{03477D74-0CAE-476F-9D6F-431A87C0FD8A}" type="presParOf" srcId="{2B6C441B-0841-4BE0-9068-465D8B105E7F}" destId="{77FD5868-3BBE-4DCE-827D-A0DFD0A9A606}" srcOrd="7" destOrd="0" presId="urn:microsoft.com/office/officeart/2005/8/layout/vList5"/>
    <dgm:cxn modelId="{655C704F-57BD-49B7-B0CC-1A67750B94D1}" type="presParOf" srcId="{2B6C441B-0841-4BE0-9068-465D8B105E7F}" destId="{CD7FE8FC-0FC9-4E05-9777-7A066F02FC56}" srcOrd="8" destOrd="0" presId="urn:microsoft.com/office/officeart/2005/8/layout/vList5"/>
    <dgm:cxn modelId="{7A99E2CF-BE4F-4B9A-A0D3-5282FD6BD3B9}" type="presParOf" srcId="{CD7FE8FC-0FC9-4E05-9777-7A066F02FC56}" destId="{6BC99AA9-6ED4-4CA9-A4FC-1FB02DEE4D5E}" srcOrd="0" destOrd="0" presId="urn:microsoft.com/office/officeart/2005/8/layout/vList5"/>
    <dgm:cxn modelId="{102CB5A4-AB4E-49AA-A003-C9A0D9DEC42A}" type="presParOf" srcId="{2B6C441B-0841-4BE0-9068-465D8B105E7F}" destId="{301F35CE-BCD2-46DA-BBD3-35CD7E492305}" srcOrd="9" destOrd="0" presId="urn:microsoft.com/office/officeart/2005/8/layout/vList5"/>
    <dgm:cxn modelId="{F636F763-9285-4735-BB87-39DA7A3F5F9B}" type="presParOf" srcId="{2B6C441B-0841-4BE0-9068-465D8B105E7F}" destId="{8E3CDB15-FCA6-4F82-9D7F-F0A4285E5A85}" srcOrd="10" destOrd="0" presId="urn:microsoft.com/office/officeart/2005/8/layout/vList5"/>
    <dgm:cxn modelId="{99CF321B-80C1-4EA3-9C9A-D1211869CAE4}" type="presParOf" srcId="{8E3CDB15-FCA6-4F82-9D7F-F0A4285E5A85}" destId="{56EDAB7D-D774-451C-8B9A-6A9FA1F8531A}" srcOrd="0" destOrd="0" presId="urn:microsoft.com/office/officeart/2005/8/layout/vList5"/>
    <dgm:cxn modelId="{FEC911BC-B1DE-43CC-A736-5BE013FB8DAC}" type="presParOf" srcId="{2B6C441B-0841-4BE0-9068-465D8B105E7F}" destId="{5CE340E6-6377-45CA-9C65-A75031F52385}" srcOrd="11" destOrd="0" presId="urn:microsoft.com/office/officeart/2005/8/layout/vList5"/>
    <dgm:cxn modelId="{389270D5-8AAE-435F-B44D-E4CD6C68ACA1}" type="presParOf" srcId="{2B6C441B-0841-4BE0-9068-465D8B105E7F}" destId="{12F23F75-C978-484E-A536-C18D4A52A9DF}" srcOrd="12" destOrd="0" presId="urn:microsoft.com/office/officeart/2005/8/layout/vList5"/>
    <dgm:cxn modelId="{573DA601-9BB6-466C-A991-9BF4A57D6D1C}" type="presParOf" srcId="{12F23F75-C978-484E-A536-C18D4A52A9DF}" destId="{48C5A6E5-F8CB-4E69-A61F-D1CFF45B6F24}" srcOrd="0" destOrd="0" presId="urn:microsoft.com/office/officeart/2005/8/layout/vList5"/>
    <dgm:cxn modelId="{29C4F3C5-7768-4E0F-AF1D-CC56BD196C8F}" type="presParOf" srcId="{2B6C441B-0841-4BE0-9068-465D8B105E7F}" destId="{D2B06C7A-F076-4268-874E-642F794FA7C5}" srcOrd="13" destOrd="0" presId="urn:microsoft.com/office/officeart/2005/8/layout/vList5"/>
    <dgm:cxn modelId="{9F8F1B28-E53F-4361-A4E0-BCACAE0EF086}" type="presParOf" srcId="{2B6C441B-0841-4BE0-9068-465D8B105E7F}" destId="{8C984FD7-5A94-4735-BD39-3EFC811B8DBF}" srcOrd="14" destOrd="0" presId="urn:microsoft.com/office/officeart/2005/8/layout/vList5"/>
    <dgm:cxn modelId="{536ECBF2-C3A0-4594-A2BA-8C789F14F7D2}" type="presParOf" srcId="{8C984FD7-5A94-4735-BD39-3EFC811B8DBF}" destId="{8BCB68F7-71F9-415F-AE27-E70645E8F9E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0FFA8CF-4AC9-4FB6-9F74-0E3F189AD2F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8DF3146-2850-4A19-98D4-FA4715872C1D}">
      <dgm:prSet/>
      <dgm:spPr/>
      <dgm:t>
        <a:bodyPr/>
        <a:lstStyle/>
        <a:p>
          <a:pPr>
            <a:defRPr cap="all"/>
          </a:pPr>
          <a:r>
            <a:rPr lang="en-US"/>
            <a:t>Bullish Trend</a:t>
          </a:r>
        </a:p>
      </dgm:t>
    </dgm:pt>
    <dgm:pt modelId="{FE11E865-6BCF-4154-AD08-D081798BA1F3}" type="parTrans" cxnId="{81EE093C-781E-46E8-897B-C0E636367E5A}">
      <dgm:prSet/>
      <dgm:spPr/>
      <dgm:t>
        <a:bodyPr/>
        <a:lstStyle/>
        <a:p>
          <a:endParaRPr lang="en-US"/>
        </a:p>
      </dgm:t>
    </dgm:pt>
    <dgm:pt modelId="{BA053332-15E1-4A9A-A205-D52C43C72759}" type="sibTrans" cxnId="{81EE093C-781E-46E8-897B-C0E636367E5A}">
      <dgm:prSet/>
      <dgm:spPr/>
      <dgm:t>
        <a:bodyPr/>
        <a:lstStyle/>
        <a:p>
          <a:endParaRPr lang="en-US"/>
        </a:p>
      </dgm:t>
    </dgm:pt>
    <dgm:pt modelId="{DE4AF444-E135-4F8E-BCF4-5C1101FE20C5}">
      <dgm:prSet/>
      <dgm:spPr/>
      <dgm:t>
        <a:bodyPr/>
        <a:lstStyle/>
        <a:p>
          <a:pPr>
            <a:defRPr cap="all"/>
          </a:pPr>
          <a:r>
            <a:rPr lang="en-US"/>
            <a:t>Bearish Trend</a:t>
          </a:r>
        </a:p>
      </dgm:t>
    </dgm:pt>
    <dgm:pt modelId="{D610D44C-6ACC-4D76-9CFA-387BD2D1B574}" type="parTrans" cxnId="{1A0E30C7-2E09-4C7D-BFD8-C8AFF9B1DED6}">
      <dgm:prSet/>
      <dgm:spPr/>
      <dgm:t>
        <a:bodyPr/>
        <a:lstStyle/>
        <a:p>
          <a:endParaRPr lang="en-US"/>
        </a:p>
      </dgm:t>
    </dgm:pt>
    <dgm:pt modelId="{419E7370-D4F6-4001-B66A-8357BD4CFDD7}" type="sibTrans" cxnId="{1A0E30C7-2E09-4C7D-BFD8-C8AFF9B1DED6}">
      <dgm:prSet/>
      <dgm:spPr/>
      <dgm:t>
        <a:bodyPr/>
        <a:lstStyle/>
        <a:p>
          <a:endParaRPr lang="en-US"/>
        </a:p>
      </dgm:t>
    </dgm:pt>
    <dgm:pt modelId="{1FE256BD-B46B-43FC-BFA6-B65DF885D2B0}">
      <dgm:prSet/>
      <dgm:spPr/>
      <dgm:t>
        <a:bodyPr/>
        <a:lstStyle/>
        <a:p>
          <a:pPr>
            <a:defRPr cap="all"/>
          </a:pPr>
          <a:r>
            <a:rPr lang="en-US"/>
            <a:t>Sideways</a:t>
          </a:r>
        </a:p>
      </dgm:t>
    </dgm:pt>
    <dgm:pt modelId="{17CDFC47-DAB5-4127-82EA-01FA5177379B}" type="parTrans" cxnId="{6AAA3E18-FA9A-4125-A9ED-85F90D8BF908}">
      <dgm:prSet/>
      <dgm:spPr/>
      <dgm:t>
        <a:bodyPr/>
        <a:lstStyle/>
        <a:p>
          <a:endParaRPr lang="en-US"/>
        </a:p>
      </dgm:t>
    </dgm:pt>
    <dgm:pt modelId="{AA44589C-24F0-4ADB-9CEB-CC1685764E41}" type="sibTrans" cxnId="{6AAA3E18-FA9A-4125-A9ED-85F90D8BF908}">
      <dgm:prSet/>
      <dgm:spPr/>
      <dgm:t>
        <a:bodyPr/>
        <a:lstStyle/>
        <a:p>
          <a:endParaRPr lang="en-US"/>
        </a:p>
      </dgm:t>
    </dgm:pt>
    <dgm:pt modelId="{1E1B55D7-A7F9-4D51-8B59-C7F1D6D1050D}" type="pres">
      <dgm:prSet presAssocID="{F0FFA8CF-4AC9-4FB6-9F74-0E3F189AD2F6}" presName="root" presStyleCnt="0">
        <dgm:presLayoutVars>
          <dgm:dir/>
          <dgm:resizeHandles val="exact"/>
        </dgm:presLayoutVars>
      </dgm:prSet>
      <dgm:spPr/>
    </dgm:pt>
    <dgm:pt modelId="{3E2A4B01-89AC-4C4F-9805-94719489378F}" type="pres">
      <dgm:prSet presAssocID="{28DF3146-2850-4A19-98D4-FA4715872C1D}" presName="compNode" presStyleCnt="0"/>
      <dgm:spPr/>
    </dgm:pt>
    <dgm:pt modelId="{41B13E08-42F6-45E3-B08B-B855224645DF}" type="pres">
      <dgm:prSet presAssocID="{28DF3146-2850-4A19-98D4-FA4715872C1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B43D303-2DFD-45D1-8C9C-9288CD226692}" type="pres">
      <dgm:prSet presAssocID="{28DF3146-2850-4A19-98D4-FA4715872C1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F0DED95-372C-4867-8DF3-44F73F9D81DA}" type="pres">
      <dgm:prSet presAssocID="{28DF3146-2850-4A19-98D4-FA4715872C1D}" presName="spaceRect" presStyleCnt="0"/>
      <dgm:spPr/>
    </dgm:pt>
    <dgm:pt modelId="{99ED9FA0-F4F7-4EA4-9B48-580F1C43567F}" type="pres">
      <dgm:prSet presAssocID="{28DF3146-2850-4A19-98D4-FA4715872C1D}" presName="textRect" presStyleLbl="revTx" presStyleIdx="0" presStyleCnt="3">
        <dgm:presLayoutVars>
          <dgm:chMax val="1"/>
          <dgm:chPref val="1"/>
        </dgm:presLayoutVars>
      </dgm:prSet>
      <dgm:spPr/>
    </dgm:pt>
    <dgm:pt modelId="{9F16C618-4C11-436B-A959-34BAEC06330B}" type="pres">
      <dgm:prSet presAssocID="{BA053332-15E1-4A9A-A205-D52C43C72759}" presName="sibTrans" presStyleCnt="0"/>
      <dgm:spPr/>
    </dgm:pt>
    <dgm:pt modelId="{DD509812-4DD4-4702-A79E-8D7FBA8A1D97}" type="pres">
      <dgm:prSet presAssocID="{DE4AF444-E135-4F8E-BCF4-5C1101FE20C5}" presName="compNode" presStyleCnt="0"/>
      <dgm:spPr/>
    </dgm:pt>
    <dgm:pt modelId="{BC20F304-C506-403F-AA81-1EA6D2CE3373}" type="pres">
      <dgm:prSet presAssocID="{DE4AF444-E135-4F8E-BCF4-5C1101FE20C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3A19296-A793-4CCA-9EA7-8592F1C3C9A1}" type="pres">
      <dgm:prSet presAssocID="{DE4AF444-E135-4F8E-BCF4-5C1101FE20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D9E7A00-A022-4011-9586-D9674331B68E}" type="pres">
      <dgm:prSet presAssocID="{DE4AF444-E135-4F8E-BCF4-5C1101FE20C5}" presName="spaceRect" presStyleCnt="0"/>
      <dgm:spPr/>
    </dgm:pt>
    <dgm:pt modelId="{0CB6AEBD-5932-4388-A651-D18BF77C2340}" type="pres">
      <dgm:prSet presAssocID="{DE4AF444-E135-4F8E-BCF4-5C1101FE20C5}" presName="textRect" presStyleLbl="revTx" presStyleIdx="1" presStyleCnt="3">
        <dgm:presLayoutVars>
          <dgm:chMax val="1"/>
          <dgm:chPref val="1"/>
        </dgm:presLayoutVars>
      </dgm:prSet>
      <dgm:spPr/>
    </dgm:pt>
    <dgm:pt modelId="{E3C3052C-F645-478C-8E0B-BA2B46A35722}" type="pres">
      <dgm:prSet presAssocID="{419E7370-D4F6-4001-B66A-8357BD4CFDD7}" presName="sibTrans" presStyleCnt="0"/>
      <dgm:spPr/>
    </dgm:pt>
    <dgm:pt modelId="{DDD1524E-CE0E-49B6-89F3-695BE4A1B5A7}" type="pres">
      <dgm:prSet presAssocID="{1FE256BD-B46B-43FC-BFA6-B65DF885D2B0}" presName="compNode" presStyleCnt="0"/>
      <dgm:spPr/>
    </dgm:pt>
    <dgm:pt modelId="{A470572B-28B6-4975-87C8-E495D038B547}" type="pres">
      <dgm:prSet presAssocID="{1FE256BD-B46B-43FC-BFA6-B65DF885D2B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ABF4A1-135D-4123-8356-8C9D4C0A4A39}" type="pres">
      <dgm:prSet presAssocID="{1FE256BD-B46B-43FC-BFA6-B65DF885D2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2F9E0A6E-E446-4B62-99E9-2E68FA5ECA10}" type="pres">
      <dgm:prSet presAssocID="{1FE256BD-B46B-43FC-BFA6-B65DF885D2B0}" presName="spaceRect" presStyleCnt="0"/>
      <dgm:spPr/>
    </dgm:pt>
    <dgm:pt modelId="{9875BB8C-4661-4406-9C4D-5129BACE9575}" type="pres">
      <dgm:prSet presAssocID="{1FE256BD-B46B-43FC-BFA6-B65DF885D2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AA3E18-FA9A-4125-A9ED-85F90D8BF908}" srcId="{F0FFA8CF-4AC9-4FB6-9F74-0E3F189AD2F6}" destId="{1FE256BD-B46B-43FC-BFA6-B65DF885D2B0}" srcOrd="2" destOrd="0" parTransId="{17CDFC47-DAB5-4127-82EA-01FA5177379B}" sibTransId="{AA44589C-24F0-4ADB-9CEB-CC1685764E41}"/>
    <dgm:cxn modelId="{81EE093C-781E-46E8-897B-C0E636367E5A}" srcId="{F0FFA8CF-4AC9-4FB6-9F74-0E3F189AD2F6}" destId="{28DF3146-2850-4A19-98D4-FA4715872C1D}" srcOrd="0" destOrd="0" parTransId="{FE11E865-6BCF-4154-AD08-D081798BA1F3}" sibTransId="{BA053332-15E1-4A9A-A205-D52C43C72759}"/>
    <dgm:cxn modelId="{AFB8713C-378D-476C-9D91-4A3391170398}" type="presOf" srcId="{28DF3146-2850-4A19-98D4-FA4715872C1D}" destId="{99ED9FA0-F4F7-4EA4-9B48-580F1C43567F}" srcOrd="0" destOrd="0" presId="urn:microsoft.com/office/officeart/2018/5/layout/IconLeafLabelList"/>
    <dgm:cxn modelId="{16010341-93C6-4D50-9122-9C72ED03FE3B}" type="presOf" srcId="{1FE256BD-B46B-43FC-BFA6-B65DF885D2B0}" destId="{9875BB8C-4661-4406-9C4D-5129BACE9575}" srcOrd="0" destOrd="0" presId="urn:microsoft.com/office/officeart/2018/5/layout/IconLeafLabelList"/>
    <dgm:cxn modelId="{85BB00BE-7975-4F1D-B67D-8F3F12E574EB}" type="presOf" srcId="{DE4AF444-E135-4F8E-BCF4-5C1101FE20C5}" destId="{0CB6AEBD-5932-4388-A651-D18BF77C2340}" srcOrd="0" destOrd="0" presId="urn:microsoft.com/office/officeart/2018/5/layout/IconLeafLabelList"/>
    <dgm:cxn modelId="{1A0E30C7-2E09-4C7D-BFD8-C8AFF9B1DED6}" srcId="{F0FFA8CF-4AC9-4FB6-9F74-0E3F189AD2F6}" destId="{DE4AF444-E135-4F8E-BCF4-5C1101FE20C5}" srcOrd="1" destOrd="0" parTransId="{D610D44C-6ACC-4D76-9CFA-387BD2D1B574}" sibTransId="{419E7370-D4F6-4001-B66A-8357BD4CFDD7}"/>
    <dgm:cxn modelId="{80ADF9C7-B6CE-4F22-B96F-7B113EB311C2}" type="presOf" srcId="{F0FFA8CF-4AC9-4FB6-9F74-0E3F189AD2F6}" destId="{1E1B55D7-A7F9-4D51-8B59-C7F1D6D1050D}" srcOrd="0" destOrd="0" presId="urn:microsoft.com/office/officeart/2018/5/layout/IconLeafLabelList"/>
    <dgm:cxn modelId="{4A5F6BC3-F1D1-43CA-B28B-9F18CE37D3C3}" type="presParOf" srcId="{1E1B55D7-A7F9-4D51-8B59-C7F1D6D1050D}" destId="{3E2A4B01-89AC-4C4F-9805-94719489378F}" srcOrd="0" destOrd="0" presId="urn:microsoft.com/office/officeart/2018/5/layout/IconLeafLabelList"/>
    <dgm:cxn modelId="{68CF9C87-1E83-42D0-B090-BC945B6FF826}" type="presParOf" srcId="{3E2A4B01-89AC-4C4F-9805-94719489378F}" destId="{41B13E08-42F6-45E3-B08B-B855224645DF}" srcOrd="0" destOrd="0" presId="urn:microsoft.com/office/officeart/2018/5/layout/IconLeafLabelList"/>
    <dgm:cxn modelId="{DEB01EFB-150F-4E61-85EB-E1CF7F47374B}" type="presParOf" srcId="{3E2A4B01-89AC-4C4F-9805-94719489378F}" destId="{6B43D303-2DFD-45D1-8C9C-9288CD226692}" srcOrd="1" destOrd="0" presId="urn:microsoft.com/office/officeart/2018/5/layout/IconLeafLabelList"/>
    <dgm:cxn modelId="{B3DAEE5C-9526-4BF6-BB33-0C31E9599951}" type="presParOf" srcId="{3E2A4B01-89AC-4C4F-9805-94719489378F}" destId="{6F0DED95-372C-4867-8DF3-44F73F9D81DA}" srcOrd="2" destOrd="0" presId="urn:microsoft.com/office/officeart/2018/5/layout/IconLeafLabelList"/>
    <dgm:cxn modelId="{0CD07584-1437-4468-837C-652EF39BE312}" type="presParOf" srcId="{3E2A4B01-89AC-4C4F-9805-94719489378F}" destId="{99ED9FA0-F4F7-4EA4-9B48-580F1C43567F}" srcOrd="3" destOrd="0" presId="urn:microsoft.com/office/officeart/2018/5/layout/IconLeafLabelList"/>
    <dgm:cxn modelId="{7B3A3514-D4A3-4B72-89C7-9D0891301323}" type="presParOf" srcId="{1E1B55D7-A7F9-4D51-8B59-C7F1D6D1050D}" destId="{9F16C618-4C11-436B-A959-34BAEC06330B}" srcOrd="1" destOrd="0" presId="urn:microsoft.com/office/officeart/2018/5/layout/IconLeafLabelList"/>
    <dgm:cxn modelId="{575B6AEB-B920-4CDC-896B-2E8B4D98E7DE}" type="presParOf" srcId="{1E1B55D7-A7F9-4D51-8B59-C7F1D6D1050D}" destId="{DD509812-4DD4-4702-A79E-8D7FBA8A1D97}" srcOrd="2" destOrd="0" presId="urn:microsoft.com/office/officeart/2018/5/layout/IconLeafLabelList"/>
    <dgm:cxn modelId="{74E19CED-C3FC-4F9D-A972-9AA6255B52E4}" type="presParOf" srcId="{DD509812-4DD4-4702-A79E-8D7FBA8A1D97}" destId="{BC20F304-C506-403F-AA81-1EA6D2CE3373}" srcOrd="0" destOrd="0" presId="urn:microsoft.com/office/officeart/2018/5/layout/IconLeafLabelList"/>
    <dgm:cxn modelId="{ACF81699-A2CD-42D0-979E-7B1D88E80EA5}" type="presParOf" srcId="{DD509812-4DD4-4702-A79E-8D7FBA8A1D97}" destId="{D3A19296-A793-4CCA-9EA7-8592F1C3C9A1}" srcOrd="1" destOrd="0" presId="urn:microsoft.com/office/officeart/2018/5/layout/IconLeafLabelList"/>
    <dgm:cxn modelId="{6D8C14EE-45F2-490C-A18E-454F81DEEDC8}" type="presParOf" srcId="{DD509812-4DD4-4702-A79E-8D7FBA8A1D97}" destId="{BD9E7A00-A022-4011-9586-D9674331B68E}" srcOrd="2" destOrd="0" presId="urn:microsoft.com/office/officeart/2018/5/layout/IconLeafLabelList"/>
    <dgm:cxn modelId="{B133307A-9FA2-46BB-9C55-F2717422AE61}" type="presParOf" srcId="{DD509812-4DD4-4702-A79E-8D7FBA8A1D97}" destId="{0CB6AEBD-5932-4388-A651-D18BF77C2340}" srcOrd="3" destOrd="0" presId="urn:microsoft.com/office/officeart/2018/5/layout/IconLeafLabelList"/>
    <dgm:cxn modelId="{6B98F631-0EC4-47F5-ACE3-8D9C12EEB011}" type="presParOf" srcId="{1E1B55D7-A7F9-4D51-8B59-C7F1D6D1050D}" destId="{E3C3052C-F645-478C-8E0B-BA2B46A35722}" srcOrd="3" destOrd="0" presId="urn:microsoft.com/office/officeart/2018/5/layout/IconLeafLabelList"/>
    <dgm:cxn modelId="{DDDE06B8-F307-4E1C-A9E8-B6911C63F241}" type="presParOf" srcId="{1E1B55D7-A7F9-4D51-8B59-C7F1D6D1050D}" destId="{DDD1524E-CE0E-49B6-89F3-695BE4A1B5A7}" srcOrd="4" destOrd="0" presId="urn:microsoft.com/office/officeart/2018/5/layout/IconLeafLabelList"/>
    <dgm:cxn modelId="{A60571C9-A146-49A2-AEEA-A79278EED955}" type="presParOf" srcId="{DDD1524E-CE0E-49B6-89F3-695BE4A1B5A7}" destId="{A470572B-28B6-4975-87C8-E495D038B547}" srcOrd="0" destOrd="0" presId="urn:microsoft.com/office/officeart/2018/5/layout/IconLeafLabelList"/>
    <dgm:cxn modelId="{48547855-9C6A-4E32-9766-563D5B1E289F}" type="presParOf" srcId="{DDD1524E-CE0E-49B6-89F3-695BE4A1B5A7}" destId="{D0ABF4A1-135D-4123-8356-8C9D4C0A4A39}" srcOrd="1" destOrd="0" presId="urn:microsoft.com/office/officeart/2018/5/layout/IconLeafLabelList"/>
    <dgm:cxn modelId="{220FD00D-2B20-4225-B2F8-8D76B6D376F3}" type="presParOf" srcId="{DDD1524E-CE0E-49B6-89F3-695BE4A1B5A7}" destId="{2F9E0A6E-E446-4B62-99E9-2E68FA5ECA10}" srcOrd="2" destOrd="0" presId="urn:microsoft.com/office/officeart/2018/5/layout/IconLeafLabelList"/>
    <dgm:cxn modelId="{923199C3-5F7F-4E05-B59C-7CD779D27FB5}" type="presParOf" srcId="{DDD1524E-CE0E-49B6-89F3-695BE4A1B5A7}" destId="{9875BB8C-4661-4406-9C4D-5129BACE957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56CF6B-8C81-49B6-9344-C58B5C2C07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708CD0-1CBA-41D3-8C6E-C0B639F7531D}">
      <dgm:prSet/>
      <dgm:spPr/>
      <dgm:t>
        <a:bodyPr/>
        <a:lstStyle/>
        <a:p>
          <a:r>
            <a:rPr lang="en-US" b="0" i="0"/>
            <a:t>Technical Analysis</a:t>
          </a:r>
          <a:endParaRPr lang="en-US"/>
        </a:p>
      </dgm:t>
    </dgm:pt>
    <dgm:pt modelId="{A8BA545B-74A8-451D-989F-62140F5BB786}" type="parTrans" cxnId="{129BB86C-CADC-423A-B029-F31D245BFCDA}">
      <dgm:prSet/>
      <dgm:spPr/>
      <dgm:t>
        <a:bodyPr/>
        <a:lstStyle/>
        <a:p>
          <a:endParaRPr lang="en-US"/>
        </a:p>
      </dgm:t>
    </dgm:pt>
    <dgm:pt modelId="{4CA9D8B4-F1B5-42DF-A86A-BD99BFB37E42}" type="sibTrans" cxnId="{129BB86C-CADC-423A-B029-F31D245BFCDA}">
      <dgm:prSet/>
      <dgm:spPr/>
      <dgm:t>
        <a:bodyPr/>
        <a:lstStyle/>
        <a:p>
          <a:endParaRPr lang="en-US"/>
        </a:p>
      </dgm:t>
    </dgm:pt>
    <dgm:pt modelId="{BE0C5C1E-A452-4701-81E0-18265885BF77}">
      <dgm:prSet/>
      <dgm:spPr/>
      <dgm:t>
        <a:bodyPr/>
        <a:lstStyle/>
        <a:p>
          <a:r>
            <a:rPr lang="en-US" b="0" i="0"/>
            <a:t>Sentiment Analysis</a:t>
          </a:r>
          <a:endParaRPr lang="en-US"/>
        </a:p>
      </dgm:t>
    </dgm:pt>
    <dgm:pt modelId="{AFFC2E0F-BB0A-45D9-97DB-9D699E52CCF1}" type="parTrans" cxnId="{0B9E1F73-388C-481F-999C-FE341CBBAD8B}">
      <dgm:prSet/>
      <dgm:spPr/>
      <dgm:t>
        <a:bodyPr/>
        <a:lstStyle/>
        <a:p>
          <a:endParaRPr lang="en-US"/>
        </a:p>
      </dgm:t>
    </dgm:pt>
    <dgm:pt modelId="{5ECF8AED-9DF9-463A-8DC1-CA075BE3B570}" type="sibTrans" cxnId="{0B9E1F73-388C-481F-999C-FE341CBBAD8B}">
      <dgm:prSet/>
      <dgm:spPr/>
      <dgm:t>
        <a:bodyPr/>
        <a:lstStyle/>
        <a:p>
          <a:endParaRPr lang="en-US"/>
        </a:p>
      </dgm:t>
    </dgm:pt>
    <dgm:pt modelId="{B7720C99-6DC6-4DCA-B50F-ADE6D666CEE9}" type="pres">
      <dgm:prSet presAssocID="{7156CF6B-8C81-49B6-9344-C58B5C2C07AF}" presName="root" presStyleCnt="0">
        <dgm:presLayoutVars>
          <dgm:dir/>
          <dgm:resizeHandles val="exact"/>
        </dgm:presLayoutVars>
      </dgm:prSet>
      <dgm:spPr/>
    </dgm:pt>
    <dgm:pt modelId="{474B8F4C-A1E0-46A0-85B2-85FF1554713A}" type="pres">
      <dgm:prSet presAssocID="{E1708CD0-1CBA-41D3-8C6E-C0B639F7531D}" presName="compNode" presStyleCnt="0"/>
      <dgm:spPr/>
    </dgm:pt>
    <dgm:pt modelId="{A087DD6C-68D6-4DBD-B774-D18B7A983994}" type="pres">
      <dgm:prSet presAssocID="{E1708CD0-1CBA-41D3-8C6E-C0B639F7531D}" presName="bgRect" presStyleLbl="bgShp" presStyleIdx="0" presStyleCnt="2"/>
      <dgm:spPr/>
    </dgm:pt>
    <dgm:pt modelId="{0F41BED5-AF65-43EF-AD32-58BE41F03F6B}" type="pres">
      <dgm:prSet presAssocID="{E1708CD0-1CBA-41D3-8C6E-C0B639F753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C9EE70F-4CDE-4858-AFC1-F893D5B31FE3}" type="pres">
      <dgm:prSet presAssocID="{E1708CD0-1CBA-41D3-8C6E-C0B639F7531D}" presName="spaceRect" presStyleCnt="0"/>
      <dgm:spPr/>
    </dgm:pt>
    <dgm:pt modelId="{CEC30931-89C8-4DF6-B05D-8E36DBBDF5B3}" type="pres">
      <dgm:prSet presAssocID="{E1708CD0-1CBA-41D3-8C6E-C0B639F7531D}" presName="parTx" presStyleLbl="revTx" presStyleIdx="0" presStyleCnt="2">
        <dgm:presLayoutVars>
          <dgm:chMax val="0"/>
          <dgm:chPref val="0"/>
        </dgm:presLayoutVars>
      </dgm:prSet>
      <dgm:spPr/>
    </dgm:pt>
    <dgm:pt modelId="{4655FA1C-43BA-4696-8E62-67D2A086593B}" type="pres">
      <dgm:prSet presAssocID="{4CA9D8B4-F1B5-42DF-A86A-BD99BFB37E42}" presName="sibTrans" presStyleCnt="0"/>
      <dgm:spPr/>
    </dgm:pt>
    <dgm:pt modelId="{6F5C29DB-4D05-4F3F-8424-8C807217BED1}" type="pres">
      <dgm:prSet presAssocID="{BE0C5C1E-A452-4701-81E0-18265885BF77}" presName="compNode" presStyleCnt="0"/>
      <dgm:spPr/>
    </dgm:pt>
    <dgm:pt modelId="{1A718B70-12AB-4533-AE95-D48006E368F1}" type="pres">
      <dgm:prSet presAssocID="{BE0C5C1E-A452-4701-81E0-18265885BF77}" presName="bgRect" presStyleLbl="bgShp" presStyleIdx="1" presStyleCnt="2"/>
      <dgm:spPr/>
    </dgm:pt>
    <dgm:pt modelId="{6B40A33B-A396-487A-8255-7AE9BB7DCEF5}" type="pres">
      <dgm:prSet presAssocID="{BE0C5C1E-A452-4701-81E0-18265885BF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39D2DF6-AA14-4472-9AE6-2FA900DAAED6}" type="pres">
      <dgm:prSet presAssocID="{BE0C5C1E-A452-4701-81E0-18265885BF77}" presName="spaceRect" presStyleCnt="0"/>
      <dgm:spPr/>
    </dgm:pt>
    <dgm:pt modelId="{9EED297A-A462-45D7-92C1-D81171C4F484}" type="pres">
      <dgm:prSet presAssocID="{BE0C5C1E-A452-4701-81E0-18265885BF7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29BB86C-CADC-423A-B029-F31D245BFCDA}" srcId="{7156CF6B-8C81-49B6-9344-C58B5C2C07AF}" destId="{E1708CD0-1CBA-41D3-8C6E-C0B639F7531D}" srcOrd="0" destOrd="0" parTransId="{A8BA545B-74A8-451D-989F-62140F5BB786}" sibTransId="{4CA9D8B4-F1B5-42DF-A86A-BD99BFB37E42}"/>
    <dgm:cxn modelId="{0B9E1F73-388C-481F-999C-FE341CBBAD8B}" srcId="{7156CF6B-8C81-49B6-9344-C58B5C2C07AF}" destId="{BE0C5C1E-A452-4701-81E0-18265885BF77}" srcOrd="1" destOrd="0" parTransId="{AFFC2E0F-BB0A-45D9-97DB-9D699E52CCF1}" sibTransId="{5ECF8AED-9DF9-463A-8DC1-CA075BE3B570}"/>
    <dgm:cxn modelId="{CD22FD76-FD39-4DD2-AB53-D4C92776D8F8}" type="presOf" srcId="{7156CF6B-8C81-49B6-9344-C58B5C2C07AF}" destId="{B7720C99-6DC6-4DCA-B50F-ADE6D666CEE9}" srcOrd="0" destOrd="0" presId="urn:microsoft.com/office/officeart/2018/2/layout/IconVerticalSolidList"/>
    <dgm:cxn modelId="{011141BC-8DA2-48EB-BB04-D03275575F57}" type="presOf" srcId="{BE0C5C1E-A452-4701-81E0-18265885BF77}" destId="{9EED297A-A462-45D7-92C1-D81171C4F484}" srcOrd="0" destOrd="0" presId="urn:microsoft.com/office/officeart/2018/2/layout/IconVerticalSolidList"/>
    <dgm:cxn modelId="{6C0A93D3-1913-409D-B00B-E07C718E4B87}" type="presOf" srcId="{E1708CD0-1CBA-41D3-8C6E-C0B639F7531D}" destId="{CEC30931-89C8-4DF6-B05D-8E36DBBDF5B3}" srcOrd="0" destOrd="0" presId="urn:microsoft.com/office/officeart/2018/2/layout/IconVerticalSolidList"/>
    <dgm:cxn modelId="{3A0A4648-5942-417E-B72E-825FFA59D6DA}" type="presParOf" srcId="{B7720C99-6DC6-4DCA-B50F-ADE6D666CEE9}" destId="{474B8F4C-A1E0-46A0-85B2-85FF1554713A}" srcOrd="0" destOrd="0" presId="urn:microsoft.com/office/officeart/2018/2/layout/IconVerticalSolidList"/>
    <dgm:cxn modelId="{E798A3B3-BB99-4167-8B24-2ECBEB183AD9}" type="presParOf" srcId="{474B8F4C-A1E0-46A0-85B2-85FF1554713A}" destId="{A087DD6C-68D6-4DBD-B774-D18B7A983994}" srcOrd="0" destOrd="0" presId="urn:microsoft.com/office/officeart/2018/2/layout/IconVerticalSolidList"/>
    <dgm:cxn modelId="{EAE9A096-ECD3-438C-9695-E4DF486BA28D}" type="presParOf" srcId="{474B8F4C-A1E0-46A0-85B2-85FF1554713A}" destId="{0F41BED5-AF65-43EF-AD32-58BE41F03F6B}" srcOrd="1" destOrd="0" presId="urn:microsoft.com/office/officeart/2018/2/layout/IconVerticalSolidList"/>
    <dgm:cxn modelId="{76DAD18E-8A6D-4A44-B0C8-4185F2B176EB}" type="presParOf" srcId="{474B8F4C-A1E0-46A0-85B2-85FF1554713A}" destId="{8C9EE70F-4CDE-4858-AFC1-F893D5B31FE3}" srcOrd="2" destOrd="0" presId="urn:microsoft.com/office/officeart/2018/2/layout/IconVerticalSolidList"/>
    <dgm:cxn modelId="{1A044C3D-742E-4FA7-9C6F-B8F59F9D78D7}" type="presParOf" srcId="{474B8F4C-A1E0-46A0-85B2-85FF1554713A}" destId="{CEC30931-89C8-4DF6-B05D-8E36DBBDF5B3}" srcOrd="3" destOrd="0" presId="urn:microsoft.com/office/officeart/2018/2/layout/IconVerticalSolidList"/>
    <dgm:cxn modelId="{30FF202D-CEC7-4D3B-A714-07206EF570E3}" type="presParOf" srcId="{B7720C99-6DC6-4DCA-B50F-ADE6D666CEE9}" destId="{4655FA1C-43BA-4696-8E62-67D2A086593B}" srcOrd="1" destOrd="0" presId="urn:microsoft.com/office/officeart/2018/2/layout/IconVerticalSolidList"/>
    <dgm:cxn modelId="{98F1350A-F7CF-4BC3-8D3C-205E4FAC66E1}" type="presParOf" srcId="{B7720C99-6DC6-4DCA-B50F-ADE6D666CEE9}" destId="{6F5C29DB-4D05-4F3F-8424-8C807217BED1}" srcOrd="2" destOrd="0" presId="urn:microsoft.com/office/officeart/2018/2/layout/IconVerticalSolidList"/>
    <dgm:cxn modelId="{AF200C59-BDF8-45DE-80EF-7F84572ADBAB}" type="presParOf" srcId="{6F5C29DB-4D05-4F3F-8424-8C807217BED1}" destId="{1A718B70-12AB-4533-AE95-D48006E368F1}" srcOrd="0" destOrd="0" presId="urn:microsoft.com/office/officeart/2018/2/layout/IconVerticalSolidList"/>
    <dgm:cxn modelId="{4A6D39AD-9457-4D88-9875-F072B10D4003}" type="presParOf" srcId="{6F5C29DB-4D05-4F3F-8424-8C807217BED1}" destId="{6B40A33B-A396-487A-8255-7AE9BB7DCEF5}" srcOrd="1" destOrd="0" presId="urn:microsoft.com/office/officeart/2018/2/layout/IconVerticalSolidList"/>
    <dgm:cxn modelId="{8B24CA0B-1E8A-4C16-BCAA-BA755136CA1B}" type="presParOf" srcId="{6F5C29DB-4D05-4F3F-8424-8C807217BED1}" destId="{339D2DF6-AA14-4472-9AE6-2FA900DAAED6}" srcOrd="2" destOrd="0" presId="urn:microsoft.com/office/officeart/2018/2/layout/IconVerticalSolidList"/>
    <dgm:cxn modelId="{D55A906A-8891-48DD-8364-C3D11EB02588}" type="presParOf" srcId="{6F5C29DB-4D05-4F3F-8424-8C807217BED1}" destId="{9EED297A-A462-45D7-92C1-D81171C4F4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8C1A88D-3320-416C-A4EC-FE4E787A8D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787A8B-C1AE-4009-BFB6-1D80A2831DD9}">
      <dgm:prSet/>
      <dgm:spPr/>
      <dgm:t>
        <a:bodyPr/>
        <a:lstStyle/>
        <a:p>
          <a:r>
            <a:rPr lang="en-US" b="1"/>
            <a:t>Price</a:t>
          </a:r>
          <a:endParaRPr lang="en-US"/>
        </a:p>
      </dgm:t>
    </dgm:pt>
    <dgm:pt modelId="{8F4EB98F-B1FE-4F9E-BC66-2D11DE8C6F77}" type="parTrans" cxnId="{0EE13982-7F82-4760-8A07-A517CD955F01}">
      <dgm:prSet/>
      <dgm:spPr/>
      <dgm:t>
        <a:bodyPr/>
        <a:lstStyle/>
        <a:p>
          <a:endParaRPr lang="en-US"/>
        </a:p>
      </dgm:t>
    </dgm:pt>
    <dgm:pt modelId="{1A1C008C-686A-4F03-AE8F-E99F5B3DA623}" type="sibTrans" cxnId="{0EE13982-7F82-4760-8A07-A517CD955F01}">
      <dgm:prSet/>
      <dgm:spPr/>
      <dgm:t>
        <a:bodyPr/>
        <a:lstStyle/>
        <a:p>
          <a:endParaRPr lang="en-US"/>
        </a:p>
      </dgm:t>
    </dgm:pt>
    <dgm:pt modelId="{FBF8D1FE-7F49-4F31-A95F-5C9F2728B66A}">
      <dgm:prSet/>
      <dgm:spPr/>
      <dgm:t>
        <a:bodyPr/>
        <a:lstStyle/>
        <a:p>
          <a:r>
            <a:rPr lang="en-US" b="1"/>
            <a:t>Volume</a:t>
          </a:r>
          <a:endParaRPr lang="en-US"/>
        </a:p>
      </dgm:t>
    </dgm:pt>
    <dgm:pt modelId="{988DFAEC-4F47-4E41-986A-388369301E3F}" type="parTrans" cxnId="{AF39A48F-CCEE-43FE-B6C0-2D75429483CC}">
      <dgm:prSet/>
      <dgm:spPr/>
      <dgm:t>
        <a:bodyPr/>
        <a:lstStyle/>
        <a:p>
          <a:endParaRPr lang="en-US"/>
        </a:p>
      </dgm:t>
    </dgm:pt>
    <dgm:pt modelId="{DAD6E3A3-4DDD-4969-B0AA-B8C765BC32D7}" type="sibTrans" cxnId="{AF39A48F-CCEE-43FE-B6C0-2D75429483CC}">
      <dgm:prSet/>
      <dgm:spPr/>
      <dgm:t>
        <a:bodyPr/>
        <a:lstStyle/>
        <a:p>
          <a:endParaRPr lang="en-US"/>
        </a:p>
      </dgm:t>
    </dgm:pt>
    <dgm:pt modelId="{90CB597C-8E3D-4178-A2E0-B1627136DCCE}">
      <dgm:prSet/>
      <dgm:spPr/>
      <dgm:t>
        <a:bodyPr/>
        <a:lstStyle/>
        <a:p>
          <a:r>
            <a:rPr lang="en-US" b="1"/>
            <a:t>Open Interest (OI)</a:t>
          </a:r>
          <a:endParaRPr lang="en-US"/>
        </a:p>
      </dgm:t>
    </dgm:pt>
    <dgm:pt modelId="{B2061AE6-5B21-4E33-8892-6B1B1DC22CF9}" type="parTrans" cxnId="{1663D1E2-5831-4F0E-8ABA-CC8D5D4060C1}">
      <dgm:prSet/>
      <dgm:spPr/>
      <dgm:t>
        <a:bodyPr/>
        <a:lstStyle/>
        <a:p>
          <a:endParaRPr lang="en-US"/>
        </a:p>
      </dgm:t>
    </dgm:pt>
    <dgm:pt modelId="{17B128D3-7B13-4D19-AD0F-97905CCE3B07}" type="sibTrans" cxnId="{1663D1E2-5831-4F0E-8ABA-CC8D5D4060C1}">
      <dgm:prSet/>
      <dgm:spPr/>
      <dgm:t>
        <a:bodyPr/>
        <a:lstStyle/>
        <a:p>
          <a:endParaRPr lang="en-US"/>
        </a:p>
      </dgm:t>
    </dgm:pt>
    <dgm:pt modelId="{3853F71E-330C-46D4-8F2D-3344F809B748}">
      <dgm:prSet/>
      <dgm:spPr/>
      <dgm:t>
        <a:bodyPr/>
        <a:lstStyle/>
        <a:p>
          <a:r>
            <a:rPr lang="en-US" b="1"/>
            <a:t>OI Notion Value (OI NV)</a:t>
          </a:r>
          <a:endParaRPr lang="en-US"/>
        </a:p>
      </dgm:t>
    </dgm:pt>
    <dgm:pt modelId="{F36C4B30-C957-4EA0-9778-3FE7E68DD476}" type="parTrans" cxnId="{A6F6C400-0E5E-4A21-972C-066300A1877B}">
      <dgm:prSet/>
      <dgm:spPr/>
      <dgm:t>
        <a:bodyPr/>
        <a:lstStyle/>
        <a:p>
          <a:endParaRPr lang="en-US"/>
        </a:p>
      </dgm:t>
    </dgm:pt>
    <dgm:pt modelId="{CC5A7638-C214-4B61-B968-A2CE6DC32FE7}" type="sibTrans" cxnId="{A6F6C400-0E5E-4A21-972C-066300A1877B}">
      <dgm:prSet/>
      <dgm:spPr/>
      <dgm:t>
        <a:bodyPr/>
        <a:lstStyle/>
        <a:p>
          <a:endParaRPr lang="en-US"/>
        </a:p>
      </dgm:t>
    </dgm:pt>
    <dgm:pt modelId="{5C65024D-201F-4BD9-ABC9-B7294AA89499}">
      <dgm:prSet/>
      <dgm:spPr/>
      <dgm:t>
        <a:bodyPr/>
        <a:lstStyle/>
        <a:p>
          <a:r>
            <a:rPr lang="en-US" b="1"/>
            <a:t>RSI</a:t>
          </a:r>
          <a:endParaRPr lang="en-US"/>
        </a:p>
      </dgm:t>
    </dgm:pt>
    <dgm:pt modelId="{A9ED995F-5378-4724-8638-91ED9B30F5A8}" type="parTrans" cxnId="{4C81C007-6617-4602-A78C-E0181832B578}">
      <dgm:prSet/>
      <dgm:spPr/>
      <dgm:t>
        <a:bodyPr/>
        <a:lstStyle/>
        <a:p>
          <a:endParaRPr lang="en-US"/>
        </a:p>
      </dgm:t>
    </dgm:pt>
    <dgm:pt modelId="{AB3A245E-457B-42EF-B6E5-042255A64464}" type="sibTrans" cxnId="{4C81C007-6617-4602-A78C-E0181832B578}">
      <dgm:prSet/>
      <dgm:spPr/>
      <dgm:t>
        <a:bodyPr/>
        <a:lstStyle/>
        <a:p>
          <a:endParaRPr lang="en-US"/>
        </a:p>
      </dgm:t>
    </dgm:pt>
    <dgm:pt modelId="{CB6B855D-5504-4CD7-BD4C-4AFC3EB06939}">
      <dgm:prSet/>
      <dgm:spPr/>
      <dgm:t>
        <a:bodyPr/>
        <a:lstStyle/>
        <a:p>
          <a:r>
            <a:rPr lang="en-US" b="1"/>
            <a:t>Support and Resistance</a:t>
          </a:r>
          <a:endParaRPr lang="en-US"/>
        </a:p>
      </dgm:t>
    </dgm:pt>
    <dgm:pt modelId="{FA982E51-9740-4BFB-9BB1-91D5EA4F0F42}" type="parTrans" cxnId="{BEFB60A5-713A-45B4-8A38-9EE7F480C54C}">
      <dgm:prSet/>
      <dgm:spPr/>
      <dgm:t>
        <a:bodyPr/>
        <a:lstStyle/>
        <a:p>
          <a:endParaRPr lang="en-US"/>
        </a:p>
      </dgm:t>
    </dgm:pt>
    <dgm:pt modelId="{7303D1D3-40A3-4EC9-AD6A-9F41EEDEBDDB}" type="sibTrans" cxnId="{BEFB60A5-713A-45B4-8A38-9EE7F480C54C}">
      <dgm:prSet/>
      <dgm:spPr/>
      <dgm:t>
        <a:bodyPr/>
        <a:lstStyle/>
        <a:p>
          <a:endParaRPr lang="en-US"/>
        </a:p>
      </dgm:t>
    </dgm:pt>
    <dgm:pt modelId="{D0C63BCE-F694-422B-9A0A-ACB52F5B283D}">
      <dgm:prSet/>
      <dgm:spPr/>
      <dgm:t>
        <a:bodyPr/>
        <a:lstStyle/>
        <a:p>
          <a:r>
            <a:rPr lang="en-US" b="1"/>
            <a:t>Liquidation Chart</a:t>
          </a:r>
          <a:endParaRPr lang="en-US"/>
        </a:p>
      </dgm:t>
    </dgm:pt>
    <dgm:pt modelId="{2D25B8B6-C5BB-4098-99FF-8338A49EFEE2}" type="parTrans" cxnId="{5E2D5C44-A2A2-42CA-9538-E9E11C7F3B03}">
      <dgm:prSet/>
      <dgm:spPr/>
      <dgm:t>
        <a:bodyPr/>
        <a:lstStyle/>
        <a:p>
          <a:endParaRPr lang="en-US"/>
        </a:p>
      </dgm:t>
    </dgm:pt>
    <dgm:pt modelId="{7EA26924-161D-458B-A86F-E2A579ECFEA3}" type="sibTrans" cxnId="{5E2D5C44-A2A2-42CA-9538-E9E11C7F3B03}">
      <dgm:prSet/>
      <dgm:spPr/>
      <dgm:t>
        <a:bodyPr/>
        <a:lstStyle/>
        <a:p>
          <a:endParaRPr lang="en-US"/>
        </a:p>
      </dgm:t>
    </dgm:pt>
    <dgm:pt modelId="{1EF82B08-7BFC-4C0D-8ECE-F7FD0CA9DE8D}" type="pres">
      <dgm:prSet presAssocID="{68C1A88D-3320-416C-A4EC-FE4E787A8D11}" presName="linear" presStyleCnt="0">
        <dgm:presLayoutVars>
          <dgm:animLvl val="lvl"/>
          <dgm:resizeHandles val="exact"/>
        </dgm:presLayoutVars>
      </dgm:prSet>
      <dgm:spPr/>
    </dgm:pt>
    <dgm:pt modelId="{4A4C4CE9-515B-4BDF-98ED-C5ABBBC1A1E6}" type="pres">
      <dgm:prSet presAssocID="{8E787A8B-C1AE-4009-BFB6-1D80A2831DD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5C9B807-AF1F-4A56-9881-B5A21C029732}" type="pres">
      <dgm:prSet presAssocID="{1A1C008C-686A-4F03-AE8F-E99F5B3DA623}" presName="spacer" presStyleCnt="0"/>
      <dgm:spPr/>
    </dgm:pt>
    <dgm:pt modelId="{7546AD3B-7BFC-4D0C-A10F-D1589EC2EC71}" type="pres">
      <dgm:prSet presAssocID="{FBF8D1FE-7F49-4F31-A95F-5C9F2728B66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AE6913C-F348-4D6D-B3DD-0298EF6BCC03}" type="pres">
      <dgm:prSet presAssocID="{DAD6E3A3-4DDD-4969-B0AA-B8C765BC32D7}" presName="spacer" presStyleCnt="0"/>
      <dgm:spPr/>
    </dgm:pt>
    <dgm:pt modelId="{649C3849-2C98-48F4-ABDB-A10BCC9419E4}" type="pres">
      <dgm:prSet presAssocID="{90CB597C-8E3D-4178-A2E0-B1627136DCC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2496ABC-CFD1-4576-A437-9E09CC649385}" type="pres">
      <dgm:prSet presAssocID="{17B128D3-7B13-4D19-AD0F-97905CCE3B07}" presName="spacer" presStyleCnt="0"/>
      <dgm:spPr/>
    </dgm:pt>
    <dgm:pt modelId="{C5EA7852-F1F1-4AB2-971A-8B23D0FE37DB}" type="pres">
      <dgm:prSet presAssocID="{3853F71E-330C-46D4-8F2D-3344F809B74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A1C8650-0CDB-4C92-8E45-FC62A416B61A}" type="pres">
      <dgm:prSet presAssocID="{CC5A7638-C214-4B61-B968-A2CE6DC32FE7}" presName="spacer" presStyleCnt="0"/>
      <dgm:spPr/>
    </dgm:pt>
    <dgm:pt modelId="{BDB9D303-5EEC-4013-87D7-D91E4B4A12A8}" type="pres">
      <dgm:prSet presAssocID="{5C65024D-201F-4BD9-ABC9-B7294AA8949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8802759-4474-4AC5-AC67-CCF8026E2BFC}" type="pres">
      <dgm:prSet presAssocID="{AB3A245E-457B-42EF-B6E5-042255A64464}" presName="spacer" presStyleCnt="0"/>
      <dgm:spPr/>
    </dgm:pt>
    <dgm:pt modelId="{16E12772-DA16-437F-AE26-5BF27424169A}" type="pres">
      <dgm:prSet presAssocID="{CB6B855D-5504-4CD7-BD4C-4AFC3EB0693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6D6E7F2-F714-4F4B-86F8-3E38126AFFCE}" type="pres">
      <dgm:prSet presAssocID="{7303D1D3-40A3-4EC9-AD6A-9F41EEDEBDDB}" presName="spacer" presStyleCnt="0"/>
      <dgm:spPr/>
    </dgm:pt>
    <dgm:pt modelId="{5FE3D3C3-531F-4048-94EB-CF96C3ED33F2}" type="pres">
      <dgm:prSet presAssocID="{D0C63BCE-F694-422B-9A0A-ACB52F5B283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6F6C400-0E5E-4A21-972C-066300A1877B}" srcId="{68C1A88D-3320-416C-A4EC-FE4E787A8D11}" destId="{3853F71E-330C-46D4-8F2D-3344F809B748}" srcOrd="3" destOrd="0" parTransId="{F36C4B30-C957-4EA0-9778-3FE7E68DD476}" sibTransId="{CC5A7638-C214-4B61-B968-A2CE6DC32FE7}"/>
    <dgm:cxn modelId="{4C81C007-6617-4602-A78C-E0181832B578}" srcId="{68C1A88D-3320-416C-A4EC-FE4E787A8D11}" destId="{5C65024D-201F-4BD9-ABC9-B7294AA89499}" srcOrd="4" destOrd="0" parTransId="{A9ED995F-5378-4724-8638-91ED9B30F5A8}" sibTransId="{AB3A245E-457B-42EF-B6E5-042255A64464}"/>
    <dgm:cxn modelId="{5C73D425-BC26-4312-926B-D4FADF0A2207}" type="presOf" srcId="{3853F71E-330C-46D4-8F2D-3344F809B748}" destId="{C5EA7852-F1F1-4AB2-971A-8B23D0FE37DB}" srcOrd="0" destOrd="0" presId="urn:microsoft.com/office/officeart/2005/8/layout/vList2"/>
    <dgm:cxn modelId="{AD84A861-6E23-4EF9-A284-23ED27CD9B65}" type="presOf" srcId="{D0C63BCE-F694-422B-9A0A-ACB52F5B283D}" destId="{5FE3D3C3-531F-4048-94EB-CF96C3ED33F2}" srcOrd="0" destOrd="0" presId="urn:microsoft.com/office/officeart/2005/8/layout/vList2"/>
    <dgm:cxn modelId="{72041662-0F51-4D9F-8D81-B8E785170F83}" type="presOf" srcId="{CB6B855D-5504-4CD7-BD4C-4AFC3EB06939}" destId="{16E12772-DA16-437F-AE26-5BF27424169A}" srcOrd="0" destOrd="0" presId="urn:microsoft.com/office/officeart/2005/8/layout/vList2"/>
    <dgm:cxn modelId="{5E2D5C44-A2A2-42CA-9538-E9E11C7F3B03}" srcId="{68C1A88D-3320-416C-A4EC-FE4E787A8D11}" destId="{D0C63BCE-F694-422B-9A0A-ACB52F5B283D}" srcOrd="6" destOrd="0" parTransId="{2D25B8B6-C5BB-4098-99FF-8338A49EFEE2}" sibTransId="{7EA26924-161D-458B-A86F-E2A579ECFEA3}"/>
    <dgm:cxn modelId="{5CB0C565-C37B-42AC-9F4F-077AD0DAD1D2}" type="presOf" srcId="{90CB597C-8E3D-4178-A2E0-B1627136DCCE}" destId="{649C3849-2C98-48F4-ABDB-A10BCC9419E4}" srcOrd="0" destOrd="0" presId="urn:microsoft.com/office/officeart/2005/8/layout/vList2"/>
    <dgm:cxn modelId="{D09E296D-0D1A-4B59-81C0-E857EFCE2EE4}" type="presOf" srcId="{68C1A88D-3320-416C-A4EC-FE4E787A8D11}" destId="{1EF82B08-7BFC-4C0D-8ECE-F7FD0CA9DE8D}" srcOrd="0" destOrd="0" presId="urn:microsoft.com/office/officeart/2005/8/layout/vList2"/>
    <dgm:cxn modelId="{2EA4EF70-291F-4405-8456-8EA9505D3993}" type="presOf" srcId="{5C65024D-201F-4BD9-ABC9-B7294AA89499}" destId="{BDB9D303-5EEC-4013-87D7-D91E4B4A12A8}" srcOrd="0" destOrd="0" presId="urn:microsoft.com/office/officeart/2005/8/layout/vList2"/>
    <dgm:cxn modelId="{0EE13982-7F82-4760-8A07-A517CD955F01}" srcId="{68C1A88D-3320-416C-A4EC-FE4E787A8D11}" destId="{8E787A8B-C1AE-4009-BFB6-1D80A2831DD9}" srcOrd="0" destOrd="0" parTransId="{8F4EB98F-B1FE-4F9E-BC66-2D11DE8C6F77}" sibTransId="{1A1C008C-686A-4F03-AE8F-E99F5B3DA623}"/>
    <dgm:cxn modelId="{AF39A48F-CCEE-43FE-B6C0-2D75429483CC}" srcId="{68C1A88D-3320-416C-A4EC-FE4E787A8D11}" destId="{FBF8D1FE-7F49-4F31-A95F-5C9F2728B66A}" srcOrd="1" destOrd="0" parTransId="{988DFAEC-4F47-4E41-986A-388369301E3F}" sibTransId="{DAD6E3A3-4DDD-4969-B0AA-B8C765BC32D7}"/>
    <dgm:cxn modelId="{BEFB60A5-713A-45B4-8A38-9EE7F480C54C}" srcId="{68C1A88D-3320-416C-A4EC-FE4E787A8D11}" destId="{CB6B855D-5504-4CD7-BD4C-4AFC3EB06939}" srcOrd="5" destOrd="0" parTransId="{FA982E51-9740-4BFB-9BB1-91D5EA4F0F42}" sibTransId="{7303D1D3-40A3-4EC9-AD6A-9F41EEDEBDDB}"/>
    <dgm:cxn modelId="{8BE112AA-1440-4AC8-80FE-D6690C0BB775}" type="presOf" srcId="{8E787A8B-C1AE-4009-BFB6-1D80A2831DD9}" destId="{4A4C4CE9-515B-4BDF-98ED-C5ABBBC1A1E6}" srcOrd="0" destOrd="0" presId="urn:microsoft.com/office/officeart/2005/8/layout/vList2"/>
    <dgm:cxn modelId="{63847AB1-77E3-4478-8F58-68A4C7CF404A}" type="presOf" srcId="{FBF8D1FE-7F49-4F31-A95F-5C9F2728B66A}" destId="{7546AD3B-7BFC-4D0C-A10F-D1589EC2EC71}" srcOrd="0" destOrd="0" presId="urn:microsoft.com/office/officeart/2005/8/layout/vList2"/>
    <dgm:cxn modelId="{1663D1E2-5831-4F0E-8ABA-CC8D5D4060C1}" srcId="{68C1A88D-3320-416C-A4EC-FE4E787A8D11}" destId="{90CB597C-8E3D-4178-A2E0-B1627136DCCE}" srcOrd="2" destOrd="0" parTransId="{B2061AE6-5B21-4E33-8892-6B1B1DC22CF9}" sibTransId="{17B128D3-7B13-4D19-AD0F-97905CCE3B07}"/>
    <dgm:cxn modelId="{AFBDCBF4-FB71-4A8F-951A-F9000D0078DD}" type="presParOf" srcId="{1EF82B08-7BFC-4C0D-8ECE-F7FD0CA9DE8D}" destId="{4A4C4CE9-515B-4BDF-98ED-C5ABBBC1A1E6}" srcOrd="0" destOrd="0" presId="urn:microsoft.com/office/officeart/2005/8/layout/vList2"/>
    <dgm:cxn modelId="{507270F8-C7BC-4BAF-9891-4073515E9940}" type="presParOf" srcId="{1EF82B08-7BFC-4C0D-8ECE-F7FD0CA9DE8D}" destId="{B5C9B807-AF1F-4A56-9881-B5A21C029732}" srcOrd="1" destOrd="0" presId="urn:microsoft.com/office/officeart/2005/8/layout/vList2"/>
    <dgm:cxn modelId="{EE82FA3D-C5F8-46A1-9A01-F1E6B5DC8BA8}" type="presParOf" srcId="{1EF82B08-7BFC-4C0D-8ECE-F7FD0CA9DE8D}" destId="{7546AD3B-7BFC-4D0C-A10F-D1589EC2EC71}" srcOrd="2" destOrd="0" presId="urn:microsoft.com/office/officeart/2005/8/layout/vList2"/>
    <dgm:cxn modelId="{9E848C88-C649-4E9A-BFFA-47C8E4935142}" type="presParOf" srcId="{1EF82B08-7BFC-4C0D-8ECE-F7FD0CA9DE8D}" destId="{AAE6913C-F348-4D6D-B3DD-0298EF6BCC03}" srcOrd="3" destOrd="0" presId="urn:microsoft.com/office/officeart/2005/8/layout/vList2"/>
    <dgm:cxn modelId="{EEBEE1FD-C995-42A9-8981-70D151956654}" type="presParOf" srcId="{1EF82B08-7BFC-4C0D-8ECE-F7FD0CA9DE8D}" destId="{649C3849-2C98-48F4-ABDB-A10BCC9419E4}" srcOrd="4" destOrd="0" presId="urn:microsoft.com/office/officeart/2005/8/layout/vList2"/>
    <dgm:cxn modelId="{2CE77A61-E09D-47FB-89A1-D43858B9F82A}" type="presParOf" srcId="{1EF82B08-7BFC-4C0D-8ECE-F7FD0CA9DE8D}" destId="{32496ABC-CFD1-4576-A437-9E09CC649385}" srcOrd="5" destOrd="0" presId="urn:microsoft.com/office/officeart/2005/8/layout/vList2"/>
    <dgm:cxn modelId="{BEBA02ED-18DA-4A7B-BC5C-7779E14036A4}" type="presParOf" srcId="{1EF82B08-7BFC-4C0D-8ECE-F7FD0CA9DE8D}" destId="{C5EA7852-F1F1-4AB2-971A-8B23D0FE37DB}" srcOrd="6" destOrd="0" presId="urn:microsoft.com/office/officeart/2005/8/layout/vList2"/>
    <dgm:cxn modelId="{79BF4414-EC7F-44EE-B132-B4116315A901}" type="presParOf" srcId="{1EF82B08-7BFC-4C0D-8ECE-F7FD0CA9DE8D}" destId="{9A1C8650-0CDB-4C92-8E45-FC62A416B61A}" srcOrd="7" destOrd="0" presId="urn:microsoft.com/office/officeart/2005/8/layout/vList2"/>
    <dgm:cxn modelId="{58393DC8-896C-433D-A0A7-3DDDEED46642}" type="presParOf" srcId="{1EF82B08-7BFC-4C0D-8ECE-F7FD0CA9DE8D}" destId="{BDB9D303-5EEC-4013-87D7-D91E4B4A12A8}" srcOrd="8" destOrd="0" presId="urn:microsoft.com/office/officeart/2005/8/layout/vList2"/>
    <dgm:cxn modelId="{82C325A3-DFEE-4F42-A25A-EC98162E1955}" type="presParOf" srcId="{1EF82B08-7BFC-4C0D-8ECE-F7FD0CA9DE8D}" destId="{B8802759-4474-4AC5-AC67-CCF8026E2BFC}" srcOrd="9" destOrd="0" presId="urn:microsoft.com/office/officeart/2005/8/layout/vList2"/>
    <dgm:cxn modelId="{60F8A128-DA64-4D84-AAA7-CADCF78A13FF}" type="presParOf" srcId="{1EF82B08-7BFC-4C0D-8ECE-F7FD0CA9DE8D}" destId="{16E12772-DA16-437F-AE26-5BF27424169A}" srcOrd="10" destOrd="0" presId="urn:microsoft.com/office/officeart/2005/8/layout/vList2"/>
    <dgm:cxn modelId="{F605686C-268E-4BCA-8567-0E5114879061}" type="presParOf" srcId="{1EF82B08-7BFC-4C0D-8ECE-F7FD0CA9DE8D}" destId="{86D6E7F2-F714-4F4B-86F8-3E38126AFFCE}" srcOrd="11" destOrd="0" presId="urn:microsoft.com/office/officeart/2005/8/layout/vList2"/>
    <dgm:cxn modelId="{EE9DC58D-E209-4702-A238-C1AB90966298}" type="presParOf" srcId="{1EF82B08-7BFC-4C0D-8ECE-F7FD0CA9DE8D}" destId="{5FE3D3C3-531F-4048-94EB-CF96C3ED33F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090E93-3705-4DAB-AF23-E707849E2E76}">
      <dsp:nvSpPr>
        <dsp:cNvPr id="0" name=""/>
        <dsp:cNvSpPr/>
      </dsp:nvSpPr>
      <dsp:spPr>
        <a:xfrm>
          <a:off x="0" y="918110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1590C-0A15-4C9F-91DF-831B41890A0B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BA049-C051-4856-B01B-54BE3E88A6E5}">
      <dsp:nvSpPr>
        <dsp:cNvPr id="0" name=""/>
        <dsp:cNvSpPr/>
      </dsp:nvSpPr>
      <dsp:spPr>
        <a:xfrm>
          <a:off x="1957694" y="918110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Centralized Exchanges</a:t>
          </a:r>
        </a:p>
      </dsp:txBody>
      <dsp:txXfrm>
        <a:off x="1957694" y="918110"/>
        <a:ext cx="4839980" cy="1694973"/>
      </dsp:txXfrm>
    </dsp:sp>
    <dsp:sp modelId="{5C2A12EA-E259-4733-B22D-92EF9089F443}">
      <dsp:nvSpPr>
        <dsp:cNvPr id="0" name=""/>
        <dsp:cNvSpPr/>
      </dsp:nvSpPr>
      <dsp:spPr>
        <a:xfrm>
          <a:off x="0" y="3036827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6D0CE-D6F7-4A1D-AFC1-5A63732152E1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BECD1-07A4-4C1A-AF3D-F27907E698A8}">
      <dsp:nvSpPr>
        <dsp:cNvPr id="0" name=""/>
        <dsp:cNvSpPr/>
      </dsp:nvSpPr>
      <dsp:spPr>
        <a:xfrm>
          <a:off x="1957694" y="3036827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Decentralized Exchanges</a:t>
          </a:r>
        </a:p>
      </dsp:txBody>
      <dsp:txXfrm>
        <a:off x="1957694" y="3036827"/>
        <a:ext cx="4839980" cy="16949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7B078-8427-453B-8622-0C476935FB50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1AC0A-F5EE-4042-A5D2-FDB49B3BDA80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i="0" u="sng" kern="1200">
              <a:hlinkClick xmlns:r="http://schemas.openxmlformats.org/officeDocument/2006/relationships" r:id="rId1"/>
            </a:rPr>
            <a:t>Binance</a:t>
          </a:r>
          <a:endParaRPr lang="en-US" sz="5400" kern="1200"/>
        </a:p>
      </dsp:txBody>
      <dsp:txXfrm>
        <a:off x="0" y="689"/>
        <a:ext cx="6797675" cy="1129706"/>
      </dsp:txXfrm>
    </dsp:sp>
    <dsp:sp modelId="{2BD116D1-CAB1-4D37-A9A9-A8BAA24BEC29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D800C-BBB4-4C6C-80F3-6AAA4134FBA5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i="0" u="sng" kern="1200">
              <a:hlinkClick xmlns:r="http://schemas.openxmlformats.org/officeDocument/2006/relationships" r:id="rId2"/>
            </a:rPr>
            <a:t>Bitget</a:t>
          </a:r>
          <a:endParaRPr lang="en-US" sz="5400" kern="1200"/>
        </a:p>
      </dsp:txBody>
      <dsp:txXfrm>
        <a:off x="0" y="1130396"/>
        <a:ext cx="6797675" cy="1129706"/>
      </dsp:txXfrm>
    </dsp:sp>
    <dsp:sp modelId="{DBF22835-D545-415C-B797-7C8B68823347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2986F-26ED-4FDB-88B7-EEAB8957CF36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i="0" u="sng" kern="1200">
              <a:hlinkClick xmlns:r="http://schemas.openxmlformats.org/officeDocument/2006/relationships" r:id="rId3"/>
            </a:rPr>
            <a:t>OKX</a:t>
          </a:r>
          <a:endParaRPr lang="en-US" sz="5400" kern="1200"/>
        </a:p>
      </dsp:txBody>
      <dsp:txXfrm>
        <a:off x="0" y="2260102"/>
        <a:ext cx="6797675" cy="1129706"/>
      </dsp:txXfrm>
    </dsp:sp>
    <dsp:sp modelId="{07441A5B-5B2F-453A-A7B2-3C0CEAEE13AB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DEE1D-BEE6-424B-BD4F-1125DE984E81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i="0" kern="1200"/>
            <a:t>Bybit</a:t>
          </a:r>
          <a:endParaRPr lang="en-US" sz="5400" kern="1200"/>
        </a:p>
      </dsp:txBody>
      <dsp:txXfrm>
        <a:off x="0" y="3389809"/>
        <a:ext cx="6797675" cy="1129706"/>
      </dsp:txXfrm>
    </dsp:sp>
    <dsp:sp modelId="{AEEC051C-EBD3-4686-8702-7C3851627E80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CABE5-957E-4BC8-8BF1-A06C462011FA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i="0" kern="1200"/>
            <a:t>Coinbase etc</a:t>
          </a:r>
          <a:endParaRPr lang="en-US" sz="5400" kern="1200"/>
        </a:p>
      </dsp:txBody>
      <dsp:txXfrm>
        <a:off x="0" y="4519515"/>
        <a:ext cx="6797675" cy="1129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C91D0-59C6-4BB9-94A6-BF415C439EF8}">
      <dsp:nvSpPr>
        <dsp:cNvPr id="0" name=""/>
        <dsp:cNvSpPr/>
      </dsp:nvSpPr>
      <dsp:spPr>
        <a:xfrm>
          <a:off x="0" y="480636"/>
          <a:ext cx="6797675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0F390-1088-426E-9BD9-791F946345D9}">
      <dsp:nvSpPr>
        <dsp:cNvPr id="0" name=""/>
        <dsp:cNvSpPr/>
      </dsp:nvSpPr>
      <dsp:spPr>
        <a:xfrm>
          <a:off x="339883" y="8316"/>
          <a:ext cx="4758372" cy="944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Uniswap (Ethereum Blockchain)</a:t>
          </a:r>
        </a:p>
      </dsp:txBody>
      <dsp:txXfrm>
        <a:off x="385997" y="54430"/>
        <a:ext cx="4666144" cy="852412"/>
      </dsp:txXfrm>
    </dsp:sp>
    <dsp:sp modelId="{D50E6F1E-0166-4B18-B0D4-BF227166566E}">
      <dsp:nvSpPr>
        <dsp:cNvPr id="0" name=""/>
        <dsp:cNvSpPr/>
      </dsp:nvSpPr>
      <dsp:spPr>
        <a:xfrm>
          <a:off x="0" y="1932156"/>
          <a:ext cx="6797675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B731A-48AD-4C27-9D13-2B39C6B3FF78}">
      <dsp:nvSpPr>
        <dsp:cNvPr id="0" name=""/>
        <dsp:cNvSpPr/>
      </dsp:nvSpPr>
      <dsp:spPr>
        <a:xfrm>
          <a:off x="339883" y="1459836"/>
          <a:ext cx="4758372" cy="944640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PancakeSwap (Binance Smart Chain)</a:t>
          </a:r>
        </a:p>
      </dsp:txBody>
      <dsp:txXfrm>
        <a:off x="385997" y="1505950"/>
        <a:ext cx="4666144" cy="852412"/>
      </dsp:txXfrm>
    </dsp:sp>
    <dsp:sp modelId="{0351DBCF-90FD-46A3-80EF-524D7C91671D}">
      <dsp:nvSpPr>
        <dsp:cNvPr id="0" name=""/>
        <dsp:cNvSpPr/>
      </dsp:nvSpPr>
      <dsp:spPr>
        <a:xfrm>
          <a:off x="0" y="3383676"/>
          <a:ext cx="6797675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2CC28-1C91-4720-B151-ABD73C76B34E}">
      <dsp:nvSpPr>
        <dsp:cNvPr id="0" name=""/>
        <dsp:cNvSpPr/>
      </dsp:nvSpPr>
      <dsp:spPr>
        <a:xfrm>
          <a:off x="339883" y="2911356"/>
          <a:ext cx="4758372" cy="944640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Trader Joe (Avalanche)</a:t>
          </a:r>
        </a:p>
      </dsp:txBody>
      <dsp:txXfrm>
        <a:off x="385997" y="2957470"/>
        <a:ext cx="4666144" cy="852412"/>
      </dsp:txXfrm>
    </dsp:sp>
    <dsp:sp modelId="{26CC16CB-2512-4411-9A3D-AA219B60488B}">
      <dsp:nvSpPr>
        <dsp:cNvPr id="0" name=""/>
        <dsp:cNvSpPr/>
      </dsp:nvSpPr>
      <dsp:spPr>
        <a:xfrm>
          <a:off x="0" y="4835195"/>
          <a:ext cx="6797675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24AFE-10A8-4E91-A005-10A20CA847F1}">
      <dsp:nvSpPr>
        <dsp:cNvPr id="0" name=""/>
        <dsp:cNvSpPr/>
      </dsp:nvSpPr>
      <dsp:spPr>
        <a:xfrm>
          <a:off x="339883" y="4362875"/>
          <a:ext cx="4758372" cy="94464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Raydium (Solana)</a:t>
          </a:r>
        </a:p>
      </dsp:txBody>
      <dsp:txXfrm>
        <a:off x="385997" y="4408989"/>
        <a:ext cx="4666144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E4490-25B1-4695-911F-045E579EE1C6}">
      <dsp:nvSpPr>
        <dsp:cNvPr id="0" name=""/>
        <dsp:cNvSpPr/>
      </dsp:nvSpPr>
      <dsp:spPr>
        <a:xfrm>
          <a:off x="0" y="1926"/>
          <a:ext cx="6797675" cy="1064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Creation of Binance Account</a:t>
          </a:r>
        </a:p>
      </dsp:txBody>
      <dsp:txXfrm>
        <a:off x="51974" y="53900"/>
        <a:ext cx="6693727" cy="960752"/>
      </dsp:txXfrm>
    </dsp:sp>
    <dsp:sp modelId="{D6040693-1DE2-4EDF-9F2D-102260DDA29F}">
      <dsp:nvSpPr>
        <dsp:cNvPr id="0" name=""/>
        <dsp:cNvSpPr/>
      </dsp:nvSpPr>
      <dsp:spPr>
        <a:xfrm>
          <a:off x="0" y="1147266"/>
          <a:ext cx="6797675" cy="1064700"/>
        </a:xfrm>
        <a:prstGeom prst="roundRect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Overview of Binance Platform</a:t>
          </a:r>
        </a:p>
      </dsp:txBody>
      <dsp:txXfrm>
        <a:off x="51974" y="1199240"/>
        <a:ext cx="6693727" cy="960752"/>
      </dsp:txXfrm>
    </dsp:sp>
    <dsp:sp modelId="{8234C89B-2987-4732-B27C-263F1E837E61}">
      <dsp:nvSpPr>
        <dsp:cNvPr id="0" name=""/>
        <dsp:cNvSpPr/>
      </dsp:nvSpPr>
      <dsp:spPr>
        <a:xfrm>
          <a:off x="0" y="2292606"/>
          <a:ext cx="6797675" cy="106470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Binance Web3 Wallet vs Binance Custodial Wallet</a:t>
          </a:r>
        </a:p>
      </dsp:txBody>
      <dsp:txXfrm>
        <a:off x="51974" y="2344580"/>
        <a:ext cx="6693727" cy="960752"/>
      </dsp:txXfrm>
    </dsp:sp>
    <dsp:sp modelId="{FEDD794A-A8FC-4A9E-976C-A8E1C56A206D}">
      <dsp:nvSpPr>
        <dsp:cNvPr id="0" name=""/>
        <dsp:cNvSpPr/>
      </dsp:nvSpPr>
      <dsp:spPr>
        <a:xfrm>
          <a:off x="0" y="3437946"/>
          <a:ext cx="6797675" cy="1064700"/>
        </a:xfrm>
        <a:prstGeom prst="roundRect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Adding Funds to Binance</a:t>
          </a:r>
        </a:p>
      </dsp:txBody>
      <dsp:txXfrm>
        <a:off x="51974" y="3489920"/>
        <a:ext cx="6693727" cy="960752"/>
      </dsp:txXfrm>
    </dsp:sp>
    <dsp:sp modelId="{F62CF061-82C5-45F8-B7E2-69EB309C92A2}">
      <dsp:nvSpPr>
        <dsp:cNvPr id="0" name=""/>
        <dsp:cNvSpPr/>
      </dsp:nvSpPr>
      <dsp:spPr>
        <a:xfrm>
          <a:off x="0" y="4583286"/>
          <a:ext cx="6797675" cy="106470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Selling Funds through Binance</a:t>
          </a:r>
        </a:p>
      </dsp:txBody>
      <dsp:txXfrm>
        <a:off x="51974" y="4635260"/>
        <a:ext cx="6693727" cy="9607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D7775-96EF-47C9-AE75-1D19571AF48D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EECA4-925E-4C94-9372-A0E31D8C3238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A6F76-D894-4C3E-B54E-0D42391A8424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Market Order</a:t>
          </a:r>
        </a:p>
      </dsp:txBody>
      <dsp:txXfrm>
        <a:off x="1085908" y="4413"/>
        <a:ext cx="5711766" cy="940180"/>
      </dsp:txXfrm>
    </dsp:sp>
    <dsp:sp modelId="{F955956E-DEFB-4D0F-BD37-966949081D64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41F7B-4319-4846-8E02-7E62896F0A83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65F2D-2EB0-49C0-9522-E770EBD42DA0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 Order</a:t>
          </a:r>
        </a:p>
      </dsp:txBody>
      <dsp:txXfrm>
        <a:off x="1085908" y="1179639"/>
        <a:ext cx="5711766" cy="940180"/>
      </dsp:txXfrm>
    </dsp:sp>
    <dsp:sp modelId="{80EF8AB8-E4C6-43A3-BE55-11EFA958C553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D5DE2-1439-40E8-BCD4-7E3BEA467D2D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7F5D2-C65F-4E42-8CE7-617F3DD05BB0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Take-Profit Order</a:t>
          </a:r>
        </a:p>
      </dsp:txBody>
      <dsp:txXfrm>
        <a:off x="1085908" y="2354865"/>
        <a:ext cx="5711766" cy="940180"/>
      </dsp:txXfrm>
    </dsp:sp>
    <dsp:sp modelId="{F7428BD5-9C0A-4506-9A49-45F66A644332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DBA67-C511-448D-A1F2-F3280FE73E57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B8DED-6D56-46CA-AF2A-670CE693E5F7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Stop-Loss Order</a:t>
          </a:r>
        </a:p>
      </dsp:txBody>
      <dsp:txXfrm>
        <a:off x="1085908" y="3530091"/>
        <a:ext cx="5711766" cy="940180"/>
      </dsp:txXfrm>
    </dsp:sp>
    <dsp:sp modelId="{998627EE-512E-4B57-8899-DA46A5260BA2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77A38-7080-457F-B94A-0BFA1CD6F043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573DA-9E4E-4512-905B-2F2C836A0A77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Stop-Limit Order</a:t>
          </a:r>
        </a:p>
      </dsp:txBody>
      <dsp:txXfrm>
        <a:off x="1085908" y="4705317"/>
        <a:ext cx="5711766" cy="9401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69B8E-2DBA-4375-B244-E0ED9B494E08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EAA8C-5BDE-45F2-ABBF-89E577DABADF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40128-77AD-497B-B532-3D2A34EBD112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 easily and quickly an asset (like BTC) can be bought or sold at stable prices without causing significant price movement.</a:t>
          </a:r>
        </a:p>
      </dsp:txBody>
      <dsp:txXfrm>
        <a:off x="1372680" y="2344"/>
        <a:ext cx="5424994" cy="1188467"/>
      </dsp:txXfrm>
    </dsp:sp>
    <dsp:sp modelId="{AEA6146F-2697-43C5-89A9-212E299D98DE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C03B4-B748-47AA-9778-3F1051F8A9DB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0D797-92AF-4583-B0AF-EA6480DFEE5B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Fast Transactions</a:t>
          </a:r>
          <a:r>
            <a:rPr lang="en-US" sz="2100" kern="1200"/>
            <a:t> – Easy entry/exit.</a:t>
          </a:r>
        </a:p>
      </dsp:txBody>
      <dsp:txXfrm>
        <a:off x="1372680" y="1487929"/>
        <a:ext cx="5424994" cy="1188467"/>
      </dsp:txXfrm>
    </dsp:sp>
    <dsp:sp modelId="{81725D3E-52DC-4510-A89F-628970980272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DE5FA-1FFF-482B-9A7C-F78B8F2215F3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D19D0-D767-4765-B99F-7B713FD17D31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Price Stability</a:t>
          </a:r>
          <a:r>
            <a:rPr lang="en-US" sz="2100" kern="1200"/>
            <a:t> – Prevents large swings.</a:t>
          </a:r>
        </a:p>
      </dsp:txBody>
      <dsp:txXfrm>
        <a:off x="1372680" y="2973514"/>
        <a:ext cx="5424994" cy="1188467"/>
      </dsp:txXfrm>
    </dsp:sp>
    <dsp:sp modelId="{FD80924E-04BE-4292-9B64-63FFA4E4E0EB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9F998-FA30-4047-99B9-107281DD8B5B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0B231-7F79-4D1A-B6AF-2D500D9F5C38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Lower Slippage</a:t>
          </a:r>
          <a:r>
            <a:rPr lang="en-US" sz="2100" kern="1200"/>
            <a:t> – Minimal difference between expected and executed price.</a:t>
          </a:r>
        </a:p>
      </dsp:txBody>
      <dsp:txXfrm>
        <a:off x="1372680" y="4459099"/>
        <a:ext cx="5424994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C8A1C-941F-4CB2-BB28-1B1081C1A49A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C306-3E0F-485E-80AC-1E0B47A730E2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Difference between the </a:t>
          </a:r>
          <a:r>
            <a:rPr lang="en-US" sz="2800" b="1" kern="1200"/>
            <a:t>expected price</a:t>
          </a:r>
          <a:r>
            <a:rPr lang="en-US" sz="2800" kern="1200"/>
            <a:t> of a trade and the </a:t>
          </a:r>
          <a:r>
            <a:rPr lang="en-US" sz="2800" b="1" kern="1200"/>
            <a:t>actual executed price</a:t>
          </a:r>
          <a:endParaRPr lang="en-US" sz="2800" kern="1200"/>
        </a:p>
      </dsp:txBody>
      <dsp:txXfrm>
        <a:off x="0" y="689"/>
        <a:ext cx="6797675" cy="1129706"/>
      </dsp:txXfrm>
    </dsp:sp>
    <dsp:sp modelId="{F367A7F6-A449-4332-8382-A448C679B81E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accent2">
              <a:hueOff val="9759"/>
              <a:satOff val="-6719"/>
              <a:lumOff val="-17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D1DB3-4982-468C-959F-FC1D2E792B5C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Why Does Slippage Happen?</a:t>
          </a:r>
          <a:endParaRPr lang="en-US" sz="2800" kern="1200"/>
        </a:p>
      </dsp:txBody>
      <dsp:txXfrm>
        <a:off x="0" y="1130396"/>
        <a:ext cx="6797675" cy="1129706"/>
      </dsp:txXfrm>
    </dsp:sp>
    <dsp:sp modelId="{B987CC52-E3C7-4B48-B33D-C53F3A16F0F6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accent2">
              <a:hueOff val="19519"/>
              <a:satOff val="-13438"/>
              <a:lumOff val="-3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21384-D991-46C7-B7AD-ED65BE125554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Low Liquidity</a:t>
          </a:r>
          <a:r>
            <a:rPr lang="en-US" sz="2800" kern="1200"/>
            <a:t> – Not enough buyers/sellers at desired price.</a:t>
          </a:r>
        </a:p>
      </dsp:txBody>
      <dsp:txXfrm>
        <a:off x="0" y="2260102"/>
        <a:ext cx="6797675" cy="1129706"/>
      </dsp:txXfrm>
    </dsp:sp>
    <dsp:sp modelId="{3A15AC72-2489-4AF8-8AAA-7D19F7DD09F2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accent2">
              <a:hueOff val="29278"/>
              <a:satOff val="-20157"/>
              <a:lumOff val="-5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F341A-CA94-42BA-B900-0B646EE5714B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High Volatility</a:t>
          </a:r>
          <a:r>
            <a:rPr lang="en-US" sz="2800" kern="1200"/>
            <a:t> – Prices change rapidly during execution.</a:t>
          </a:r>
        </a:p>
      </dsp:txBody>
      <dsp:txXfrm>
        <a:off x="0" y="3389809"/>
        <a:ext cx="6797675" cy="1129706"/>
      </dsp:txXfrm>
    </dsp:sp>
    <dsp:sp modelId="{C257B6B1-57F6-430A-9EF1-6A15BD66CF9E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B7579-5EAD-4E29-A73D-62474A119575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Large Orders</a:t>
          </a:r>
          <a:r>
            <a:rPr lang="en-US" sz="2800" kern="1200"/>
            <a:t> – Big trades move the market price.</a:t>
          </a:r>
        </a:p>
      </dsp:txBody>
      <dsp:txXfrm>
        <a:off x="0" y="4519515"/>
        <a:ext cx="6797675" cy="11297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80A1E-9843-4510-9C34-F0CBAF28C844}">
      <dsp:nvSpPr>
        <dsp:cNvPr id="0" name=""/>
        <dsp:cNvSpPr/>
      </dsp:nvSpPr>
      <dsp:spPr>
        <a:xfrm>
          <a:off x="1466697" y="163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Tokenomics</a:t>
          </a:r>
          <a:endParaRPr lang="en-US" sz="1400" kern="1200"/>
        </a:p>
      </dsp:txBody>
      <dsp:txXfrm>
        <a:off x="1490749" y="24215"/>
        <a:ext cx="1601930" cy="444609"/>
      </dsp:txXfrm>
    </dsp:sp>
    <dsp:sp modelId="{EC6235D9-09BB-44D9-98B1-78EFF88A224A}">
      <dsp:nvSpPr>
        <dsp:cNvPr id="0" name=""/>
        <dsp:cNvSpPr/>
      </dsp:nvSpPr>
      <dsp:spPr>
        <a:xfrm>
          <a:off x="1466697" y="517512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Utility &amp; Use Case</a:t>
          </a:r>
          <a:endParaRPr lang="en-US" sz="1400" kern="1200"/>
        </a:p>
      </dsp:txBody>
      <dsp:txXfrm>
        <a:off x="1490749" y="541564"/>
        <a:ext cx="1601930" cy="444609"/>
      </dsp:txXfrm>
    </dsp:sp>
    <dsp:sp modelId="{37446C53-07E9-4F96-8FB5-D0AACE00D6A8}">
      <dsp:nvSpPr>
        <dsp:cNvPr id="0" name=""/>
        <dsp:cNvSpPr/>
      </dsp:nvSpPr>
      <dsp:spPr>
        <a:xfrm>
          <a:off x="1466697" y="1034861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Developer Activity</a:t>
          </a:r>
          <a:endParaRPr lang="en-US" sz="1400" kern="1200"/>
        </a:p>
      </dsp:txBody>
      <dsp:txXfrm>
        <a:off x="1490749" y="1058913"/>
        <a:ext cx="1601930" cy="444609"/>
      </dsp:txXfrm>
    </dsp:sp>
    <dsp:sp modelId="{46008C88-4BEA-4961-830B-EAF15FD3F7B0}">
      <dsp:nvSpPr>
        <dsp:cNvPr id="0" name=""/>
        <dsp:cNvSpPr/>
      </dsp:nvSpPr>
      <dsp:spPr>
        <a:xfrm>
          <a:off x="1466697" y="1552210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Team &amp; Backers</a:t>
          </a:r>
          <a:endParaRPr lang="en-US" sz="1400" kern="1200"/>
        </a:p>
      </dsp:txBody>
      <dsp:txXfrm>
        <a:off x="1490749" y="1576262"/>
        <a:ext cx="1601930" cy="444609"/>
      </dsp:txXfrm>
    </dsp:sp>
    <dsp:sp modelId="{6BC99AA9-6ED4-4CA9-A4FC-1FB02DEE4D5E}">
      <dsp:nvSpPr>
        <dsp:cNvPr id="0" name=""/>
        <dsp:cNvSpPr/>
      </dsp:nvSpPr>
      <dsp:spPr>
        <a:xfrm>
          <a:off x="1466697" y="2069559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Adoption &amp; Network Growth</a:t>
          </a:r>
          <a:endParaRPr lang="en-US" sz="1400" kern="1200"/>
        </a:p>
      </dsp:txBody>
      <dsp:txXfrm>
        <a:off x="1490749" y="2093611"/>
        <a:ext cx="1601930" cy="444609"/>
      </dsp:txXfrm>
    </dsp:sp>
    <dsp:sp modelId="{56EDAB7D-D774-451C-8B9A-6A9FA1F8531A}">
      <dsp:nvSpPr>
        <dsp:cNvPr id="0" name=""/>
        <dsp:cNvSpPr/>
      </dsp:nvSpPr>
      <dsp:spPr>
        <a:xfrm>
          <a:off x="1466697" y="2586908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Ecosystem Strength</a:t>
          </a:r>
          <a:endParaRPr lang="en-US" sz="1400" kern="1200"/>
        </a:p>
      </dsp:txBody>
      <dsp:txXfrm>
        <a:off x="1490749" y="2610960"/>
        <a:ext cx="1601930" cy="444609"/>
      </dsp:txXfrm>
    </dsp:sp>
    <dsp:sp modelId="{48C5A6E5-F8CB-4E69-A61F-D1CFF45B6F24}">
      <dsp:nvSpPr>
        <dsp:cNvPr id="0" name=""/>
        <dsp:cNvSpPr/>
      </dsp:nvSpPr>
      <dsp:spPr>
        <a:xfrm>
          <a:off x="1466697" y="3104257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/>
            <a:t>Roadmap &amp; Milestones</a:t>
          </a:r>
          <a:endParaRPr lang="en-US" sz="1400" kern="1200"/>
        </a:p>
      </dsp:txBody>
      <dsp:txXfrm>
        <a:off x="1490749" y="3128309"/>
        <a:ext cx="1601930" cy="444609"/>
      </dsp:txXfrm>
    </dsp:sp>
    <dsp:sp modelId="{8BCB68F7-71F9-415F-AE27-E70645E8F9E1}">
      <dsp:nvSpPr>
        <dsp:cNvPr id="0" name=""/>
        <dsp:cNvSpPr/>
      </dsp:nvSpPr>
      <dsp:spPr>
        <a:xfrm>
          <a:off x="1466697" y="3621606"/>
          <a:ext cx="1650034" cy="4927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baseline="0" dirty="0"/>
            <a:t>Regulations &amp; Security</a:t>
          </a:r>
          <a:endParaRPr lang="en-US" sz="1400" kern="1200" dirty="0"/>
        </a:p>
      </dsp:txBody>
      <dsp:txXfrm>
        <a:off x="1490749" y="3645658"/>
        <a:ext cx="1601930" cy="4446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13E08-42F6-45E3-B08B-B855224645DF}">
      <dsp:nvSpPr>
        <dsp:cNvPr id="0" name=""/>
        <dsp:cNvSpPr/>
      </dsp:nvSpPr>
      <dsp:spPr>
        <a:xfrm>
          <a:off x="139071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3D303-2DFD-45D1-8C9C-9288CD226692}">
      <dsp:nvSpPr>
        <dsp:cNvPr id="0" name=""/>
        <dsp:cNvSpPr/>
      </dsp:nvSpPr>
      <dsp:spPr>
        <a:xfrm>
          <a:off x="168321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D9FA0-F4F7-4EA4-9B48-580F1C43567F}">
      <dsp:nvSpPr>
        <dsp:cNvPr id="0" name=""/>
        <dsp:cNvSpPr/>
      </dsp:nvSpPr>
      <dsp:spPr>
        <a:xfrm>
          <a:off x="95196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Bullish Trend</a:t>
          </a:r>
        </a:p>
      </dsp:txBody>
      <dsp:txXfrm>
        <a:off x="951962" y="1823706"/>
        <a:ext cx="2250000" cy="720000"/>
      </dsp:txXfrm>
    </dsp:sp>
    <dsp:sp modelId="{BC20F304-C506-403F-AA81-1EA6D2CE3373}">
      <dsp:nvSpPr>
        <dsp:cNvPr id="0" name=""/>
        <dsp:cNvSpPr/>
      </dsp:nvSpPr>
      <dsp:spPr>
        <a:xfrm>
          <a:off x="403446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19296-A793-4CCA-9EA7-8592F1C3C9A1}">
      <dsp:nvSpPr>
        <dsp:cNvPr id="0" name=""/>
        <dsp:cNvSpPr/>
      </dsp:nvSpPr>
      <dsp:spPr>
        <a:xfrm>
          <a:off x="432696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6AEBD-5932-4388-A651-D18BF77C2340}">
      <dsp:nvSpPr>
        <dsp:cNvPr id="0" name=""/>
        <dsp:cNvSpPr/>
      </dsp:nvSpPr>
      <dsp:spPr>
        <a:xfrm>
          <a:off x="359571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Bearish Trend</a:t>
          </a:r>
        </a:p>
      </dsp:txBody>
      <dsp:txXfrm>
        <a:off x="3595712" y="1823706"/>
        <a:ext cx="2250000" cy="720000"/>
      </dsp:txXfrm>
    </dsp:sp>
    <dsp:sp modelId="{A470572B-28B6-4975-87C8-E495D038B547}">
      <dsp:nvSpPr>
        <dsp:cNvPr id="0" name=""/>
        <dsp:cNvSpPr/>
      </dsp:nvSpPr>
      <dsp:spPr>
        <a:xfrm>
          <a:off x="2712587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BF4A1-135D-4123-8356-8C9D4C0A4A39}">
      <dsp:nvSpPr>
        <dsp:cNvPr id="0" name=""/>
        <dsp:cNvSpPr/>
      </dsp:nvSpPr>
      <dsp:spPr>
        <a:xfrm>
          <a:off x="3005087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5BB8C-4661-4406-9C4D-5129BACE9575}">
      <dsp:nvSpPr>
        <dsp:cNvPr id="0" name=""/>
        <dsp:cNvSpPr/>
      </dsp:nvSpPr>
      <dsp:spPr>
        <a:xfrm>
          <a:off x="227383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Sideways</a:t>
          </a:r>
        </a:p>
      </dsp:txBody>
      <dsp:txXfrm>
        <a:off x="2273837" y="4906206"/>
        <a:ext cx="225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7DD6C-68D6-4DBD-B774-D18B7A983994}">
      <dsp:nvSpPr>
        <dsp:cNvPr id="0" name=""/>
        <dsp:cNvSpPr/>
      </dsp:nvSpPr>
      <dsp:spPr>
        <a:xfrm>
          <a:off x="0" y="918110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1BED5-AF65-43EF-AD32-58BE41F03F6B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30931-89C8-4DF6-B05D-8E36DBBDF5B3}">
      <dsp:nvSpPr>
        <dsp:cNvPr id="0" name=""/>
        <dsp:cNvSpPr/>
      </dsp:nvSpPr>
      <dsp:spPr>
        <a:xfrm>
          <a:off x="1957694" y="918110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Technical Analysis</a:t>
          </a:r>
          <a:endParaRPr lang="en-US" sz="2500" kern="1200"/>
        </a:p>
      </dsp:txBody>
      <dsp:txXfrm>
        <a:off x="1957694" y="918110"/>
        <a:ext cx="4839980" cy="1694973"/>
      </dsp:txXfrm>
    </dsp:sp>
    <dsp:sp modelId="{1A718B70-12AB-4533-AE95-D48006E368F1}">
      <dsp:nvSpPr>
        <dsp:cNvPr id="0" name=""/>
        <dsp:cNvSpPr/>
      </dsp:nvSpPr>
      <dsp:spPr>
        <a:xfrm>
          <a:off x="0" y="3036827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0A33B-A396-487A-8255-7AE9BB7DCEF5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D297A-A462-45D7-92C1-D81171C4F484}">
      <dsp:nvSpPr>
        <dsp:cNvPr id="0" name=""/>
        <dsp:cNvSpPr/>
      </dsp:nvSpPr>
      <dsp:spPr>
        <a:xfrm>
          <a:off x="1957694" y="3036827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Sentiment Analysis</a:t>
          </a:r>
          <a:endParaRPr lang="en-US" sz="2500" kern="1200"/>
        </a:p>
      </dsp:txBody>
      <dsp:txXfrm>
        <a:off x="1957694" y="3036827"/>
        <a:ext cx="4839980" cy="169497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C4CE9-515B-4BDF-98ED-C5ABBBC1A1E6}">
      <dsp:nvSpPr>
        <dsp:cNvPr id="0" name=""/>
        <dsp:cNvSpPr/>
      </dsp:nvSpPr>
      <dsp:spPr>
        <a:xfrm>
          <a:off x="0" y="80740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Price</a:t>
          </a:r>
          <a:endParaRPr lang="en-US" sz="2100" kern="1200"/>
        </a:p>
      </dsp:txBody>
      <dsp:txXfrm>
        <a:off x="23988" y="104728"/>
        <a:ext cx="4889784" cy="443423"/>
      </dsp:txXfrm>
    </dsp:sp>
    <dsp:sp modelId="{7546AD3B-7BFC-4D0C-A10F-D1589EC2EC71}">
      <dsp:nvSpPr>
        <dsp:cNvPr id="0" name=""/>
        <dsp:cNvSpPr/>
      </dsp:nvSpPr>
      <dsp:spPr>
        <a:xfrm>
          <a:off x="0" y="632620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Volume</a:t>
          </a:r>
          <a:endParaRPr lang="en-US" sz="2100" kern="1200"/>
        </a:p>
      </dsp:txBody>
      <dsp:txXfrm>
        <a:off x="23988" y="656608"/>
        <a:ext cx="4889784" cy="443423"/>
      </dsp:txXfrm>
    </dsp:sp>
    <dsp:sp modelId="{649C3849-2C98-48F4-ABDB-A10BCC9419E4}">
      <dsp:nvSpPr>
        <dsp:cNvPr id="0" name=""/>
        <dsp:cNvSpPr/>
      </dsp:nvSpPr>
      <dsp:spPr>
        <a:xfrm>
          <a:off x="0" y="1184500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Open Interest (OI)</a:t>
          </a:r>
          <a:endParaRPr lang="en-US" sz="2100" kern="1200"/>
        </a:p>
      </dsp:txBody>
      <dsp:txXfrm>
        <a:off x="23988" y="1208488"/>
        <a:ext cx="4889784" cy="443423"/>
      </dsp:txXfrm>
    </dsp:sp>
    <dsp:sp modelId="{C5EA7852-F1F1-4AB2-971A-8B23D0FE37DB}">
      <dsp:nvSpPr>
        <dsp:cNvPr id="0" name=""/>
        <dsp:cNvSpPr/>
      </dsp:nvSpPr>
      <dsp:spPr>
        <a:xfrm>
          <a:off x="0" y="1736380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OI Notion Value (OI NV)</a:t>
          </a:r>
          <a:endParaRPr lang="en-US" sz="2100" kern="1200"/>
        </a:p>
      </dsp:txBody>
      <dsp:txXfrm>
        <a:off x="23988" y="1760368"/>
        <a:ext cx="4889784" cy="443423"/>
      </dsp:txXfrm>
    </dsp:sp>
    <dsp:sp modelId="{BDB9D303-5EEC-4013-87D7-D91E4B4A12A8}">
      <dsp:nvSpPr>
        <dsp:cNvPr id="0" name=""/>
        <dsp:cNvSpPr/>
      </dsp:nvSpPr>
      <dsp:spPr>
        <a:xfrm>
          <a:off x="0" y="2288260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RSI</a:t>
          </a:r>
          <a:endParaRPr lang="en-US" sz="2100" kern="1200"/>
        </a:p>
      </dsp:txBody>
      <dsp:txXfrm>
        <a:off x="23988" y="2312248"/>
        <a:ext cx="4889784" cy="443423"/>
      </dsp:txXfrm>
    </dsp:sp>
    <dsp:sp modelId="{16E12772-DA16-437F-AE26-5BF27424169A}">
      <dsp:nvSpPr>
        <dsp:cNvPr id="0" name=""/>
        <dsp:cNvSpPr/>
      </dsp:nvSpPr>
      <dsp:spPr>
        <a:xfrm>
          <a:off x="0" y="2840141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Support and Resistance</a:t>
          </a:r>
          <a:endParaRPr lang="en-US" sz="2100" kern="1200"/>
        </a:p>
      </dsp:txBody>
      <dsp:txXfrm>
        <a:off x="23988" y="2864129"/>
        <a:ext cx="4889784" cy="443423"/>
      </dsp:txXfrm>
    </dsp:sp>
    <dsp:sp modelId="{5FE3D3C3-531F-4048-94EB-CF96C3ED33F2}">
      <dsp:nvSpPr>
        <dsp:cNvPr id="0" name=""/>
        <dsp:cNvSpPr/>
      </dsp:nvSpPr>
      <dsp:spPr>
        <a:xfrm>
          <a:off x="0" y="3392021"/>
          <a:ext cx="4937760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Liquidation Chart</a:t>
          </a:r>
          <a:endParaRPr lang="en-US" sz="2100" kern="1200"/>
        </a:p>
      </dsp:txBody>
      <dsp:txXfrm>
        <a:off x="23988" y="3416009"/>
        <a:ext cx="4889784" cy="443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F40C6-BDE4-4253-8339-09BE06C230A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DEED8-C3E3-4561-8786-A0DA50841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4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c39709e0f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6c39709e0f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c39709e0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36c39709e0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194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c39709e0f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g36c39709e0f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529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6c39709e0f_0_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g36c39709e0f_0_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948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6c39709e0f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36c39709e0f_0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5728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c39709e0f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g36c39709e0f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749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6c39709e0f_0_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g36c39709e0f_0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7721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Market Risk</a:t>
            </a:r>
            <a:r>
              <a:rPr lang="en-US" dirty="0"/>
              <a:t>: Price volatility, liquidity issues.</a:t>
            </a:r>
          </a:p>
          <a:p>
            <a:r>
              <a:rPr lang="en-US" b="1" dirty="0"/>
              <a:t>Operational Risk</a:t>
            </a:r>
            <a:r>
              <a:rPr lang="en-US" dirty="0"/>
              <a:t>: Exchange hacks, wallet failures, key mismanagement.</a:t>
            </a:r>
          </a:p>
          <a:p>
            <a:r>
              <a:rPr lang="en-US" b="1" dirty="0"/>
              <a:t>Regulatory Risk</a:t>
            </a:r>
            <a:r>
              <a:rPr lang="en-US" dirty="0"/>
              <a:t>: Sudden bans or compliance requirements.</a:t>
            </a:r>
          </a:p>
          <a:p>
            <a:r>
              <a:rPr lang="en-US" b="1" dirty="0"/>
              <a:t>Technology Risk</a:t>
            </a:r>
            <a:r>
              <a:rPr lang="en-US" dirty="0"/>
              <a:t>: Smart contract bugs, protocol failures.</a:t>
            </a:r>
          </a:p>
          <a:p>
            <a:r>
              <a:rPr lang="en-US" b="1" dirty="0"/>
              <a:t>Reputation Risk</a:t>
            </a:r>
            <a:r>
              <a:rPr lang="en-US" dirty="0"/>
              <a:t>: Scams, rug pulls.</a:t>
            </a:r>
          </a:p>
        </p:txBody>
      </p:sp>
    </p:spTree>
    <p:extLst>
      <p:ext uri="{BB962C8B-B14F-4D97-AF65-F5344CB8AC3E}">
        <p14:creationId xmlns:p14="http://schemas.microsoft.com/office/powerpoint/2010/main" val="421927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6c861f2f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6c861f2f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c39709e0f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g36c39709e0f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329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91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c39709e0f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36c39709e0f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6c39709e0f_0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g36c39709e0f_0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7655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0799" algn="l"/>
            <a:fld id="{00000000-1234-1234-1234-123412341234}" type="slidenum">
              <a:rPr lang="en" smtClean="0"/>
              <a:pPr marL="50799" algn="l"/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97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6604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433222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81134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372731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850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225443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0501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82593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45068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1375667" y="6437198"/>
            <a:ext cx="586879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41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44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7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83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sldNum="0"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hyperlink" Target="https://coinmarketcap.com/" TargetMode="External"/><Relationship Id="rId7" Type="http://schemas.openxmlformats.org/officeDocument/2006/relationships/diagramData" Target="../diagrams/data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tokenomist.ai/" TargetMode="External"/><Relationship Id="rId11" Type="http://schemas.microsoft.com/office/2007/relationships/diagramDrawing" Target="../diagrams/drawing8.xml"/><Relationship Id="rId5" Type="http://schemas.openxmlformats.org/officeDocument/2006/relationships/hyperlink" Target="https://glassnode.com/" TargetMode="External"/><Relationship Id="rId10" Type="http://schemas.openxmlformats.org/officeDocument/2006/relationships/diagramColors" Target="../diagrams/colors8.xml"/><Relationship Id="rId4" Type="http://schemas.openxmlformats.org/officeDocument/2006/relationships/hyperlink" Target="https://www.coinglass.com/large-orderbook-statistics" TargetMode="External"/><Relationship Id="rId9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7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0E141-AA82-F600-B9FA-4BB5FE4C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469880" cy="3892168"/>
          </a:xfrm>
        </p:spPr>
        <p:txBody>
          <a:bodyPr vert="horz" lIns="121920" tIns="60960" rIns="121920" bIns="60960" rtlCol="0" anchor="b" anchorCtr="0">
            <a:normAutofit/>
          </a:bodyPr>
          <a:lstStyle/>
          <a:p>
            <a:pPr defTabSz="1219170"/>
            <a:r>
              <a:rPr lang="en-US" sz="10666" b="1" spc="-67" dirty="0"/>
              <a:t>Cryptocurrency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12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A06E-CF6C-E931-225B-3C6EDAB5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490" y="654909"/>
            <a:ext cx="7509510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000" spc="-50" dirty="0"/>
              <a:t>From Where to buy Cryptocurrency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CC6EEF-4A0E-69C1-436A-CE0B1F0017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" r="2" b="2"/>
          <a:stretch>
            <a:fillRect/>
          </a:stretch>
        </p:blipFill>
        <p:spPr bwMode="auto">
          <a:xfrm>
            <a:off x="-1" y="10"/>
            <a:ext cx="4635315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11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2254D-8DEF-0841-2A54-69A5BB83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Types of Exchanges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F2F6DC-682B-69C0-2E57-C52D1702F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96808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749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611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8" name="Rectangle 6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4" name="Google Shape;604;p115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36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Centralized Exchanges</a:t>
            </a: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6" name="Google Shape;606;p115"/>
          <p:cNvSpPr txBox="1">
            <a:spLocks noGrp="1"/>
          </p:cNvSpPr>
          <p:nvPr>
            <p:ph type="sldNum" idx="12"/>
          </p:nvPr>
        </p:nvSpPr>
        <p:spPr>
          <a:xfrm>
            <a:off x="10123055" y="6459785"/>
            <a:ext cx="1089428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45720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defTabSz="457200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4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aphicFrame>
        <p:nvGraphicFramePr>
          <p:cNvPr id="608" name="Google Shape;605;p115">
            <a:extLst>
              <a:ext uri="{FF2B5EF4-FFF2-40B4-BE49-F238E27FC236}">
                <a16:creationId xmlns:a16="http://schemas.microsoft.com/office/drawing/2014/main" id="{AB21BA22-FF96-6E5E-3F35-055D4E806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270520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94A48E-C2E2-A7B8-BF3C-8C337DC8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Decentralized Exchanges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C4D26A6-C6E8-CCDF-DC44-C83C584D9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98929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52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0B911-91DE-E6E0-6675-64F1A8CA9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5BD388-C527-F7F0-7159-F19893F52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78573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747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7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A4DD95-B208-500B-F6BE-CE585426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121920" tIns="60960" rIns="121920" bIns="60960" rtlCol="0" anchor="b" anchorCtr="0">
            <a:normAutofit fontScale="90000"/>
          </a:bodyPr>
          <a:lstStyle/>
          <a:p>
            <a:pPr defTabSz="1219170"/>
            <a:r>
              <a:rPr lang="en-US" sz="9600" spc="267" dirty="0">
                <a:solidFill>
                  <a:schemeClr val="tx1"/>
                </a:solidFill>
              </a:rPr>
              <a:t>Market Structure and Order Types</a:t>
            </a:r>
            <a:br>
              <a:rPr lang="en-US" sz="9600" spc="267" dirty="0">
                <a:solidFill>
                  <a:schemeClr val="tx1"/>
                </a:solidFill>
                <a:highlight>
                  <a:srgbClr val="000000"/>
                </a:highlight>
              </a:rPr>
            </a:br>
            <a:endParaRPr lang="en-US" sz="10666" b="1" spc="-67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35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Rectangle 61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4" name="Rectangle 62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1" name="Google Shape;611;p116"/>
          <p:cNvSpPr txBox="1"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60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Trading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2" name="Google Shape;612;p116"/>
          <p:cNvSpPr txBox="1">
            <a:spLocks noGrp="1"/>
          </p:cNvSpPr>
          <p:nvPr>
            <p:ph type="body" idx="1"/>
          </p:nvPr>
        </p:nvSpPr>
        <p:spPr>
          <a:xfrm>
            <a:off x="4278376" y="605896"/>
            <a:ext cx="7913624" cy="5646208"/>
          </a:xfrm>
          <a:prstGeom prst="rect">
            <a:avLst/>
          </a:prstGeom>
        </p:spPr>
        <p:txBody>
          <a:bodyPr spcFirstLastPara="1" vert="horz" lIns="0" tIns="45720" rIns="0" bIns="45720" rtlCol="0" anchor="ctr" anchorCtr="0">
            <a:normAutofit/>
          </a:bodyPr>
          <a:lstStyle/>
          <a:p>
            <a:pPr marL="304792" indent="0" defTabSz="914400">
              <a:lnSpc>
                <a:spcPct val="90000"/>
              </a:lnSpc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Buying and Selling of Cryptocurrency</a:t>
            </a:r>
          </a:p>
          <a:p>
            <a:pPr marL="304792" indent="0" defTabSz="914400">
              <a:lnSpc>
                <a:spcPct val="90000"/>
              </a:lnSpc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04792" indent="0" defTabSz="914400">
              <a:lnSpc>
                <a:spcPct val="90000"/>
              </a:lnSpc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Types of Trading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914377" lvl="1" indent="0" defTabSz="914400">
              <a:lnSpc>
                <a:spcPct val="90000"/>
              </a:lnSpc>
            </a:pPr>
            <a:r>
              <a:rPr lang="en-US" sz="3200" dirty="0">
                <a:sym typeface="Calibri"/>
              </a:rPr>
              <a:t>Spot Trading</a:t>
            </a:r>
            <a:endParaRPr lang="en-US" sz="3200" dirty="0"/>
          </a:p>
          <a:p>
            <a:pPr marL="914377" lvl="1" indent="0" defTabSz="914400">
              <a:lnSpc>
                <a:spcPct val="90000"/>
              </a:lnSpc>
            </a:pPr>
            <a:r>
              <a:rPr lang="en-US" sz="3200" dirty="0">
                <a:sym typeface="Calibri"/>
              </a:rPr>
              <a:t>Futures Trading</a:t>
            </a:r>
            <a:endParaRPr lang="en-US" sz="3200" dirty="0"/>
          </a:p>
        </p:txBody>
      </p:sp>
      <p:sp>
        <p:nvSpPr>
          <p:cNvPr id="613" name="Google Shape;613;p116"/>
          <p:cNvSpPr txBox="1">
            <a:spLocks noGrp="1"/>
          </p:cNvSpPr>
          <p:nvPr>
            <p:ph type="sldNum" idx="12"/>
          </p:nvPr>
        </p:nvSpPr>
        <p:spPr>
          <a:xfrm>
            <a:off x="10123055" y="6459785"/>
            <a:ext cx="1089428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45720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defTabSz="457200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8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1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angle 639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3" name="Rectangle 642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8" name="Google Shape;618;p117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38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Spot Trading</a:t>
            </a:r>
          </a:p>
        </p:txBody>
      </p:sp>
      <p:sp>
        <p:nvSpPr>
          <p:cNvPr id="619" name="Google Shape;619;p117"/>
          <p:cNvSpPr txBox="1">
            <a:spLocks noGrp="1"/>
          </p:cNvSpPr>
          <p:nvPr>
            <p:ph type="body" idx="1"/>
          </p:nvPr>
        </p:nvSpPr>
        <p:spPr>
          <a:xfrm>
            <a:off x="492371" y="2653800"/>
            <a:ext cx="3084844" cy="3335519"/>
          </a:xfrm>
          <a:prstGeom prst="rect">
            <a:avLst/>
          </a:prstGeom>
        </p:spPr>
        <p:txBody>
          <a:bodyPr spcFirstLastPara="1" vert="horz" lIns="0" tIns="45720" rIns="0" bIns="45720" rtlCol="0" anchorCtr="0">
            <a:normAutofit/>
          </a:bodyPr>
          <a:lstStyle/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 </a:t>
            </a:r>
            <a:r>
              <a:rPr lang="en-US" sz="28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currency when the price is </a:t>
            </a:r>
            <a:r>
              <a:rPr lang="en-US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Low</a:t>
            </a:r>
            <a:endParaRPr lang="en-US" sz="28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Sell</a:t>
            </a:r>
            <a:r>
              <a:rPr lang="en-US" sz="28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it when the price is </a:t>
            </a:r>
            <a:r>
              <a:rPr lang="en-US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high</a:t>
            </a:r>
            <a:endParaRPr lang="en-US" sz="28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304792" indent="0" defTabSz="914400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	E.g. Gold</a:t>
            </a:r>
            <a:endParaRPr lang="en-US" sz="28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0" name="Google Shape;620;p117" descr="A screenshot of a graph&#10;&#10;AI-generated content may be incorrect."/>
          <p:cNvPicPr preferRelativeResize="0"/>
          <p:nvPr/>
        </p:nvPicPr>
        <p:blipFill rotWithShape="1">
          <a:blip r:embed="rId3"/>
          <a:srcRect l="7834" t="12026" b="36730"/>
          <a:stretch/>
        </p:blipFill>
        <p:spPr>
          <a:xfrm>
            <a:off x="4104079" y="1711919"/>
            <a:ext cx="8082236" cy="3488731"/>
          </a:xfrm>
          <a:prstGeom prst="rect">
            <a:avLst/>
          </a:prstGeom>
          <a:noFill/>
        </p:spPr>
      </p:pic>
      <p:sp>
        <p:nvSpPr>
          <p:cNvPr id="621" name="Google Shape;621;p1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9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983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Rectangle 632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9" name="Rectangle 63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" name="Google Shape;626;p118"/>
          <p:cNvSpPr txBox="1"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74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Why does the price go Up or Down?</a:t>
            </a:r>
          </a:p>
        </p:txBody>
      </p:sp>
      <p:pic>
        <p:nvPicPr>
          <p:cNvPr id="629" name="Picture 628" descr="Calculator, pen, compass, money and a paper with graphs printed on it">
            <a:extLst>
              <a:ext uri="{FF2B5EF4-FFF2-40B4-BE49-F238E27FC236}">
                <a16:creationId xmlns:a16="http://schemas.microsoft.com/office/drawing/2014/main" id="{F92F0A83-510B-6290-C742-5EA28A9BA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50" r="27527" b="-1"/>
          <a:stretch>
            <a:fillRect/>
          </a:stretch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7" name="Google Shape;627;p118"/>
          <p:cNvSpPr txBox="1">
            <a:spLocks noGrp="1"/>
          </p:cNvSpPr>
          <p:nvPr>
            <p:ph type="sldNum" idx="12"/>
          </p:nvPr>
        </p:nvSpPr>
        <p:spPr>
          <a:xfrm>
            <a:off x="10031896" y="6459785"/>
            <a:ext cx="1180587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10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953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angle 64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54" name="Rectangle 65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1" name="Google Shape;641;p120"/>
          <p:cNvSpPr txBox="1"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36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SPOT TRADING DEMO</a:t>
            </a: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2" name="Google Shape;642;p120"/>
          <p:cNvSpPr txBox="1">
            <a:spLocks noGrp="1"/>
          </p:cNvSpPr>
          <p:nvPr>
            <p:ph type="body" idx="1"/>
          </p:nvPr>
        </p:nvSpPr>
        <p:spPr>
          <a:xfrm>
            <a:off x="4742016" y="605896"/>
            <a:ext cx="6413663" cy="5646208"/>
          </a:xfrm>
          <a:prstGeom prst="rect">
            <a:avLst/>
          </a:prstGeom>
        </p:spPr>
        <p:txBody>
          <a:bodyPr spcFirstLastPara="1" vert="horz" lIns="0" tIns="45720" rIns="0" bIns="45720" rtlCol="0" anchor="ctr" anchorCtr="0">
            <a:normAutofit/>
          </a:bodyPr>
          <a:lstStyle/>
          <a:p>
            <a:pPr marL="876292" indent="-5715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Deposit and Withdraw Funds</a:t>
            </a:r>
          </a:p>
          <a:p>
            <a:pPr marL="876292" indent="-5715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Buy and sell Cryptocurrency</a:t>
            </a:r>
          </a:p>
          <a:p>
            <a:pPr marL="876292" indent="-5715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Trading Fee</a:t>
            </a:r>
          </a:p>
        </p:txBody>
      </p:sp>
      <p:sp>
        <p:nvSpPr>
          <p:cNvPr id="643" name="Google Shape;643;p120"/>
          <p:cNvSpPr txBox="1">
            <a:spLocks noGrp="1"/>
          </p:cNvSpPr>
          <p:nvPr>
            <p:ph type="sldNum" idx="12"/>
          </p:nvPr>
        </p:nvSpPr>
        <p:spPr>
          <a:xfrm>
            <a:off x="10123055" y="6459785"/>
            <a:ext cx="1089428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45720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defTabSz="457200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11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377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angle 656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3" name="Rectangle 662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Google Shape;648;p121"/>
          <p:cNvSpPr txBox="1"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Future Trading</a:t>
            </a:r>
          </a:p>
        </p:txBody>
      </p:sp>
      <p:pic>
        <p:nvPicPr>
          <p:cNvPr id="654" name="Graphic 653" descr="Bar Graph with Upward Trend">
            <a:extLst>
              <a:ext uri="{FF2B5EF4-FFF2-40B4-BE49-F238E27FC236}">
                <a16:creationId xmlns:a16="http://schemas.microsoft.com/office/drawing/2014/main" id="{C10C3E1B-7D8F-FF92-9008-61C472129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9" name="Google Shape;649;p121"/>
          <p:cNvSpPr txBox="1">
            <a:spLocks noGrp="1"/>
          </p:cNvSpPr>
          <p:nvPr>
            <p:ph type="body" idx="1"/>
          </p:nvPr>
        </p:nvSpPr>
        <p:spPr>
          <a:xfrm>
            <a:off x="4974769" y="2198914"/>
            <a:ext cx="6574973" cy="3670180"/>
          </a:xfrm>
          <a:prstGeom prst="rect">
            <a:avLst/>
          </a:prstGeom>
        </p:spPr>
        <p:txBody>
          <a:bodyPr spcFirstLastPara="1" vert="horz" lIns="0" tIns="45720" rIns="0" bIns="45720" rtlCol="0" anchorCtr="0">
            <a:normAutofit/>
          </a:bodyPr>
          <a:lstStyle/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Traders can bet on the long and short positions with leverages</a:t>
            </a: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Long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Bet that the price will go up (Pump)</a:t>
            </a: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Short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Bet that the price will go down (Dump)</a:t>
            </a: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0" name="Google Shape;650;p1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12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250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Rectangle 663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Google Shape;655;p122"/>
          <p:cNvSpPr txBox="1"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FUTURE TRADING DEMO</a:t>
            </a:r>
          </a:p>
        </p:txBody>
      </p:sp>
      <p:pic>
        <p:nvPicPr>
          <p:cNvPr id="661" name="Graphic 660" descr="Downward trend">
            <a:extLst>
              <a:ext uri="{FF2B5EF4-FFF2-40B4-BE49-F238E27FC236}">
                <a16:creationId xmlns:a16="http://schemas.microsoft.com/office/drawing/2014/main" id="{9A622283-D20D-C994-474D-30986DA9A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Google Shape;656;p122"/>
          <p:cNvSpPr txBox="1">
            <a:spLocks noGrp="1"/>
          </p:cNvSpPr>
          <p:nvPr>
            <p:ph type="body" idx="1"/>
          </p:nvPr>
        </p:nvSpPr>
        <p:spPr>
          <a:xfrm>
            <a:off x="4974769" y="2198914"/>
            <a:ext cx="6820991" cy="3670180"/>
          </a:xfrm>
          <a:prstGeom prst="rect">
            <a:avLst/>
          </a:prstGeom>
        </p:spPr>
        <p:txBody>
          <a:bodyPr spcFirstLastPara="1" vert="horz" lIns="0" tIns="45720" rIns="0" bIns="45720" rtlCol="0" anchorCtr="0">
            <a:noAutofit/>
          </a:bodyPr>
          <a:lstStyle/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Taking Long and Short Positions</a:t>
            </a: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Margin Modes</a:t>
            </a:r>
          </a:p>
          <a:p>
            <a:pPr marL="1523962" lvl="1" indent="-609585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ym typeface="Calibri"/>
              </a:rPr>
              <a:t>Isolated </a:t>
            </a:r>
            <a:endParaRPr lang="en-US" sz="3200" dirty="0"/>
          </a:p>
          <a:p>
            <a:pPr marL="1523962" lvl="1" indent="-609585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ym typeface="Calibri"/>
              </a:rPr>
              <a:t>Cross</a:t>
            </a:r>
            <a:endParaRPr lang="en-US" sz="3200" dirty="0"/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Leverage</a:t>
            </a: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Liquidation</a:t>
            </a:r>
          </a:p>
          <a:p>
            <a:pPr marL="914377" indent="-609585" defTabSz="914400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Set Take Profit/ Stop Loss (TPSL)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7" name="Google Shape;657;p1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13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94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AE8D4-3770-0C7C-6860-EB374563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Order Types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E70B26-CEB5-60DF-DA50-6F71660C8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44773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857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EED42-10CD-8B65-7440-9F744844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Liquidity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78D4C-361C-AF8B-514A-48CFE6662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91623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056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64CD6-78C8-ACAF-EEB4-668E8EB3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Slippage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32C028-8413-DA7F-CE86-D9CF3820E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65526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06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5F97D-20E2-C3D8-A4C4-DE6EBC36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6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07C31-3EDB-7C7D-005E-8D1DB43B2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buNone/>
            </a:pPr>
            <a:r>
              <a:rPr lang="en-US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Mock Trading Both Spot and Future</a:t>
            </a:r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AEF2C6E7-7B26-B2A5-766A-852B8DC03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Digital financial graph">
            <a:extLst>
              <a:ext uri="{FF2B5EF4-FFF2-40B4-BE49-F238E27FC236}">
                <a16:creationId xmlns:a16="http://schemas.microsoft.com/office/drawing/2014/main" id="{23BFCBD7-A6E9-B5A4-A7D1-048B862650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A0C381-4C31-111B-6D00-D97E8494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 defTabSz="914400"/>
            <a:r>
              <a:rPr lang="en-US" spc="-50" dirty="0">
                <a:solidFill>
                  <a:srgbClr val="FFFFFF"/>
                </a:solidFill>
              </a:rPr>
              <a:t>Introduction to Fundamental, Technical and Sentiment Analysis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1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/>
              <a:t>Fundamental Analysis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83A27-6250-8A8F-3660-2337DBC30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943100"/>
            <a:ext cx="4937760" cy="4017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Platforms</a:t>
            </a:r>
          </a:p>
          <a:p>
            <a:pPr marL="0" indent="0">
              <a:buNone/>
            </a:pPr>
            <a:r>
              <a:rPr lang="en-US" dirty="0"/>
              <a:t>	Market Cap (</a:t>
            </a:r>
            <a:r>
              <a:rPr lang="en-US" dirty="0" err="1">
                <a:hlinkClick r:id="rId3"/>
              </a:rPr>
              <a:t>CoinMarketCap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Whales activity (</a:t>
            </a:r>
            <a:r>
              <a:rPr lang="en-US" dirty="0" err="1">
                <a:hlinkClick r:id="rId4"/>
              </a:rPr>
              <a:t>CoinGlass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Glassnode</a:t>
            </a:r>
            <a:r>
              <a:rPr lang="en-US" dirty="0"/>
              <a:t> (</a:t>
            </a:r>
            <a:r>
              <a:rPr lang="en-US" dirty="0" err="1">
                <a:hlinkClick r:id="rId5"/>
              </a:rPr>
              <a:t>Glassnode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Tokenomist</a:t>
            </a:r>
            <a:r>
              <a:rPr lang="en-US" dirty="0"/>
              <a:t> (</a:t>
            </a:r>
            <a:r>
              <a:rPr lang="en-US" dirty="0" err="1">
                <a:hlinkClick r:id="rId6"/>
              </a:rPr>
              <a:t>Tokenomist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Whitepapers to study etc.</a:t>
            </a:r>
          </a:p>
          <a:p>
            <a:endParaRPr lang="en-US" dirty="0"/>
          </a:p>
        </p:txBody>
      </p:sp>
      <p:graphicFrame>
        <p:nvGraphicFramePr>
          <p:cNvPr id="665" name="Google Shape;663;p123">
            <a:extLst>
              <a:ext uri="{FF2B5EF4-FFF2-40B4-BE49-F238E27FC236}">
                <a16:creationId xmlns:a16="http://schemas.microsoft.com/office/drawing/2014/main" id="{AF478571-69F9-E8AA-927A-D47DE219C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189369"/>
              </p:ext>
            </p:extLst>
          </p:nvPr>
        </p:nvGraphicFramePr>
        <p:xfrm>
          <a:off x="1097280" y="1846052"/>
          <a:ext cx="4583430" cy="4114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Rectangle 676">
            <a:extLst>
              <a:ext uri="{FF2B5EF4-FFF2-40B4-BE49-F238E27FC236}">
                <a16:creationId xmlns:a16="http://schemas.microsoft.com/office/drawing/2014/main" id="{CF6BB2E5-F5C5-4876-9282-B0246E035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6E53EAE7-3851-4CE7-BE81-EF90F19EF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5C5EFB6A-0AF1-46B2-B103-4AA6C7B3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7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3" name="Rectangle 682">
            <a:extLst>
              <a:ext uri="{FF2B5EF4-FFF2-40B4-BE49-F238E27FC236}">
                <a16:creationId xmlns:a16="http://schemas.microsoft.com/office/drawing/2014/main" id="{EFBF8E6E-9C3D-447A-BCDA-E3FE877A2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2DD22CB7-700C-42AD-9C69-E4813AAD0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6259326" y="0"/>
            <a:ext cx="593889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32" name="Google Shape;632;p119"/>
          <p:cNvSpPr txBox="1">
            <a:spLocks noGrp="1"/>
          </p:cNvSpPr>
          <p:nvPr>
            <p:ph type="title"/>
          </p:nvPr>
        </p:nvSpPr>
        <p:spPr>
          <a:xfrm>
            <a:off x="6577781" y="640080"/>
            <a:ext cx="5178351" cy="2715861"/>
          </a:xfrm>
          <a:prstGeom prst="rect">
            <a:avLst/>
          </a:prstGeom>
        </p:spPr>
        <p:txBody>
          <a:bodyPr spcFirstLastPara="1" vert="horz" wrap="square" lIns="121920" tIns="60960" rIns="121920" bIns="60960" rtlCol="0" anchor="b" anchorCtr="0">
            <a:normAutofit/>
          </a:bodyPr>
          <a:lstStyle/>
          <a:p>
            <a:pPr defTabSz="1219170">
              <a:lnSpc>
                <a:spcPct val="85000"/>
              </a:lnSpc>
              <a:spcBef>
                <a:spcPct val="0"/>
              </a:spcBef>
            </a:pPr>
            <a:r>
              <a:rPr lang="en-US" sz="6000" spc="-67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Reading Candlesticks Pattern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C4D2AB6A-1D6D-48A0-9117-47B3EFC4A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7037" y="0"/>
            <a:ext cx="2941423" cy="3355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34" name="Google Shape;634;p119" descr="30 Important Candlestick Patterns Every Trader Should Know"/>
          <p:cNvPicPr preferRelativeResize="0"/>
          <p:nvPr/>
        </p:nvPicPr>
        <p:blipFill rotWithShape="1">
          <a:blip r:embed="rId3"/>
          <a:srcRect l="8703" t="5914" r="3643" b="7480"/>
          <a:stretch>
            <a:fillRect/>
          </a:stretch>
        </p:blipFill>
        <p:spPr>
          <a:xfrm>
            <a:off x="2098160" y="-1"/>
            <a:ext cx="4000299" cy="3773695"/>
          </a:xfrm>
          <a:prstGeom prst="rect">
            <a:avLst/>
          </a:prstGeom>
          <a:noFill/>
        </p:spPr>
      </p:pic>
      <p:sp>
        <p:nvSpPr>
          <p:cNvPr id="689" name="Rectangle 688">
            <a:extLst>
              <a:ext uri="{FF2B5EF4-FFF2-40B4-BE49-F238E27FC236}">
                <a16:creationId xmlns:a16="http://schemas.microsoft.com/office/drawing/2014/main" id="{883FF231-CAC3-4BD2-ABA2-CF62D125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0212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66BD0639-FE51-461E-B0F5-F00FECDE6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515" y="3422308"/>
            <a:ext cx="5202616" cy="0"/>
          </a:xfrm>
          <a:prstGeom prst="line">
            <a:avLst/>
          </a:prstGeom>
          <a:ln w="6350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5" name="Google Shape;635;p119" descr="A graph with red and green rectangles&#10;&#10;AI-generated content may be incorrect."/>
          <p:cNvPicPr preferRelativeResize="0"/>
          <p:nvPr/>
        </p:nvPicPr>
        <p:blipFill rotWithShape="1">
          <a:blip r:embed="rId4"/>
          <a:srcRect t="17472" r="-4" b="17217"/>
          <a:stretch>
            <a:fillRect/>
          </a:stretch>
        </p:blipFill>
        <p:spPr>
          <a:xfrm>
            <a:off x="-6219" y="4026195"/>
            <a:ext cx="3163256" cy="2831804"/>
          </a:xfrm>
          <a:prstGeom prst="rect">
            <a:avLst/>
          </a:prstGeom>
          <a:noFill/>
        </p:spPr>
      </p:pic>
      <p:sp>
        <p:nvSpPr>
          <p:cNvPr id="636" name="Google Shape;636;p119"/>
          <p:cNvSpPr txBox="1">
            <a:spLocks noGrp="1"/>
          </p:cNvSpPr>
          <p:nvPr>
            <p:ph type="sldNum" idx="12"/>
          </p:nvPr>
        </p:nvSpPr>
        <p:spPr>
          <a:xfrm>
            <a:off x="11030574" y="6459784"/>
            <a:ext cx="725557" cy="365125"/>
          </a:xfrm>
          <a:prstGeom prst="rect">
            <a:avLst/>
          </a:prstGeom>
        </p:spPr>
        <p:txBody>
          <a:bodyPr spcFirstLastPara="1" vert="horz" wrap="square" lIns="121920" tIns="60960" rIns="121920" bIns="60960" rtlCol="0" anchor="ctr" anchorCtr="0">
            <a:normAutofit/>
          </a:bodyPr>
          <a:lstStyle/>
          <a:p>
            <a:pPr marL="0" marR="0" lvl="0" indent="0" algn="r" defTabSz="60958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60958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20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2" name="Google Shape;633;p1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01878" y="3773696"/>
            <a:ext cx="3416661" cy="16395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760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1DA633-41D4-3EF8-8487-B06346FFC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Trends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06856FF-0F2B-C59C-3BC4-89000DDAB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77391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66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681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8" name="Rectangle 68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4" name="Google Shape;674;p125"/>
          <p:cNvSpPr txBox="1"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</a:pPr>
            <a:r>
              <a:rPr lang="en-US" sz="36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Analysis</a:t>
            </a:r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6" name="Google Shape;676;p125"/>
          <p:cNvSpPr txBox="1">
            <a:spLocks noGrp="1"/>
          </p:cNvSpPr>
          <p:nvPr>
            <p:ph type="sldNum" idx="12"/>
          </p:nvPr>
        </p:nvSpPr>
        <p:spPr>
          <a:xfrm>
            <a:off x="10123055" y="6459785"/>
            <a:ext cx="1089428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r" defTabSz="45720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5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pPr marL="0" marR="0" lvl="0" indent="0" algn="r" defTabSz="457200" fontAlgn="auto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22</a:t>
            </a:fld>
            <a:endParaRPr kumimoji="0" lang="en-US" sz="1050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aphicFrame>
        <p:nvGraphicFramePr>
          <p:cNvPr id="678" name="Google Shape;675;p125">
            <a:extLst>
              <a:ext uri="{FF2B5EF4-FFF2-40B4-BE49-F238E27FC236}">
                <a16:creationId xmlns:a16="http://schemas.microsoft.com/office/drawing/2014/main" id="{1660F1D4-DBC3-E703-8842-1A77F9BC0E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674682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26"/>
          <p:cNvSpPr txBox="1">
            <a:spLocks noGrp="1"/>
          </p:cNvSpPr>
          <p:nvPr>
            <p:ph type="title"/>
          </p:nvPr>
        </p:nvSpPr>
        <p:spPr>
          <a:xfrm>
            <a:off x="1463040" y="382139"/>
            <a:ext cx="13411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"/>
              <a:t>Technical Indicators</a:t>
            </a:r>
            <a:endParaRPr/>
          </a:p>
        </p:txBody>
      </p:sp>
      <p:graphicFrame>
        <p:nvGraphicFramePr>
          <p:cNvPr id="685" name="Google Shape;682;p126">
            <a:extLst>
              <a:ext uri="{FF2B5EF4-FFF2-40B4-BE49-F238E27FC236}">
                <a16:creationId xmlns:a16="http://schemas.microsoft.com/office/drawing/2014/main" id="{D50D578A-03D8-9FAD-DB8A-AA748530BA1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7279" y="1845735"/>
          <a:ext cx="4937760" cy="3964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29B6A0-CD5B-BBDC-1846-F0E87ED826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914377" indent="-60958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667" dirty="0"/>
              <a:t>Funding Rate</a:t>
            </a:r>
          </a:p>
          <a:p>
            <a:pPr marL="914377" indent="-60958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667" dirty="0"/>
              <a:t>MA</a:t>
            </a:r>
          </a:p>
          <a:p>
            <a:pPr marL="914377" indent="-60958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667" dirty="0"/>
              <a:t>Fear and Greed</a:t>
            </a:r>
          </a:p>
          <a:p>
            <a:pPr marL="914377" indent="-60958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667" dirty="0"/>
              <a:t>Long/short ratio</a:t>
            </a:r>
          </a:p>
          <a:p>
            <a:pPr marL="914377" indent="-60958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667" dirty="0"/>
              <a:t>Orderbook</a:t>
            </a:r>
          </a:p>
          <a:p>
            <a:endParaRPr lang="en-US" sz="2667" dirty="0"/>
          </a:p>
        </p:txBody>
      </p:sp>
      <p:sp>
        <p:nvSpPr>
          <p:cNvPr id="683" name="Google Shape;683;p126"/>
          <p:cNvSpPr txBox="1">
            <a:spLocks noGrp="1"/>
          </p:cNvSpPr>
          <p:nvPr>
            <p:ph type="sldNum" sz="quarter" idx="12"/>
          </p:nvPr>
        </p:nvSpPr>
        <p:spPr>
          <a:xfrm>
            <a:off x="13200613" y="8613048"/>
            <a:ext cx="1749367" cy="1617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50799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" sz="10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50799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t>23</a:t>
            </a:fld>
            <a:endParaRPr kumimoji="0" sz="1051" b="0" i="0" u="none" strike="noStrike" kern="1200" cap="none" spc="0" normalizeH="0" baseline="0" noProof="0" dirty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6EDC2-7B4E-08DD-2938-3983A330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F02F29-63E0-2070-66F4-931BF727B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7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US" sz="2667" dirty="0"/>
              <a:t>Pick a coin and perform </a:t>
            </a:r>
            <a:r>
              <a:rPr lang="en-US" sz="2667"/>
              <a:t>Fundamental Analysis</a:t>
            </a: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7411316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485</Words>
  <Application>Microsoft Office PowerPoint</Application>
  <PresentationFormat>Widescreen</PresentationFormat>
  <Paragraphs>123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Retrospect</vt:lpstr>
      <vt:lpstr>Cryptocurrency</vt:lpstr>
      <vt:lpstr>From Where to buy Cryptocurrency</vt:lpstr>
      <vt:lpstr>Types of Exchanges</vt:lpstr>
      <vt:lpstr>Centralized Exchanges</vt:lpstr>
      <vt:lpstr>Decentralized Exchanges</vt:lpstr>
      <vt:lpstr>Activity</vt:lpstr>
      <vt:lpstr>Market Structure and Order Types </vt:lpstr>
      <vt:lpstr>Trading</vt:lpstr>
      <vt:lpstr>Spot Trading</vt:lpstr>
      <vt:lpstr>Why does the price go Up or Down?</vt:lpstr>
      <vt:lpstr>SPOT TRADING DEMO</vt:lpstr>
      <vt:lpstr>Future Trading</vt:lpstr>
      <vt:lpstr>FUTURE TRADING DEMO</vt:lpstr>
      <vt:lpstr>Order Types</vt:lpstr>
      <vt:lpstr>Liquidity</vt:lpstr>
      <vt:lpstr>Slippage</vt:lpstr>
      <vt:lpstr>Activity</vt:lpstr>
      <vt:lpstr>Introduction to Fundamental, Technical and Sentiment Analysis</vt:lpstr>
      <vt:lpstr>Fundamental Analysis</vt:lpstr>
      <vt:lpstr>Reading Candlesticks Pattern</vt:lpstr>
      <vt:lpstr>Trends</vt:lpstr>
      <vt:lpstr>Market Analysis</vt:lpstr>
      <vt:lpstr>Technical Indicators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6</cp:revision>
  <dcterms:created xsi:type="dcterms:W3CDTF">2025-07-24T02:52:38Z</dcterms:created>
  <dcterms:modified xsi:type="dcterms:W3CDTF">2025-11-18T19:22:46Z</dcterms:modified>
</cp:coreProperties>
</file>