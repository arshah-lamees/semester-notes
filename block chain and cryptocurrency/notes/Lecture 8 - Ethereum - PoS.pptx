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6"/>
  </p:notesMasterIdLst>
  <p:sldIdLst>
    <p:sldId id="466" r:id="rId3"/>
    <p:sldId id="467" r:id="rId4"/>
    <p:sldId id="468" r:id="rId5"/>
    <p:sldId id="469" r:id="rId6"/>
    <p:sldId id="470" r:id="rId7"/>
    <p:sldId id="471" r:id="rId8"/>
    <p:sldId id="472" r:id="rId9"/>
    <p:sldId id="473" r:id="rId10"/>
    <p:sldId id="474" r:id="rId11"/>
    <p:sldId id="475" r:id="rId12"/>
    <p:sldId id="476" r:id="rId13"/>
    <p:sldId id="477" r:id="rId14"/>
    <p:sldId id="482" r:id="rId15"/>
    <p:sldId id="483" r:id="rId16"/>
    <p:sldId id="485" r:id="rId17"/>
    <p:sldId id="486" r:id="rId18"/>
    <p:sldId id="487" r:id="rId19"/>
    <p:sldId id="488" r:id="rId20"/>
    <p:sldId id="489" r:id="rId21"/>
    <p:sldId id="490" r:id="rId22"/>
    <p:sldId id="495" r:id="rId23"/>
    <p:sldId id="496" r:id="rId24"/>
    <p:sldId id="497" r:id="rId25"/>
    <p:sldId id="498" r:id="rId26"/>
    <p:sldId id="499" r:id="rId27"/>
    <p:sldId id="500" r:id="rId28"/>
    <p:sldId id="501" r:id="rId29"/>
    <p:sldId id="502" r:id="rId30"/>
    <p:sldId id="503" r:id="rId31"/>
    <p:sldId id="504" r:id="rId32"/>
    <p:sldId id="507" r:id="rId33"/>
    <p:sldId id="508" r:id="rId34"/>
    <p:sldId id="509" r:id="rId35"/>
    <p:sldId id="510" r:id="rId36"/>
    <p:sldId id="511" r:id="rId37"/>
    <p:sldId id="512" r:id="rId38"/>
    <p:sldId id="513" r:id="rId39"/>
    <p:sldId id="514" r:id="rId40"/>
    <p:sldId id="515" r:id="rId41"/>
    <p:sldId id="516" r:id="rId42"/>
    <p:sldId id="518" r:id="rId43"/>
    <p:sldId id="519" r:id="rId44"/>
    <p:sldId id="52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03127-9B97-4810-B6FD-62E1A212FCF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9B03C-9784-4CBF-89DA-5C08C297B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8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25b2d239383_3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25b2d239383_3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9025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25b2d239383_3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25b2d239383_3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683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25b2d239383_3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25b2d239383_3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6472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5b2d239383_3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5b2d239383_3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722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5b2d239383_3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5b2d239383_3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410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5b2d239383_3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5b2d239383_3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0820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25b2d239383_3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25b2d239383_3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03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25b2d239383_3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5b2d239383_3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022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25b2d239383_3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25b2d239383_3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4015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5b2d239383_3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5b2d239383_3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5193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25b2d239383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25b2d239383_3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9251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25b2d239383_3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25b2d239383_3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52254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25b2d239383_3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5b2d239383_3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2580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25b2d239383_3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5b2d239383_3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16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25b2d239383_3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25b2d239383_3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7762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5b2d239383_3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5b2d239383_3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65459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25b2d239383_3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25b2d239383_3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5204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25b2d239383_3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25b2d239383_3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2261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25b2d239383_3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25b2d239383_3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683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25b2d239383_3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25b2d239383_3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51419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5b2d239383_3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5b2d239383_3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72581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25b2d239383_3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25b2d239383_3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1847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25b2d239383_3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25b2d239383_3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35885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5b2d239383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25b2d239383_3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2052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25b2d239383_3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5b2d239383_3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7781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25b2d239383_3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25b2d239383_3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40018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5b2d239383_3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5b2d239383_3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48368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5b2d239383_3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5b2d239383_3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551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5b2d239383_3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5b2d239383_3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45148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25b2d239383_3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25b2d239383_3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9224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25b2d239383_3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25b2d239383_3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23636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25b2d239383_3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25b2d239383_3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9384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25b2d239383_3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25b2d239383_3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4939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25b2d239383_3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25b2d239383_3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08336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25b2d239383_3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25b2d239383_3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6423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25b2d239383_3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25b2d239383_3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9243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25b2d239383_3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25b2d239383_3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83573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5b2d239383_3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5b2d239383_3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37083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25b2d239383_3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25b2d239383_3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49837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25b2d239383_3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25b2d239383_3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80750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25b2d239383_3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25b2d239383_3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138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25b2d239383_3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25b2d239383_3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39666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25b2d239383_3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25b2d239383_3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4181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17C7-5B91-74CC-048B-41C68AABB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3CBD6-5467-748D-ADB7-BCE755458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96017-FACD-4A5C-A301-37FAF52E7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21AC-7A65-4301-8C87-9015305FD76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8EFF7-9784-E107-F596-C52E995D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9058-9E24-C363-3BDE-07DD77D4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A9B5-BDAD-4D47-8885-8A561E93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93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A103-8A19-88DE-A3F6-8027D171C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1FD0D-058E-450E-975C-02BBADA1A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EBDE5-FCC8-AA50-CC41-06DCEA79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21AC-7A65-4301-8C87-9015305FD76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2158D-3F44-C7F4-E458-AA4FB62BA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B6378-0064-832B-DE86-0F4BC1CA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A9B5-BDAD-4D47-8885-8A561E93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FEBC6-94AD-245E-0B00-89E1CCA4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DF8DA-89E6-5D80-4D3F-6C51DF6A0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F9F64-E250-6C31-6AC2-A90B6A88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21AC-7A65-4301-8C87-9015305FD76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FED-6F72-EE7D-5BB3-4D6B9735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1A526-39CB-1C85-9841-304794F22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A9B5-BDAD-4D47-8885-8A561E93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6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BD79-088E-7BEA-A05C-B340FCFA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71CDA-682F-50E3-75D8-DCD8AC112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FE319-019E-4A57-D842-2780094D0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B0159-5994-5C11-671E-37AF7129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21AC-7A65-4301-8C87-9015305FD76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033AF-148A-6992-2255-FAD98A9F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FAD1D-EAAD-E311-5F92-A59219F1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A9B5-BDAD-4D47-8885-8A561E93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76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380F8-E709-DDC7-7D8E-AB50760C3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A3C28-38C2-BDCF-8CA1-A31EB865A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D129F-E08B-4E28-E370-68DD9DD53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BF4D26-11BC-D9B6-D5DF-53894D521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74D19D-AE0F-9A3F-8F66-80FB35590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25B5EF-1FBD-F18D-24F7-CF9C4257F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21AC-7A65-4301-8C87-9015305FD76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50DB0-7FBD-ADBD-43D5-2B262DD85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52A228-BDE9-B075-1C82-39AA8B18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A9B5-BDAD-4D47-8885-8A561E93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8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26A0-2CDA-E3C2-0661-51E5B62CD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9FC82-6EAD-559F-543F-1483A8D10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21AC-7A65-4301-8C87-9015305FD76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03B26-2163-AB47-BF6E-E9588AA3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4F26E-342D-B3AA-E1B5-BE58F5EE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A9B5-BDAD-4D47-8885-8A561E93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9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9821A-D13F-56B8-188E-7943E56F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21AC-7A65-4301-8C87-9015305FD76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B4F8C-622C-2A89-39F3-6590FD88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93AD4-C286-7DEE-B079-63C9364E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A9B5-BDAD-4D47-8885-8A561E93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54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B007-C749-390E-1EA4-EE397EC7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38137-7C90-4A1A-E719-FDB81FEBE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8174A-1973-107E-6E78-1BB30F677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C97C3-FDB7-FCB7-2D3F-8B18FF71A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21AC-7A65-4301-8C87-9015305FD76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91399-2813-0CB6-4DA3-49767377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DA367-370A-43D7-5633-49D889DB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A9B5-BDAD-4D47-8885-8A561E93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21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B281-18EE-3E84-7350-E81C13D38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1EA771-692F-88F7-0496-A244BB324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5F0DB-AD85-B65E-7F9B-145B4B47E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715DD-D1C2-F0B5-C85B-882F0ABF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21AC-7A65-4301-8C87-9015305FD76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B98E0-68EE-4961-B0EE-BB57320D6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40C40-82C6-AAD7-2EE3-1C107F0E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A9B5-BDAD-4D47-8885-8A561E93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1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E0782-008B-E197-1DB2-00066E4D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FF770-5564-71BF-95E1-5E8C09C44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1514D-796B-6D70-4104-4AD88CC6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21AC-7A65-4301-8C87-9015305FD76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A26B1-4106-5472-8BA5-9D4D32244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DAD38-B2AE-55CA-EE79-AD46890A6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A9B5-BDAD-4D47-8885-8A561E93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29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5378FA-8B9A-5FB1-3F11-5077E08D1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B9FD6-6269-A9D3-5736-FF9D8FC8E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E350A-7AD5-61B8-042D-D384622A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021AC-7A65-4301-8C87-9015305FD76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7EDE7-03BF-8A07-49EF-6E0276295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FDCAA-3D29-9192-5B47-97014AB9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A9B5-BDAD-4D47-8885-8A561E93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962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6"/>
          <p:cNvGrpSpPr/>
          <p:nvPr/>
        </p:nvGrpSpPr>
        <p:grpSpPr>
          <a:xfrm>
            <a:off x="8131172" y="7"/>
            <a:ext cx="4060833" cy="2707427"/>
            <a:chOff x="6098378" y="5"/>
            <a:chExt cx="3045625" cy="2030570"/>
          </a:xfrm>
        </p:grpSpPr>
        <p:sp>
          <p:nvSpPr>
            <p:cNvPr id="68" name="Google Shape;68;p1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69;p1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16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1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1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3" name="Google Shape;73;p16"/>
          <p:cNvSpPr txBox="1">
            <a:spLocks noGrp="1"/>
          </p:cNvSpPr>
          <p:nvPr>
            <p:ph type="ctrTitle"/>
          </p:nvPr>
        </p:nvSpPr>
        <p:spPr>
          <a:xfrm>
            <a:off x="797467" y="2366963"/>
            <a:ext cx="10962800" cy="11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797451" y="3621217"/>
            <a:ext cx="109628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01422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8"/>
          <p:cNvGrpSpPr/>
          <p:nvPr/>
        </p:nvGrpSpPr>
        <p:grpSpPr>
          <a:xfrm>
            <a:off x="0" y="5204893"/>
            <a:ext cx="12192000" cy="1653233"/>
            <a:chOff x="0" y="3903669"/>
            <a:chExt cx="9144000" cy="1239925"/>
          </a:xfrm>
        </p:grpSpPr>
        <p:sp>
          <p:nvSpPr>
            <p:cNvPr id="87" name="Google Shape;87;p18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18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18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18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18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10029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415600" y="1639967"/>
            <a:ext cx="5333200" cy="4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2"/>
          </p:nvPr>
        </p:nvSpPr>
        <p:spPr>
          <a:xfrm>
            <a:off x="6443200" y="1639967"/>
            <a:ext cx="5333200" cy="4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34572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26730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22643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4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2"/>
          <p:cNvGrpSpPr/>
          <p:nvPr/>
        </p:nvGrpSpPr>
        <p:grpSpPr>
          <a:xfrm>
            <a:off x="8131172" y="7"/>
            <a:ext cx="4060833" cy="2707427"/>
            <a:chOff x="6098378" y="5"/>
            <a:chExt cx="3045625" cy="2030570"/>
          </a:xfrm>
        </p:grpSpPr>
        <p:sp>
          <p:nvSpPr>
            <p:cNvPr id="109" name="Google Shape;109;p2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2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2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2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2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916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233930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18" name="Google Shape;118;p23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354000" y="1534800"/>
            <a:ext cx="5393600" cy="20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1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9048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body" idx="1"/>
          </p:nvPr>
        </p:nvSpPr>
        <p:spPr>
          <a:xfrm>
            <a:off x="426000" y="5640767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38907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25"/>
          <p:cNvGrpSpPr/>
          <p:nvPr/>
        </p:nvGrpSpPr>
        <p:grpSpPr>
          <a:xfrm>
            <a:off x="8131172" y="7"/>
            <a:ext cx="4060833" cy="2707427"/>
            <a:chOff x="6098378" y="5"/>
            <a:chExt cx="3045625" cy="2030570"/>
          </a:xfrm>
        </p:grpSpPr>
        <p:sp>
          <p:nvSpPr>
            <p:cNvPr id="128" name="Google Shape;128;p2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129;p2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25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2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2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3" name="Google Shape;133;p25"/>
          <p:cNvSpPr txBox="1">
            <a:spLocks noGrp="1"/>
          </p:cNvSpPr>
          <p:nvPr>
            <p:ph type="title" hasCustomPrompt="1"/>
          </p:nvPr>
        </p:nvSpPr>
        <p:spPr>
          <a:xfrm>
            <a:off x="415600" y="1674733"/>
            <a:ext cx="11360800" cy="27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415600" y="4492300"/>
            <a:ext cx="11360800" cy="1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15646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930672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obj">
  <p:cSld name="1_Title Slide"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ctrTitle"/>
          </p:nvPr>
        </p:nvSpPr>
        <p:spPr>
          <a:xfrm>
            <a:off x="1308404" y="2452793"/>
            <a:ext cx="9575200" cy="10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6400" b="0" i="0">
                <a:solidFill>
                  <a:srgbClr val="00AAE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ftr" idx="11"/>
          </p:nvPr>
        </p:nvSpPr>
        <p:spPr>
          <a:xfrm>
            <a:off x="63127" y="6584753"/>
            <a:ext cx="21268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33" b="1" i="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dt" idx="10"/>
          </p:nvPr>
        </p:nvSpPr>
        <p:spPr>
          <a:xfrm>
            <a:off x="9515517" y="6593288"/>
            <a:ext cx="26020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33" b="1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ldNum" idx="12"/>
          </p:nvPr>
        </p:nvSpPr>
        <p:spPr>
          <a:xfrm>
            <a:off x="8778240" y="6377941"/>
            <a:ext cx="28040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512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xfrm>
            <a:off x="1589972" y="3243741"/>
            <a:ext cx="9012000" cy="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 b="1" i="0">
                <a:solidFill>
                  <a:srgbClr val="3C85C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body" idx="1"/>
          </p:nvPr>
        </p:nvSpPr>
        <p:spPr>
          <a:xfrm>
            <a:off x="520733" y="1607563"/>
            <a:ext cx="11152400" cy="30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1733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lvl="1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marL="1828754" lvl="2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marL="2438339" lvl="3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marL="3047924" lvl="4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marL="3657509" lvl="5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marL="4267093" lvl="6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marL="4876678" lvl="7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marL="5486263" lvl="8" indent="-304792" algn="l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sldNum" idx="12"/>
          </p:nvPr>
        </p:nvSpPr>
        <p:spPr>
          <a:xfrm>
            <a:off x="11672145" y="6437199"/>
            <a:ext cx="2904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610180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1">
  <p:cSld name="Blank 1"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69001" y="0"/>
            <a:ext cx="6215327" cy="66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0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11672145" y="6437199"/>
            <a:ext cx="2904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6886856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1">
  <p:cSld name="Title Only 1">
    <p:bg>
      <p:bgPr>
        <a:solidFill>
          <a:schemeClr val="lt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 extrusionOk="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F6DF1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2" name="Google Shape;162;p31"/>
          <p:cNvSpPr txBox="1">
            <a:spLocks noGrp="1"/>
          </p:cNvSpPr>
          <p:nvPr>
            <p:ph type="title"/>
          </p:nvPr>
        </p:nvSpPr>
        <p:spPr>
          <a:xfrm>
            <a:off x="751031" y="1302168"/>
            <a:ext cx="10690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1"/>
          <p:cNvSpPr txBox="1">
            <a:spLocks noGrp="1"/>
          </p:cNvSpPr>
          <p:nvPr>
            <p:ph type="sldNum" idx="12"/>
          </p:nvPr>
        </p:nvSpPr>
        <p:spPr>
          <a:xfrm>
            <a:off x="8778240" y="6377941"/>
            <a:ext cx="28040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3835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2">
  <p:cSld name="Title Only 2"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>
            <a:spLocks noGrp="1"/>
          </p:cNvSpPr>
          <p:nvPr>
            <p:ph type="title"/>
          </p:nvPr>
        </p:nvSpPr>
        <p:spPr>
          <a:xfrm>
            <a:off x="520733" y="580604"/>
            <a:ext cx="11150400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 b="0" i="0">
                <a:solidFill>
                  <a:srgbClr val="3C85C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2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2"/>
          <p:cNvSpPr txBox="1">
            <a:spLocks noGrp="1"/>
          </p:cNvSpPr>
          <p:nvPr>
            <p:ph type="sldNum" idx="12"/>
          </p:nvPr>
        </p:nvSpPr>
        <p:spPr>
          <a:xfrm>
            <a:off x="11765619" y="6437200"/>
            <a:ext cx="197200" cy="61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019867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3">
  <p:cSld name="Title Only 3"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69001" y="0"/>
            <a:ext cx="6215327" cy="665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05695" y="552021"/>
            <a:ext cx="1980787" cy="6332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3"/>
          <p:cNvSpPr txBox="1">
            <a:spLocks noGrp="1"/>
          </p:cNvSpPr>
          <p:nvPr>
            <p:ph type="title"/>
          </p:nvPr>
        </p:nvSpPr>
        <p:spPr>
          <a:xfrm>
            <a:off x="520733" y="610201"/>
            <a:ext cx="11150400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 b="0" i="0">
                <a:solidFill>
                  <a:srgbClr val="3C85C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3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3"/>
          <p:cNvSpPr txBox="1">
            <a:spLocks noGrp="1"/>
          </p:cNvSpPr>
          <p:nvPr>
            <p:ph type="sldNum" idx="12"/>
          </p:nvPr>
        </p:nvSpPr>
        <p:spPr>
          <a:xfrm>
            <a:off x="11765619" y="6437200"/>
            <a:ext cx="197200" cy="61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286095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4">
  <p:cSld name="Title Only 4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>
            <a:spLocks noGrp="1"/>
          </p:cNvSpPr>
          <p:nvPr>
            <p:ph type="title"/>
          </p:nvPr>
        </p:nvSpPr>
        <p:spPr>
          <a:xfrm>
            <a:off x="520733" y="682079"/>
            <a:ext cx="11150400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 b="0" i="0">
                <a:solidFill>
                  <a:srgbClr val="3C85C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4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4"/>
          <p:cNvSpPr txBox="1">
            <a:spLocks noGrp="1"/>
          </p:cNvSpPr>
          <p:nvPr>
            <p:ph type="sldNum" idx="12"/>
          </p:nvPr>
        </p:nvSpPr>
        <p:spPr>
          <a:xfrm>
            <a:off x="11765619" y="6437200"/>
            <a:ext cx="197200" cy="61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907514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7"/>
          <p:cNvGrpSpPr/>
          <p:nvPr/>
        </p:nvGrpSpPr>
        <p:grpSpPr>
          <a:xfrm>
            <a:off x="8131172" y="7"/>
            <a:ext cx="4060833" cy="2707427"/>
            <a:chOff x="6098378" y="5"/>
            <a:chExt cx="3045625" cy="2030570"/>
          </a:xfrm>
        </p:grpSpPr>
        <p:sp>
          <p:nvSpPr>
            <p:cNvPr id="78" name="Google Shape;78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17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797467" y="2869796"/>
            <a:ext cx="10962800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1526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E7B60-D22D-65E5-CFBF-3CE9C291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48610-544C-15EC-1560-EA1230B40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34B26-587C-3CCE-FF4A-6DBD50EBD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021AC-7A65-4301-8C87-9015305FD766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ED96B-1E72-8709-9D47-F75113A81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28934-3087-BCE5-C275-94142CDAB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1A9B5-BDAD-4D47-8885-8A561E93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15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04123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2" name="Google Shape;1322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7" name="Google Shape;1327;p2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Google Shape;1337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2" name="Google Shape;1342;p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2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2" name="Google Shape;1352;p2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7" name="Google Shape;1357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7" name="Google Shape;1367;p2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2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2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Google Shape;1402;p2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2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7" name="Google Shape;1417;p2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2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2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2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7" name="Google Shape;1437;p2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2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2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2" name="Google Shape;1472;p2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7" name="Google Shape;1477;p2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2" name="Google Shape;1482;p2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2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2" name="Google Shape;1492;p2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7" name="Google Shape;1497;p2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2" name="Google Shape;1502;p2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7" name="Google Shape;1507;p2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512;p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2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2" name="Google Shape;1532;p2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" name="Google Shape;1537;p2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2" name="Google Shape;1542;p2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7" name="Google Shape;1547;p2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2" name="Google Shape;1552;p2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2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Google Shape;1562;p2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7" name="Google Shape;1567;p2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2" name="Google Shape;1572;p2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2" name="Google Shape;1582;p2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" name="Google Shape;1587;p2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2" name="Google Shape;1592;p2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3" name="Google Shape;1593;p2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2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0</Words>
  <Application>Microsoft Office PowerPoint</Application>
  <PresentationFormat>Widescreen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Roboto</vt:lpstr>
      <vt:lpstr>Office Theme</vt:lpstr>
      <vt:lpstr>Geometric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Sayed Qaiser Ali Shah</dc:creator>
  <cp:lastModifiedBy>Dr Sayed Qaiser Ali Shah</cp:lastModifiedBy>
  <cp:revision>2</cp:revision>
  <dcterms:created xsi:type="dcterms:W3CDTF">2025-09-02T18:17:45Z</dcterms:created>
  <dcterms:modified xsi:type="dcterms:W3CDTF">2025-10-19T20:06:52Z</dcterms:modified>
</cp:coreProperties>
</file>