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89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7778C-8680-4532-8C76-4251F4F4DDA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03BF7-5A8A-4B23-865A-31EF746C3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5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60a3bea75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60a3bea75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60a3bea75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60a3bea75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60a3bea75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60a3bea75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60a3bea75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60a3bea75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60a3bea750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60a3bea750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60a3bea75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60a3bea75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60a3bea75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60a3bea75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60a3bea75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60a3bea75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60a3bea75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60a3bea75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60a3bea750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260a3bea750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60a3bea75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60a3bea75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60a3bea7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60a3bea750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60a3bea75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60a3bea75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60a3bea75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60a3bea75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60a3bea75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60a3bea750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6BBB-F076-75AD-520D-09667205C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6AB84-F586-6F7D-B216-39358FBF4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74053-B7BF-FD4C-EF86-525974BF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5F5D-46C0-E540-4CE0-628D9F90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D2EB-A81B-5A9E-A40C-DB696B82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A9EA-8F3E-935C-DBDE-42EF4131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9046E-6746-FD0B-5E46-4B288C306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C6DEB-8937-B392-CC4E-349DEA8D2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4F73F-A9E0-8D67-35EC-241C511B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6F607-7A97-6D03-3A52-1E58F9D1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3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8661-4D2C-9E02-D028-42BC4E34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36184-5696-E6EB-12B8-E605E86FF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F015A-6E16-8648-8880-FB7905F3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C156-501C-EAB4-06F9-6A04A5A8F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D114E-56E7-3FF2-3578-A13D355A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4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9630-A2A9-632B-923B-222361F5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FC048-45B1-F793-F56E-E6F27021F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6CBA9-4CA8-A903-069B-10A1E7CB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2B43B-94B8-BAB1-59FF-0F5A1D4C8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8E344-C841-EB4A-7F41-7013827E4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59456-D46E-862B-A6C0-D64DB4A7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6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4A95-6262-9CE7-9785-C45C73BEE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1C754-CAC2-BBA5-8675-1BDB4EA99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A6141-D9AE-0F4E-E948-2B09A9B3D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8528B-4BE7-A6B1-6585-1380E838F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2F1DA-876F-7C9C-84FA-3D508484C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EEB4C-31A4-FA55-6C5C-7F4B6F97A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75405-8E04-9675-1A50-07B05EA62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0A8F1-D423-56F6-9BA4-53D89796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8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D91C-540B-3450-BAD7-4ECDF482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28BB2-7723-F190-F62D-BA847F30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D2805-CFB0-0E13-36AA-C6CA8733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7B921-4EEE-7AA8-4BDD-700ECF3C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72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F5A4F7-EB4F-3A3B-83A8-30304DDC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62760-F54E-662B-1A0B-9E4752844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1D4F0-5246-C6FF-34EA-4B1734EB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66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049A-2582-92E7-8718-5A7F5258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560A0-3648-2F0F-0EC1-386A72DAF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3AB6D-54FE-1645-E64F-FDDF77F8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BBA3A-79E5-253E-4F36-24BDF902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3F218-0C53-E357-CAE9-645EF9584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7E4EB-DAA2-C3A9-C2B5-70BA5AFD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8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BE21-9931-6C9D-A917-491AF501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CCA71-A062-9D7B-F702-D5C494DEA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6C323-26F6-0B8E-1112-03F338BF7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F7ECC-D71F-BE1D-4E3E-B8E6F556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6E609-6889-56C8-8284-979D9191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86E01-CDD6-39F7-2C3F-16D699F5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7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9466-1A21-363D-5DD3-436DA031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06446-087A-65C8-7858-03D60D705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3A67-D3DF-887D-C75A-85BA3EAD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A1903-CD15-0C5B-ACCD-0B1DE62C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7AB55-CE3F-A4B6-9828-AA2B352E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1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41F83B-FDC4-6F49-AC3D-42E0373D3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3ACE7-4F26-6818-8918-B37E2F7F0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040AB-5143-F162-6D2B-73638C4D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E30E7-E62E-6BE0-DDAC-EBFAC88B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FEDB7-A02D-F1F8-F5CB-E45B950C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8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19DF6A-6241-290E-9083-E5E74355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06FD2-B0EC-F0F0-614B-AAB64143B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B68FC-AB9E-F255-01F4-588965FB9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298EA-5482-44DA-BA35-8859DE11536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1AD65-AC61-A3E3-3B72-3D46CC2A8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3C277-7D52-BCBA-A2E3-32DA9FABF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F748E-C119-42EA-B4C1-61162D7B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9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Google Shape;777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1" y="28321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Sayed Qaiser Ali Shah</dc:creator>
  <cp:lastModifiedBy>Dr Sayed Qaiser Ali Shah</cp:lastModifiedBy>
  <cp:revision>2</cp:revision>
  <dcterms:created xsi:type="dcterms:W3CDTF">2025-10-01T08:01:14Z</dcterms:created>
  <dcterms:modified xsi:type="dcterms:W3CDTF">2025-10-20T08:04:00Z</dcterms:modified>
</cp:coreProperties>
</file>