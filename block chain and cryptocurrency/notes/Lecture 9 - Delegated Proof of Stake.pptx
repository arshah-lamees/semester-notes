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87" r:id="rId2"/>
    <p:sldId id="261" r:id="rId3"/>
    <p:sldId id="262" r:id="rId4"/>
    <p:sldId id="263" r:id="rId5"/>
    <p:sldId id="264" r:id="rId6"/>
    <p:sldId id="265" r:id="rId7"/>
    <p:sldId id="266" r:id="rId8"/>
    <p:sldId id="267" r:id="rId9"/>
    <p:sldId id="268" r:id="rId10"/>
    <p:sldId id="269" r:id="rId11"/>
    <p:sldId id="270" r:id="rId12"/>
    <p:sldId id="271" r:id="rId13"/>
    <p:sldId id="272" r:id="rId14"/>
    <p:sldId id="273" r:id="rId15"/>
    <p:sldId id="278" r:id="rId16"/>
    <p:sldId id="279" r:id="rId17"/>
    <p:sldId id="280" r:id="rId18"/>
    <p:sldId id="281" r:id="rId19"/>
    <p:sldId id="282" r:id="rId20"/>
    <p:sldId id="283" r:id="rId21"/>
    <p:sldId id="285" r:id="rId22"/>
    <p:sldId id="286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6" d="100"/>
          <a:sy n="56" d="100"/>
        </p:scale>
        <p:origin x="1000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AB14E-E857-4480-AC1E-C34164A30B49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3A96B0-92D7-4659-9B5F-21C6822306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5751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25bb9f76309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25bb9f76309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25bb9f76309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25bb9f76309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5bb9f7630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5bb9f7630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5bb9f76309_0_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5bb9f76309_0_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bb9f76309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5bb9f76309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5bb9f76309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5bb9f76309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25bb9f76309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25bb9f76309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5bb9f76309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25bb9f76309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5bb9f7630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5bb9f7630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25bb9f76309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25bb9f76309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25bb9f76309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25bb9f76309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25bb9f76309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25bb9f76309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5bb9f76309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5bb9f76309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25bb9f76309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25bb9f76309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5bb9f76309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5bb9f76309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5bb9f76309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5bb9f76309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25bb9f76309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25bb9f76309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5bb9f7630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5bb9f7630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5bb9f76309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5bb9f76309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25bb9f76309_0_1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25bb9f76309_0_1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25bb9f76309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25bb9f76309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4AE5A-6F55-7AEE-7C5A-77D0855C8D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EE16D-B883-28CE-815D-47ACB17E26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A12BD-CB1C-B69C-9095-30F26053D5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20D0-98F6-4C7F-AC11-BF09649E5B9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99DB3-1C95-A049-01FC-397C68EF49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364B8-8135-0F71-408A-36AC9182A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50EA7-0F95-4781-AB57-E44382F99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5483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CA1212-6842-85AF-C599-C0F87E239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31CF0-25C4-E332-B8FE-730400EDD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6320D-1DAA-9DD8-B4E3-A4400F725A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20D0-98F6-4C7F-AC11-BF09649E5B9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28E0D-960C-DA5A-FA75-B65DB7D9E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93BC3F-623E-EE49-34C0-44236E858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50EA7-0F95-4781-AB57-E44382F99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32935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EE2B9-2030-B8BF-C089-604AC0AB9B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729FF9-372F-8B22-0CEC-780A21E74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B8D192-0F4F-F8EF-9CD5-58DF4B758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20D0-98F6-4C7F-AC11-BF09649E5B9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FF20F1-4586-2F73-6930-339AE0CCF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3699EB-EB02-79A3-CA43-4D8628ECD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50EA7-0F95-4781-AB57-E44382F99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698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BBCF1-1D1A-1BE9-9911-12B923B21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EB2A09-7457-D938-0B3F-6FBAE2CFC3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39A75C-608F-B633-60C5-47CFC7BBE9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0B0397-376E-A8CC-7171-ECCE2E4F4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20D0-98F6-4C7F-AC11-BF09649E5B9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30A1A-A70E-C91C-AB9E-F56DB31DC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207EE8-7B43-986D-7BAD-4A516F5B9E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50EA7-0F95-4781-AB57-E44382F99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727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7066B-0221-D2F8-378D-645847274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E9F639-3DDC-643A-469B-1742EA54C5C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5D29EFF-1342-4D2E-E65D-E45330AF8C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511C3C-12F9-3B4E-8F8F-019FB0892E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415127-F32E-5E20-7430-30C297D71D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A0DE825-08C6-CD95-5DEF-9DBC50EAA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20D0-98F6-4C7F-AC11-BF09649E5B9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C8D8F5-F9A8-274D-D04D-10569F72B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564B6-3A1A-C3F1-7D4B-D07921246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50EA7-0F95-4781-AB57-E44382F99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535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901DB-A8BC-2DAC-A240-328371D34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4D5E1D-F24A-F2AA-A633-FC80DFD6F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20D0-98F6-4C7F-AC11-BF09649E5B9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5EC6B49-7C1C-B9CA-C29C-2FA70294D3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6BCB7D-7240-046D-B68C-7CBF3982B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50EA7-0F95-4781-AB57-E44382F99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02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A2F544-491B-BD2F-A9BB-BC9D96535A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20D0-98F6-4C7F-AC11-BF09649E5B9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10C169-6A56-FFDE-083A-6233F38D4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D054C-B779-17D9-1B16-6F58842F7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50EA7-0F95-4781-AB57-E44382F99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6789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019E2-9B79-A392-0691-E32EFB2C6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7AF103-1507-6F04-E3AB-940B83CF1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225FF-4C77-A2EC-41C5-CD715F8C07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7FDFA9-9DC1-5875-1877-6F580BE06F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20D0-98F6-4C7F-AC11-BF09649E5B9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A4F972-00F0-4351-7588-CADB3DB5C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9E0C9D-F27E-C1B4-F3C1-AFBC2AAC09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50EA7-0F95-4781-AB57-E44382F99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408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62C81-DFB7-153B-8408-36E0685CF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F0C46F-8A2C-7DD6-8946-DE61F0CC90B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03ACA2-88A4-AA21-FA81-3B2E4D3FC0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86E0D7-0719-F4E9-81D6-60122860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20D0-98F6-4C7F-AC11-BF09649E5B9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7826D7-1754-38AE-7A40-44A380366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7CFE51-38C9-E262-C394-AE5441A9E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50EA7-0F95-4781-AB57-E44382F99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20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E4C41-8ECB-3C44-77CE-8FF9AB357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A16DB0-ABE6-13BD-F381-674BFA402B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73E97-CA48-DA26-7106-5AC6BD52D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20D0-98F6-4C7F-AC11-BF09649E5B9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758E04-385E-7D75-9F6E-7F07EAE3E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E4135E-54B2-0EB3-B779-E2217FD3B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50EA7-0F95-4781-AB57-E44382F99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4246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80508C-4B2C-FF95-49F0-ABAD5E80E64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8781FD-AA58-721A-A137-66A2FABA7E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128D8-3D58-3E1C-7EE6-930773CB6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4C20D0-98F6-4C7F-AC11-BF09649E5B9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C6F466-E7FD-66D2-4A77-DD65AEDA9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A1C70E-8597-16C4-D528-B3E13C6413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B50EA7-0F95-4781-AB57-E44382F99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0436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2A83B-FD79-326C-6B96-762C34B28B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A0291-2E34-D8A4-953F-103B11C96B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1D7DE0-B2EF-FE31-D51B-5620FA4DC3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4C20D0-98F6-4C7F-AC11-BF09649E5B96}" type="datetimeFigureOut">
              <a:rPr lang="en-US" smtClean="0"/>
              <a:t>10/22/2025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4318D7-FB8E-0ABF-8A06-E2827C49A8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6B73A7-0E92-0DF8-ABDB-1E0A910A97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B50EA7-0F95-4781-AB57-E44382F99D3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00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26BEC-105C-5E57-4577-47A328EE7F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Delegated Proof of Stake (DPOS)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EAD887-325C-791C-98A0-34E384DC95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382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" name="Google Shape;173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3201" y="203200"/>
            <a:ext cx="11469511" cy="645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7</Words>
  <Application>Microsoft Office PowerPoint</Application>
  <PresentationFormat>Widescreen</PresentationFormat>
  <Paragraphs>1</Paragraphs>
  <Slides>22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Delegated Proof of Stake (DPOS)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Dr Sayed Qaiser Ali Shah</dc:creator>
  <cp:lastModifiedBy>Dr Sayed Qaiser Ali Shah</cp:lastModifiedBy>
  <cp:revision>2</cp:revision>
  <dcterms:created xsi:type="dcterms:W3CDTF">2025-10-22T06:06:46Z</dcterms:created>
  <dcterms:modified xsi:type="dcterms:W3CDTF">2025-10-22T06:39:33Z</dcterms:modified>
</cp:coreProperties>
</file>