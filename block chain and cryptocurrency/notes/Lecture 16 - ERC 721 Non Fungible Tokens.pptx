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9"/>
  </p:notesMasterIdLst>
  <p:sldIdLst>
    <p:sldId id="256" r:id="rId3"/>
    <p:sldId id="263" r:id="rId4"/>
    <p:sldId id="258" r:id="rId5"/>
    <p:sldId id="262" r:id="rId6"/>
    <p:sldId id="264" r:id="rId7"/>
    <p:sldId id="271" r:id="rId8"/>
    <p:sldId id="265" r:id="rId9"/>
    <p:sldId id="268" r:id="rId10"/>
    <p:sldId id="269" r:id="rId11"/>
    <p:sldId id="266" r:id="rId12"/>
    <p:sldId id="270" r:id="rId13"/>
    <p:sldId id="260" r:id="rId14"/>
    <p:sldId id="261" r:id="rId15"/>
    <p:sldId id="273" r:id="rId16"/>
    <p:sldId id="274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589FA5-BDA3-4614-9B76-316B7FFB3767}" type="datetimeFigureOut">
              <a:rPr lang="en-US" smtClean="0"/>
              <a:t>8/17/2023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57D025-EEFB-4990-9A71-08943D571F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741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57D025-EEFB-4990-9A71-08943D571F0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579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976DE-F00B-4357-9039-6DEE4ECBB2F3}" type="datetime1">
              <a:rPr lang="en-US" smtClean="0"/>
              <a:t>8/17/2023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11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F0F7F-39B2-4FD4-8205-74A114544652}" type="datetime1">
              <a:rPr lang="en-US" smtClean="0"/>
              <a:t>8/17/2023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754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69642-8DBB-45BC-9AE4-D1198924276B}" type="datetime1">
              <a:rPr lang="en-US" smtClean="0"/>
              <a:t>8/17/2023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1391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07935-8C5F-4892-B661-C6E831BBB51F}" type="datetime1">
              <a:rPr lang="en-US" smtClean="0"/>
              <a:t>8/17/2023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917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5FECB-485D-4593-A10A-F9523D536E19}" type="datetime1">
              <a:rPr lang="en-US" smtClean="0"/>
              <a:t>8/17/2023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25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1A11-C2E4-42A1-9357-46B6B7D9AF07}" type="datetime1">
              <a:rPr lang="en-US" smtClean="0"/>
              <a:t>8/17/2023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14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AF4C-5704-4DB0-AFDD-C8AD5A85F600}" type="datetime1">
              <a:rPr lang="en-US" smtClean="0"/>
              <a:t>8/17/2023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279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2DB32FC-6A30-4639-B00C-8437DA93E418}" type="datetime1">
              <a:rPr lang="en-US" smtClean="0"/>
              <a:t>8/17/2023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3C980-6A19-4690-A31D-28A59A859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45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E97DF-84F2-4162-8147-E81E06899FAF}" type="datetime1">
              <a:rPr lang="en-US" smtClean="0"/>
              <a:t>8/17/2023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142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D633C-3A04-4493-8CEB-28414C183AC1}" type="datetime1">
              <a:rPr lang="en-US" smtClean="0"/>
              <a:t>8/17/2023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80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84B22-E416-4EE8-B353-1536C9961ACA}" type="datetime1">
              <a:rPr lang="en-US" smtClean="0"/>
              <a:t>8/17/2023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265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5CAD5-52F4-4B90-87FB-4FEC81037CF5}" type="datetime1">
              <a:rPr lang="en-US" smtClean="0"/>
              <a:t>8/17/2023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6492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7E16-5C17-48E3-9CA4-8E19D22B8BBF}" type="datetime1">
              <a:rPr lang="en-US" smtClean="0"/>
              <a:t>8/17/2023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571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ECCE3-8079-417F-B3FC-ACE91A4BCBEB}" type="datetime1">
              <a:rPr lang="en-US" smtClean="0"/>
              <a:t>8/17/2023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3993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A814-B8CE-4C9B-8E21-30D24534061C}" type="datetime1">
              <a:rPr lang="en-US" smtClean="0"/>
              <a:t>8/17/2023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304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8ED47-9321-4230-B55B-03365D05A0E9}" type="datetime1">
              <a:rPr lang="en-US" smtClean="0"/>
              <a:t>8/17/2023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795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5DD5C-CAB8-4C10-8F25-67E8EEA27D56}" type="datetime1">
              <a:rPr lang="en-US" smtClean="0"/>
              <a:t>8/17/2023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7630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A8D2B-40A2-46CA-BF1E-E0E7A7EE253A}" type="datetime1">
              <a:rPr lang="en-US" smtClean="0"/>
              <a:t>8/17/2023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5361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8B6D54A-27A9-4BCE-9902-52FC1B509F48}" type="datetime1">
              <a:rPr lang="en-US" smtClean="0"/>
              <a:t>8/17/2023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3C980-6A19-4690-A31D-28A59A859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9476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A097A54-A985-4C0C-9F4A-F257B4E401C9}" type="datetime1">
              <a:rPr lang="en-US" smtClean="0"/>
              <a:t>8/17/2023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3C980-6A19-4690-A31D-28A59A859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2620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BD7CD-D492-47F3-90D7-8B9FF961A360}" type="datetime1">
              <a:rPr lang="en-US" smtClean="0"/>
              <a:t>8/17/2023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1841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3B580-523F-468F-BE4D-442FB4F35EA9}" type="datetime1">
              <a:rPr lang="en-US" smtClean="0"/>
              <a:t>8/17/2023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344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57D47B2-6DD6-44AF-8F7A-E8430BEA5F1A}" type="datetime1">
              <a:rPr lang="en-US" smtClean="0"/>
              <a:t>8/17/2023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9C3C980-6A19-4690-A31D-28A59A8598D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6861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1A9E299-B334-41D8-88C1-9B1C6D377DEE}" type="datetime1">
              <a:rPr lang="en-US" smtClean="0"/>
              <a:t>8/17/2023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9C3C980-6A19-4690-A31D-28A59A8598D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42585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fif"/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Non Fungible Tokens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Dr. S. Qaiser Ali Shah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34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Types of Assets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098" t="24589" r="23944" b="24307"/>
          <a:stretch/>
        </p:blipFill>
        <p:spPr>
          <a:xfrm>
            <a:off x="1385047" y="1845734"/>
            <a:ext cx="8194183" cy="490929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5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Fungible Tokens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Fungible       that is replaceable</a:t>
            </a:r>
            <a:endParaRPr lang="en-US" sz="3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96" y="3073825"/>
            <a:ext cx="4092477" cy="189742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229" y="2291187"/>
            <a:ext cx="3753081" cy="186868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228" y="4625438"/>
            <a:ext cx="3753081" cy="1868689"/>
          </a:xfrm>
          <a:prstGeom prst="rect">
            <a:avLst/>
          </a:prstGeom>
        </p:spPr>
      </p:pic>
      <p:sp>
        <p:nvSpPr>
          <p:cNvPr id="11" name="Right Arrow 10"/>
          <p:cNvSpPr/>
          <p:nvPr/>
        </p:nvSpPr>
        <p:spPr>
          <a:xfrm>
            <a:off x="5020626" y="3593205"/>
            <a:ext cx="1738648" cy="11333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2689412" y="2030506"/>
            <a:ext cx="484094" cy="1613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07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Non-Fungible Token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9250" indent="-349250">
              <a:buFont typeface="Wingdings" panose="05000000000000000000" pitchFamily="2" charset="2"/>
              <a:buChar char="§"/>
            </a:pPr>
            <a:r>
              <a:rPr lang="en-US" sz="2800" dirty="0" smtClean="0"/>
              <a:t>Non-Fungible</a:t>
            </a:r>
          </a:p>
          <a:p>
            <a:pPr marL="511175" lvl="1" indent="-182563"/>
            <a:r>
              <a:rPr lang="en-US" sz="2400" dirty="0" smtClean="0"/>
              <a:t>Unique</a:t>
            </a:r>
          </a:p>
          <a:p>
            <a:pPr marL="511175" lvl="1" indent="-182563"/>
            <a:r>
              <a:rPr lang="en-US" sz="2400" dirty="0" smtClean="0"/>
              <a:t>Non exchangeable or non replaceable</a:t>
            </a:r>
          </a:p>
          <a:p>
            <a:pPr marL="349250" indent="-349250">
              <a:buFont typeface="Wingdings" panose="05000000000000000000" pitchFamily="2" charset="2"/>
              <a:buChar char="§"/>
            </a:pPr>
            <a:r>
              <a:rPr lang="en-US" sz="2800" dirty="0" smtClean="0"/>
              <a:t>Token:</a:t>
            </a:r>
          </a:p>
          <a:p>
            <a:pPr marL="511175" lvl="1" indent="-182563"/>
            <a:r>
              <a:rPr lang="en-US" sz="2400" dirty="0" smtClean="0"/>
              <a:t>Proof of Ownership in digital form</a:t>
            </a:r>
          </a:p>
          <a:p>
            <a:endParaRPr lang="en-US" dirty="0"/>
          </a:p>
        </p:txBody>
      </p:sp>
      <p:pic>
        <p:nvPicPr>
          <p:cNvPr id="2050" name="Picture 2" descr="Mona Lisa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5396" y="2797360"/>
            <a:ext cx="3031945" cy="406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16 Different Types Of Houses To Inspire – Forbes Hom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826" y="4064245"/>
            <a:ext cx="4966674" cy="2793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862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Key Characteristics of NFTs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31825" indent="-631825">
              <a:buFont typeface="Wingdings" panose="05000000000000000000" pitchFamily="2" charset="2"/>
              <a:buChar char="q"/>
            </a:pPr>
            <a:r>
              <a:rPr lang="en-US" sz="3200" dirty="0" smtClean="0"/>
              <a:t>Indivisibility </a:t>
            </a:r>
          </a:p>
          <a:p>
            <a:pPr marL="631825" indent="-631825">
              <a:buFont typeface="Wingdings" panose="05000000000000000000" pitchFamily="2" charset="2"/>
              <a:buChar char="q"/>
            </a:pPr>
            <a:r>
              <a:rPr lang="en-US" sz="3200" dirty="0" smtClean="0"/>
              <a:t>Uniqueness </a:t>
            </a:r>
          </a:p>
          <a:p>
            <a:pPr marL="631825" indent="-631825">
              <a:buFont typeface="Wingdings" panose="05000000000000000000" pitchFamily="2" charset="2"/>
              <a:buChar char="q"/>
            </a:pPr>
            <a:r>
              <a:rPr lang="en-US" sz="3200" dirty="0" smtClean="0"/>
              <a:t>Ownership </a:t>
            </a:r>
          </a:p>
          <a:p>
            <a:pPr marL="631825" indent="-631825">
              <a:buFont typeface="Wingdings" panose="05000000000000000000" pitchFamily="2" charset="2"/>
              <a:buChar char="q"/>
            </a:pPr>
            <a:r>
              <a:rPr lang="en-US" sz="3200" dirty="0" smtClean="0"/>
              <a:t>Rarity </a:t>
            </a:r>
          </a:p>
          <a:p>
            <a:pPr marL="631825" indent="-631825">
              <a:buFont typeface="Wingdings" panose="05000000000000000000" pitchFamily="2" charset="2"/>
              <a:buChar char="q"/>
            </a:pPr>
            <a:r>
              <a:rPr lang="en-US" sz="3200" dirty="0" smtClean="0"/>
              <a:t>Transparency </a:t>
            </a:r>
          </a:p>
          <a:p>
            <a:pPr marL="631825" indent="-631825">
              <a:buFont typeface="Wingdings" panose="05000000000000000000" pitchFamily="2" charset="2"/>
              <a:buChar char="q"/>
            </a:pPr>
            <a:r>
              <a:rPr lang="en-US" sz="3200" dirty="0" smtClean="0"/>
              <a:t>Interoperability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08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4613" t="24776" r="2923" b="11155"/>
          <a:stretch/>
        </p:blipFill>
        <p:spPr>
          <a:xfrm>
            <a:off x="25758" y="103032"/>
            <a:ext cx="12151236" cy="604019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48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Can anyone create NFTs?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 smtClean="0"/>
              <a:t>Technically yes but not all have high price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 smtClean="0"/>
              <a:t>users need to have a reputation within the community to earn a good value for their work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 smtClean="0"/>
              <a:t>A higher social media presence and a fan base are the highest factors in determining an NFTs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383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Safety of NFTs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The security level of NFTs is similar to any type of digital asset and very close to cryptocurrencies. </a:t>
            </a:r>
            <a:endParaRPr lang="en-US" sz="32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All </a:t>
            </a:r>
            <a:r>
              <a:rPr lang="en-US" sz="3200" dirty="0"/>
              <a:t>of the NFTs are stored on the </a:t>
            </a:r>
            <a:r>
              <a:rPr lang="en-US" sz="3200" dirty="0" err="1"/>
              <a:t>blockchain</a:t>
            </a:r>
            <a:r>
              <a:rPr lang="en-US" sz="3200" dirty="0"/>
              <a:t> platform where the ledger is immutable, making it impossible to delete or alter the ownership. </a:t>
            </a:r>
            <a:endParaRPr lang="en-US" sz="32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 err="1" smtClean="0"/>
              <a:t>Blockchain</a:t>
            </a:r>
            <a:r>
              <a:rPr lang="en-US" sz="3200" dirty="0" smtClean="0"/>
              <a:t> </a:t>
            </a:r>
            <a:r>
              <a:rPr lang="en-US" sz="3200" dirty="0"/>
              <a:t>offers robust security protocols and eliminates the scope of cyber-attacks.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89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8310" t="25340" r="2711" b="13598"/>
          <a:stretch/>
        </p:blipFill>
        <p:spPr>
          <a:xfrm>
            <a:off x="-1" y="128790"/>
            <a:ext cx="12213767" cy="6078828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818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Popular NFT Projects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 err="1" smtClean="0"/>
              <a:t>CryptoPunks</a:t>
            </a:r>
            <a:r>
              <a:rPr lang="en-US" sz="2800" dirty="0" smtClean="0"/>
              <a:t>: Collection of digital art collectibles. Unique character with a similar art style (24x24 pixels). </a:t>
            </a:r>
          </a:p>
          <a:p>
            <a:r>
              <a:rPr lang="en-US" sz="2800" dirty="0" err="1" smtClean="0"/>
              <a:t>Axie</a:t>
            </a:r>
            <a:r>
              <a:rPr lang="en-US" sz="2800" dirty="0" smtClean="0"/>
              <a:t> Infinity: </a:t>
            </a:r>
            <a:r>
              <a:rPr lang="en-US" sz="2800" dirty="0" err="1" smtClean="0"/>
              <a:t>Axie</a:t>
            </a:r>
            <a:r>
              <a:rPr lang="en-US" sz="2800" dirty="0" smtClean="0"/>
              <a:t> Infinity is a type of game where players collect </a:t>
            </a:r>
            <a:r>
              <a:rPr lang="en-US" sz="2800" dirty="0" err="1" smtClean="0"/>
              <a:t>Axies</a:t>
            </a:r>
            <a:r>
              <a:rPr lang="en-US" sz="2800" dirty="0" smtClean="0"/>
              <a:t> and use these to battle, breed, raise other </a:t>
            </a:r>
            <a:r>
              <a:rPr lang="en-US" sz="2800" dirty="0" err="1" smtClean="0"/>
              <a:t>Axies</a:t>
            </a:r>
            <a:r>
              <a:rPr lang="en-US" sz="2800" dirty="0" smtClean="0"/>
              <a:t>. </a:t>
            </a:r>
          </a:p>
          <a:p>
            <a:r>
              <a:rPr lang="en-US" sz="2800" dirty="0" err="1" smtClean="0"/>
              <a:t>Decentraland</a:t>
            </a:r>
            <a:r>
              <a:rPr lang="en-US" sz="2800" dirty="0" smtClean="0"/>
              <a:t>: </a:t>
            </a:r>
            <a:r>
              <a:rPr lang="en-US" sz="2800" dirty="0" err="1" smtClean="0"/>
              <a:t>Decentraland</a:t>
            </a:r>
            <a:r>
              <a:rPr lang="en-US" sz="2800" dirty="0" smtClean="0"/>
              <a:t> is a virtual world where certain items within the world are NFTs. It uses the </a:t>
            </a:r>
            <a:r>
              <a:rPr lang="en-US" sz="2800" dirty="0" err="1" smtClean="0"/>
              <a:t>Ethereum</a:t>
            </a:r>
            <a:r>
              <a:rPr lang="en-US" sz="2800" dirty="0" smtClean="0"/>
              <a:t> </a:t>
            </a:r>
            <a:r>
              <a:rPr lang="en-US" sz="2800" dirty="0" err="1" smtClean="0"/>
              <a:t>blockchain</a:t>
            </a:r>
            <a:r>
              <a:rPr lang="en-US" sz="2800" dirty="0" smtClean="0"/>
              <a:t>.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87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5563" t="25716" r="2923" b="9464"/>
          <a:stretch/>
        </p:blipFill>
        <p:spPr>
          <a:xfrm>
            <a:off x="0" y="0"/>
            <a:ext cx="12206600" cy="622049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841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3074" name="Picture 2" descr="Twitter CEO Jack Dorsey selling his first tweet as digital art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15" t="25241" r="25725" b="31230"/>
          <a:stretch/>
        </p:blipFill>
        <p:spPr bwMode="auto">
          <a:xfrm>
            <a:off x="6710082" y="176486"/>
            <a:ext cx="4963758" cy="2156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520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21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8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73156"/>
            <a:ext cx="10058400" cy="1450757"/>
          </a:xfrm>
        </p:spPr>
        <p:txBody>
          <a:bodyPr/>
          <a:lstStyle/>
          <a:p>
            <a:r>
              <a:rPr lang="en-US" b="1" dirty="0" smtClean="0"/>
              <a:t>Summary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9779" t="23320" r="26213" b="18023"/>
          <a:stretch/>
        </p:blipFill>
        <p:spPr>
          <a:xfrm>
            <a:off x="3987591" y="33090"/>
            <a:ext cx="8769185" cy="682491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504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622" y="313497"/>
            <a:ext cx="10058400" cy="1450757"/>
          </a:xfrm>
        </p:spPr>
        <p:txBody>
          <a:bodyPr/>
          <a:lstStyle/>
          <a:p>
            <a:pPr algn="ctr"/>
            <a:r>
              <a:rPr lang="en-US" dirty="0" smtClean="0"/>
              <a:t>Thank You</a:t>
            </a:r>
            <a:endParaRPr lang="en-US" dirty="0"/>
          </a:p>
        </p:txBody>
      </p:sp>
      <p:pic>
        <p:nvPicPr>
          <p:cNvPr id="4098" name="Picture 2" descr="Vraagteken Gif - Ice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7047" y="2216523"/>
            <a:ext cx="401955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3C980-6A19-4690-A31D-28A59A8598D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438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1_Retrospect">
  <a:themeElements>
    <a:clrScheme name="Retrospect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80</TotalTime>
  <Words>244</Words>
  <Application>Microsoft Office PowerPoint</Application>
  <PresentationFormat>Widescreen</PresentationFormat>
  <Paragraphs>49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Calibri Light</vt:lpstr>
      <vt:lpstr>Wingdings</vt:lpstr>
      <vt:lpstr>Retrospect</vt:lpstr>
      <vt:lpstr>1_Retrospect</vt:lpstr>
      <vt:lpstr>Non Fungible Tokens</vt:lpstr>
      <vt:lpstr>Types of Assets</vt:lpstr>
      <vt:lpstr>Fungible Tokens</vt:lpstr>
      <vt:lpstr>Non-Fungible Token</vt:lpstr>
      <vt:lpstr>Key Characteristics of NFTs</vt:lpstr>
      <vt:lpstr>PowerPoint Presentation</vt:lpstr>
      <vt:lpstr>Can anyone create NFTs?</vt:lpstr>
      <vt:lpstr>Safety of NFTs</vt:lpstr>
      <vt:lpstr>PowerPoint Presentation</vt:lpstr>
      <vt:lpstr>Popular NFT Projects</vt:lpstr>
      <vt:lpstr>PowerPoint Presentation</vt:lpstr>
      <vt:lpstr>PowerPoint Presentation</vt:lpstr>
      <vt:lpstr>PowerPoint Presentation</vt:lpstr>
      <vt:lpstr>PowerPoint Presentation</vt:lpstr>
      <vt:lpstr>Summary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Fungible Tokens</dc:title>
  <dc:creator>Sayed Qaiser Ali Shah</dc:creator>
  <cp:lastModifiedBy>Sayed Qaiser Ali Shah</cp:lastModifiedBy>
  <cp:revision>12</cp:revision>
  <dcterms:created xsi:type="dcterms:W3CDTF">2023-08-17T17:32:30Z</dcterms:created>
  <dcterms:modified xsi:type="dcterms:W3CDTF">2023-08-17T18:54:29Z</dcterms:modified>
</cp:coreProperties>
</file>